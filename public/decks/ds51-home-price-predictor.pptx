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5"/>
    <p:sldMasterId id="2147483747" r:id="rId6"/>
    <p:sldMasterId id="214748374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y="5143500" cx="9144000"/>
  <p:notesSz cx="6858000" cy="9144000"/>
  <p:embeddedFontLst>
    <p:embeddedFont>
      <p:font typeface="Poppins"/>
      <p:regular r:id="rId51"/>
      <p:bold r:id="rId52"/>
      <p:italic r:id="rId53"/>
      <p:boldItalic r:id="rId54"/>
    </p:embeddedFont>
    <p:embeddedFont>
      <p:font typeface="Nunito Sans Medium"/>
      <p:regular r:id="rId55"/>
      <p:bold r:id="rId56"/>
      <p:italic r:id="rId57"/>
      <p:boldItalic r:id="rId58"/>
    </p:embeddedFont>
    <p:embeddedFont>
      <p:font typeface="Poppins Medium"/>
      <p:regular r:id="rId59"/>
      <p:bold r:id="rId60"/>
      <p:italic r:id="rId61"/>
      <p:boldItalic r:id="rId62"/>
    </p:embeddedFont>
    <p:embeddedFont>
      <p:font typeface="Nunito Sans SemiBold"/>
      <p:regular r:id="rId63"/>
      <p:bold r:id="rId64"/>
      <p:italic r:id="rId65"/>
      <p:boldItalic r:id="rId66"/>
    </p:embeddedFont>
    <p:embeddedFont>
      <p:font typeface="Poppins SemiBold"/>
      <p:regular r:id="rId67"/>
      <p:bold r:id="rId68"/>
      <p:italic r:id="rId69"/>
      <p:boldItalic r:id="rId70"/>
    </p:embeddedFont>
    <p:embeddedFont>
      <p:font typeface="Roboto Mono"/>
      <p:regular r:id="rId71"/>
      <p:bold r:id="rId72"/>
      <p:italic r:id="rId73"/>
      <p:boldItalic r:id="rId74"/>
    </p:embeddedFont>
    <p:embeddedFont>
      <p:font typeface="Nunito Sans"/>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9F266E-CD7F-40C9-B928-08707556C8E2}">
  <a:tblStyle styleId="{599F266E-CD7F-40C9-B928-08707556C8E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RobotoMono-italic.fntdata"/><Relationship Id="rId72" Type="http://schemas.openxmlformats.org/officeDocument/2006/relationships/font" Target="fonts/RobotoMono-bold.fntdata"/><Relationship Id="rId31" Type="http://schemas.openxmlformats.org/officeDocument/2006/relationships/slide" Target="slides/slide23.xml"/><Relationship Id="rId75" Type="http://schemas.openxmlformats.org/officeDocument/2006/relationships/font" Target="fonts/NunitoSans-regular.fntdata"/><Relationship Id="rId30" Type="http://schemas.openxmlformats.org/officeDocument/2006/relationships/slide" Target="slides/slide22.xml"/><Relationship Id="rId74" Type="http://schemas.openxmlformats.org/officeDocument/2006/relationships/font" Target="fonts/RobotoMono-boldItalic.fntdata"/><Relationship Id="rId33" Type="http://schemas.openxmlformats.org/officeDocument/2006/relationships/slide" Target="slides/slide25.xml"/><Relationship Id="rId77" Type="http://schemas.openxmlformats.org/officeDocument/2006/relationships/font" Target="fonts/NunitoSans-italic.fntdata"/><Relationship Id="rId32" Type="http://schemas.openxmlformats.org/officeDocument/2006/relationships/slide" Target="slides/slide24.xml"/><Relationship Id="rId76" Type="http://schemas.openxmlformats.org/officeDocument/2006/relationships/font" Target="fonts/NunitoSans-bold.fntdata"/><Relationship Id="rId35" Type="http://schemas.openxmlformats.org/officeDocument/2006/relationships/slide" Target="slides/slide27.xml"/><Relationship Id="rId34" Type="http://schemas.openxmlformats.org/officeDocument/2006/relationships/slide" Target="slides/slide26.xml"/><Relationship Id="rId78" Type="http://schemas.openxmlformats.org/officeDocument/2006/relationships/font" Target="fonts/NunitoSans-boldItalic.fntdata"/><Relationship Id="rId71" Type="http://schemas.openxmlformats.org/officeDocument/2006/relationships/font" Target="fonts/RobotoMono-regular.fntdata"/><Relationship Id="rId70" Type="http://schemas.openxmlformats.org/officeDocument/2006/relationships/font" Target="fonts/PoppinsSemiBold-bold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PoppinsMedium-boldItalic.fntdata"/><Relationship Id="rId61" Type="http://schemas.openxmlformats.org/officeDocument/2006/relationships/font" Target="fonts/PoppinsMedium-italic.fntdata"/><Relationship Id="rId20" Type="http://schemas.openxmlformats.org/officeDocument/2006/relationships/slide" Target="slides/slide12.xml"/><Relationship Id="rId64" Type="http://schemas.openxmlformats.org/officeDocument/2006/relationships/font" Target="fonts/NunitoSansSemiBold-bold.fntdata"/><Relationship Id="rId63" Type="http://schemas.openxmlformats.org/officeDocument/2006/relationships/font" Target="fonts/NunitoSansSemiBold-regular.fntdata"/><Relationship Id="rId22" Type="http://schemas.openxmlformats.org/officeDocument/2006/relationships/slide" Target="slides/slide14.xml"/><Relationship Id="rId66" Type="http://schemas.openxmlformats.org/officeDocument/2006/relationships/font" Target="fonts/NunitoSansSemiBold-boldItalic.fntdata"/><Relationship Id="rId21" Type="http://schemas.openxmlformats.org/officeDocument/2006/relationships/slide" Target="slides/slide13.xml"/><Relationship Id="rId65" Type="http://schemas.openxmlformats.org/officeDocument/2006/relationships/font" Target="fonts/NunitoSansSemiBold-italic.fntdata"/><Relationship Id="rId24" Type="http://schemas.openxmlformats.org/officeDocument/2006/relationships/slide" Target="slides/slide16.xml"/><Relationship Id="rId68" Type="http://schemas.openxmlformats.org/officeDocument/2006/relationships/font" Target="fonts/PoppinsSemiBold-bold.fntdata"/><Relationship Id="rId23" Type="http://schemas.openxmlformats.org/officeDocument/2006/relationships/slide" Target="slides/slide15.xml"/><Relationship Id="rId67" Type="http://schemas.openxmlformats.org/officeDocument/2006/relationships/font" Target="fonts/PoppinsSemiBold-regular.fntdata"/><Relationship Id="rId60" Type="http://schemas.openxmlformats.org/officeDocument/2006/relationships/font" Target="fonts/PoppinsMedium-bold.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PoppinsSemi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Poppins-regular.fntdata"/><Relationship Id="rId50" Type="http://schemas.openxmlformats.org/officeDocument/2006/relationships/slide" Target="slides/slide42.xml"/><Relationship Id="rId53" Type="http://schemas.openxmlformats.org/officeDocument/2006/relationships/font" Target="fonts/Poppins-italic.fntdata"/><Relationship Id="rId52" Type="http://schemas.openxmlformats.org/officeDocument/2006/relationships/font" Target="fonts/Poppins-bold.fntdata"/><Relationship Id="rId11" Type="http://schemas.openxmlformats.org/officeDocument/2006/relationships/slide" Target="slides/slide3.xml"/><Relationship Id="rId55" Type="http://schemas.openxmlformats.org/officeDocument/2006/relationships/font" Target="fonts/NunitoSansMedium-regular.fntdata"/><Relationship Id="rId10" Type="http://schemas.openxmlformats.org/officeDocument/2006/relationships/slide" Target="slides/slide2.xml"/><Relationship Id="rId54" Type="http://schemas.openxmlformats.org/officeDocument/2006/relationships/font" Target="fonts/Poppins-boldItalic.fntdata"/><Relationship Id="rId13" Type="http://schemas.openxmlformats.org/officeDocument/2006/relationships/slide" Target="slides/slide5.xml"/><Relationship Id="rId57" Type="http://schemas.openxmlformats.org/officeDocument/2006/relationships/font" Target="fonts/NunitoSansMedium-italic.fntdata"/><Relationship Id="rId12" Type="http://schemas.openxmlformats.org/officeDocument/2006/relationships/slide" Target="slides/slide4.xml"/><Relationship Id="rId56" Type="http://schemas.openxmlformats.org/officeDocument/2006/relationships/font" Target="fonts/NunitoSansMedium-bold.fntdata"/><Relationship Id="rId15" Type="http://schemas.openxmlformats.org/officeDocument/2006/relationships/slide" Target="slides/slide7.xml"/><Relationship Id="rId59" Type="http://schemas.openxmlformats.org/officeDocument/2006/relationships/font" Target="fonts/PoppinsMedium-regular.fntdata"/><Relationship Id="rId14" Type="http://schemas.openxmlformats.org/officeDocument/2006/relationships/slide" Target="slides/slide6.xml"/><Relationship Id="rId58" Type="http://schemas.openxmlformats.org/officeDocument/2006/relationships/font" Target="fonts/NunitoSansMedium-bold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f4035635ef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3f4035635ef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f4035635ef_7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f4035635ef_7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f4035635ef_7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f4035635ef_7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f4035635ef_7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f4035635ef_7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f9c030397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3f9c030397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9c030397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f9c030397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9c030397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f9c030397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f9c030397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3f9c030397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fa4f722f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3fa4f722f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4035635ef_7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f4035635ef_7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4035635ef_7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f4035635ef_7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8b9a05f78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8b9a05f78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38b9a05f78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38b9a05f78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baseline, we used Linear Regression as a simple, interpretable benchmark. The model was trained using the preprocessed train, validation, and test splits, so this notebook focuses only on modeling rather than repeating the cleaning logic. We used a leakage-safe pipeline with median imputation and scaling for numeric features, plus one-hot encoding for categorical features.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8b9a05f78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8b9a05f78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The baseline performed fairly strongly, with a test R² of about 0.822, test MAPE of about 22.7%, and test MdAPE of about 16.1%. One thing I noticed is that the train, validation, and test scores are very close, which suggests the model is not heavily overfitting. At the same time, the gap between MAPE and MdAPE tells us that some harder or more unusual cases are pulling up the average error. So this baseline gave us a strong benchmark, but it also motivated later models that could capture nonlinear relationships and interactions better than a linear model.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4035635ef_7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3f4035635ef_7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g3f4035635ef_7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4" name="Google Shape;1134;g3f4035635ef_7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f4035635ef_7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3f4035635ef_7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f4035635ef_7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3f4035635ef_7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409c16569e0_0_13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1" name="Google Shape;1181;g409c16569e0_0_13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2" name="Google Shape;1182;g409c16569e0_0_13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fa6310632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3fa6310632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24 months selected:</a:t>
            </a:r>
            <a:r>
              <a:rPr lang="en" sz="1200">
                <a:solidFill>
                  <a:schemeClr val="dk1"/>
                </a:solidFill>
              </a:rPr>
              <a:t> highest validation R² of </a:t>
            </a:r>
            <a:r>
              <a:rPr lang="en">
                <a:solidFill>
                  <a:schemeClr val="dk1"/>
                </a:solidFill>
              </a:rPr>
              <a:t>0.8963</a:t>
            </a:r>
            <a:r>
              <a:rPr lang="en" sz="1200">
                <a:solidFill>
                  <a:schemeClr val="dk1"/>
                </a:solidFill>
              </a:rPr>
              <a:t>, compared with the previously assumed 12-month window at </a:t>
            </a:r>
            <a:r>
              <a:rPr lang="en">
                <a:solidFill>
                  <a:schemeClr val="dk1"/>
                </a:solidFill>
              </a:rPr>
              <a:t>0.8940</a:t>
            </a:r>
            <a:r>
              <a:rPr lang="en" sz="1200">
                <a:solidFill>
                  <a:schemeClr val="dk1"/>
                </a:solidFill>
              </a:rPr>
              <a:t>. Daniel says the 12-month value had simply been reused since Week 3 without being tested. In Week 9, he swept </a:t>
            </a:r>
            <a:r>
              <a:rPr lang="en">
                <a:solidFill>
                  <a:schemeClr val="dk1"/>
                </a:solidFill>
              </a:rPr>
              <a:t>3, 6, 9, 12, 18, 24, and 26 months</a:t>
            </a:r>
            <a:r>
              <a:rPr lang="en" sz="1200">
                <a:solidFill>
                  <a:schemeClr val="dk1"/>
                </a:solidFill>
              </a:rPr>
              <a:t> using a fixed LightGBM proxy and selected 24 based on validation R².</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f4035635ef_7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f4035635ef_7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4035635ef_7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3f4035635ef_7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LightGBM achieved the highest overall test R² and lowest MAE, making it the final deployed model.</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LightGBM achieved the strongest overall performance. It explained about 91% of the variation in sale prices and had the lowest mean absolute error at roughly $153,000. Random Forest had a slightly lower MAPE, but LightGBM provided the strongest </a:t>
            </a:r>
            <a:r>
              <a:rPr b="1" lang="en" sz="1200">
                <a:solidFill>
                  <a:schemeClr val="dk1"/>
                </a:solidFill>
              </a:rPr>
              <a:t>combination</a:t>
            </a:r>
            <a:r>
              <a:rPr lang="en" sz="1200">
                <a:solidFill>
                  <a:schemeClr val="dk1"/>
                </a:solidFill>
              </a:rPr>
              <a:t> of R-squared and absolute error, so it was selected for deployment.</a:t>
            </a: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3fa6310632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3fa6310632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We also wanted to make sure the final test month was not simply a lucky split. Daniel ran a 23-fold walk-forward validation, where the model was repeatedly trained on all available past months and evaluated on the following month. R-squared stayed between 0.894 and 0.920, and the average MAPE was 11.53%, almost identical to our final 11.55% result. That gives us much stronger evidence that the model generalizes across time.</a:t>
            </a: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409baf398f5_1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g409baf398f5_1_4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409baf398f5_1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g409baf398f5_1_4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g409baf398f5_1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g409baf398f5_1_4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409baf398f5_1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g409baf398f5_1_4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409baf398f5_1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g409baf398f5_1_48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409baf398f5_1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g409baf398f5_1_49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3f4035635ef_7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3f4035635ef_7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fa648641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3fa648641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f4035635ef_7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f4035635ef_7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3f4035635ef_7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3f4035635ef_7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f4035635ef_7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f4035635ef_7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f4035635ef_7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3f4035635ef_7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3f4035635ef_7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3f4035635ef_7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f4035635ef_7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3f4035635ef_7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f4035635ef_7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3f4035635ef_7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3f4035635ef_7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3f4035635ef_7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3f4035635ef_7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3f4035635ef_7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g3f4035635ef_7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8" name="Google Shape;1668;g3f4035635ef_7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g3f4035635ef_7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9" name="Google Shape;1679;g3f4035635ef_7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56" name="Google Shape;56;p14"/>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57" name="Google Shape;57;p14"/>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58" name="Google Shape;58;p14"/>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59" name="Google Shape;59;p14"/>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0" name="Google Shape;60;p14"/>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61" name="Google Shape;61;p14"/>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62" name="Google Shape;62;p14"/>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65" name="Google Shape;65;p1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66" name="Google Shape;66;p15"/>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67" name="Google Shape;67;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8" name="Google Shape;68;p15"/>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69" name="Shape 69"/>
        <p:cNvGrpSpPr/>
        <p:nvPr/>
      </p:nvGrpSpPr>
      <p:grpSpPr>
        <a:xfrm>
          <a:off x="0" y="0"/>
          <a:ext cx="0" cy="0"/>
          <a:chOff x="0" y="0"/>
          <a:chExt cx="0" cy="0"/>
        </a:xfrm>
      </p:grpSpPr>
      <p:sp>
        <p:nvSpPr>
          <p:cNvPr id="70" name="Google Shape;70;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1" name="Google Shape;71;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72" name="Google Shape;72;p16"/>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73" name="Google Shape;73;p16"/>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74" name="Shape 74"/>
        <p:cNvGrpSpPr/>
        <p:nvPr/>
      </p:nvGrpSpPr>
      <p:grpSpPr>
        <a:xfrm>
          <a:off x="0" y="0"/>
          <a:ext cx="0" cy="0"/>
          <a:chOff x="0" y="0"/>
          <a:chExt cx="0" cy="0"/>
        </a:xfrm>
      </p:grpSpPr>
      <p:sp>
        <p:nvSpPr>
          <p:cNvPr id="75" name="Google Shape;75;p17"/>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76" name="Google Shape;76;p17"/>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7" name="Google Shape;77;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8" name="Google Shape;78;p17"/>
          <p:cNvSpPr/>
          <p:nvPr>
            <p:ph idx="2" type="pic"/>
          </p:nvPr>
        </p:nvSpPr>
        <p:spPr>
          <a:xfrm>
            <a:off x="1208525" y="1164275"/>
            <a:ext cx="1115700" cy="1118100"/>
          </a:xfrm>
          <a:prstGeom prst="roundRect">
            <a:avLst>
              <a:gd fmla="val 16667" name="adj"/>
            </a:avLst>
          </a:prstGeom>
          <a:noFill/>
          <a:ln>
            <a:noFill/>
          </a:ln>
        </p:spPr>
      </p:sp>
      <p:sp>
        <p:nvSpPr>
          <p:cNvPr id="79" name="Google Shape;79;p17"/>
          <p:cNvSpPr/>
          <p:nvPr>
            <p:ph idx="3" type="pic"/>
          </p:nvPr>
        </p:nvSpPr>
        <p:spPr>
          <a:xfrm>
            <a:off x="3079163" y="1164275"/>
            <a:ext cx="1115700" cy="1118100"/>
          </a:xfrm>
          <a:prstGeom prst="roundRect">
            <a:avLst>
              <a:gd fmla="val 16667" name="adj"/>
            </a:avLst>
          </a:prstGeom>
          <a:noFill/>
          <a:ln>
            <a:noFill/>
          </a:ln>
        </p:spPr>
      </p:sp>
      <p:sp>
        <p:nvSpPr>
          <p:cNvPr id="80" name="Google Shape;80;p17"/>
          <p:cNvSpPr/>
          <p:nvPr>
            <p:ph idx="4" type="pic"/>
          </p:nvPr>
        </p:nvSpPr>
        <p:spPr>
          <a:xfrm>
            <a:off x="4949788" y="1164275"/>
            <a:ext cx="1115700" cy="1118100"/>
          </a:xfrm>
          <a:prstGeom prst="roundRect">
            <a:avLst>
              <a:gd fmla="val 16667" name="adj"/>
            </a:avLst>
          </a:prstGeom>
          <a:noFill/>
          <a:ln>
            <a:noFill/>
          </a:ln>
        </p:spPr>
      </p:sp>
      <p:sp>
        <p:nvSpPr>
          <p:cNvPr id="81" name="Google Shape;81;p17"/>
          <p:cNvSpPr/>
          <p:nvPr>
            <p:ph idx="5" type="pic"/>
          </p:nvPr>
        </p:nvSpPr>
        <p:spPr>
          <a:xfrm>
            <a:off x="6820413" y="1164275"/>
            <a:ext cx="1115700" cy="1118100"/>
          </a:xfrm>
          <a:prstGeom prst="roundRect">
            <a:avLst>
              <a:gd fmla="val 16667" name="adj"/>
            </a:avLst>
          </a:prstGeom>
          <a:noFill/>
          <a:ln>
            <a:noFill/>
          </a:ln>
        </p:spPr>
      </p:sp>
      <p:sp>
        <p:nvSpPr>
          <p:cNvPr id="82" name="Google Shape;82;p17"/>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3" name="Google Shape;83;p17"/>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4" name="Google Shape;84;p17"/>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5" name="Google Shape;85;p17"/>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6" name="Google Shape;86;p17"/>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7" name="Google Shape;87;p17"/>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8" name="Google Shape;88;p17"/>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9" name="Google Shape;89;p17"/>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0" name="Google Shape;90;p17"/>
          <p:cNvSpPr/>
          <p:nvPr>
            <p:ph idx="16" type="pic"/>
          </p:nvPr>
        </p:nvSpPr>
        <p:spPr>
          <a:xfrm>
            <a:off x="3079163" y="2958825"/>
            <a:ext cx="1115700" cy="1118100"/>
          </a:xfrm>
          <a:prstGeom prst="roundRect">
            <a:avLst>
              <a:gd fmla="val 16667" name="adj"/>
            </a:avLst>
          </a:prstGeom>
          <a:noFill/>
          <a:ln>
            <a:noFill/>
          </a:ln>
        </p:spPr>
      </p:sp>
      <p:sp>
        <p:nvSpPr>
          <p:cNvPr id="91" name="Google Shape;91;p17"/>
          <p:cNvSpPr/>
          <p:nvPr>
            <p:ph idx="17" type="pic"/>
          </p:nvPr>
        </p:nvSpPr>
        <p:spPr>
          <a:xfrm>
            <a:off x="4949788" y="2958825"/>
            <a:ext cx="1115700" cy="1118100"/>
          </a:xfrm>
          <a:prstGeom prst="roundRect">
            <a:avLst>
              <a:gd fmla="val 16667" name="adj"/>
            </a:avLst>
          </a:prstGeom>
          <a:noFill/>
          <a:ln>
            <a:noFill/>
          </a:ln>
        </p:spPr>
      </p:sp>
      <p:sp>
        <p:nvSpPr>
          <p:cNvPr id="92" name="Google Shape;92;p17"/>
          <p:cNvSpPr/>
          <p:nvPr>
            <p:ph idx="18" type="pic"/>
          </p:nvPr>
        </p:nvSpPr>
        <p:spPr>
          <a:xfrm>
            <a:off x="6820413" y="2958825"/>
            <a:ext cx="1115700" cy="1118100"/>
          </a:xfrm>
          <a:prstGeom prst="roundRect">
            <a:avLst>
              <a:gd fmla="val 16667" name="adj"/>
            </a:avLst>
          </a:prstGeom>
          <a:noFill/>
          <a:ln>
            <a:noFill/>
          </a:ln>
        </p:spPr>
      </p:sp>
      <p:sp>
        <p:nvSpPr>
          <p:cNvPr id="93" name="Google Shape;93;p17"/>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4" name="Google Shape;94;p17"/>
          <p:cNvSpPr/>
          <p:nvPr>
            <p:ph idx="20" type="pic"/>
          </p:nvPr>
        </p:nvSpPr>
        <p:spPr>
          <a:xfrm>
            <a:off x="1208550" y="2958825"/>
            <a:ext cx="1115700" cy="1118100"/>
          </a:xfrm>
          <a:prstGeom prst="roundRect">
            <a:avLst>
              <a:gd fmla="val 16667" name="adj"/>
            </a:avLst>
          </a:prstGeom>
          <a:noFill/>
          <a:ln>
            <a:noFill/>
          </a:ln>
        </p:spPr>
      </p:sp>
      <p:sp>
        <p:nvSpPr>
          <p:cNvPr id="95" name="Google Shape;95;p17"/>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6" name="Google Shape;96;p17"/>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7" name="Google Shape;97;p17"/>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8" name="Google Shape;98;p17"/>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9" name="Google Shape;99;p17"/>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0" name="Google Shape;100;p17"/>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1" name="Google Shape;101;p17"/>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2" name="Google Shape;102;p17"/>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103" name="Shape 103"/>
        <p:cNvGrpSpPr/>
        <p:nvPr/>
      </p:nvGrpSpPr>
      <p:grpSpPr>
        <a:xfrm>
          <a:off x="0" y="0"/>
          <a:ext cx="0" cy="0"/>
          <a:chOff x="0" y="0"/>
          <a:chExt cx="0" cy="0"/>
        </a:xfrm>
      </p:grpSpPr>
      <p:sp>
        <p:nvSpPr>
          <p:cNvPr id="104" name="Google Shape;104;p18"/>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5" name="Google Shape;105;p18"/>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6" name="Google Shape;106;p18"/>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7" name="Google Shape;107;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08" name="Google Shape;108;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09" name="Google Shape;109;p18"/>
          <p:cNvSpPr/>
          <p:nvPr>
            <p:ph idx="3" type="pic"/>
          </p:nvPr>
        </p:nvSpPr>
        <p:spPr>
          <a:xfrm>
            <a:off x="988450" y="2967538"/>
            <a:ext cx="1264200" cy="1258500"/>
          </a:xfrm>
          <a:prstGeom prst="roundRect">
            <a:avLst>
              <a:gd fmla="val 16718" name="adj"/>
            </a:avLst>
          </a:prstGeom>
          <a:noFill/>
          <a:ln>
            <a:noFill/>
          </a:ln>
        </p:spPr>
      </p:sp>
      <p:sp>
        <p:nvSpPr>
          <p:cNvPr id="110" name="Google Shape;110;p18"/>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1" name="Google Shape;111;p18"/>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2" name="Google Shape;112;p18"/>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13" name="Google Shape;113;p18"/>
          <p:cNvSpPr/>
          <p:nvPr>
            <p:ph idx="7" type="pic"/>
          </p:nvPr>
        </p:nvSpPr>
        <p:spPr>
          <a:xfrm>
            <a:off x="4685500" y="1169975"/>
            <a:ext cx="1264200" cy="1258500"/>
          </a:xfrm>
          <a:prstGeom prst="roundRect">
            <a:avLst>
              <a:gd fmla="val 16718" name="adj"/>
            </a:avLst>
          </a:prstGeom>
          <a:noFill/>
          <a:ln>
            <a:noFill/>
          </a:ln>
        </p:spPr>
      </p:sp>
      <p:sp>
        <p:nvSpPr>
          <p:cNvPr id="114" name="Google Shape;114;p18"/>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5" name="Google Shape;115;p18"/>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6" name="Google Shape;116;p18"/>
          <p:cNvSpPr/>
          <p:nvPr>
            <p:ph idx="13" type="pic"/>
          </p:nvPr>
        </p:nvSpPr>
        <p:spPr>
          <a:xfrm>
            <a:off x="4685500" y="2967538"/>
            <a:ext cx="1264200" cy="1258500"/>
          </a:xfrm>
          <a:prstGeom prst="roundRect">
            <a:avLst>
              <a:gd fmla="val 16718" name="adj"/>
            </a:avLst>
          </a:prstGeom>
          <a:noFill/>
          <a:ln>
            <a:noFill/>
          </a:ln>
        </p:spPr>
      </p:sp>
      <p:sp>
        <p:nvSpPr>
          <p:cNvPr id="117" name="Google Shape;117;p18"/>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8" name="Google Shape;118;p18"/>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9" name="Google Shape;119;p18"/>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20" name="Google Shape;120;p18"/>
          <p:cNvSpPr/>
          <p:nvPr>
            <p:ph idx="17" type="pic"/>
          </p:nvPr>
        </p:nvSpPr>
        <p:spPr>
          <a:xfrm>
            <a:off x="988450" y="1169975"/>
            <a:ext cx="1264200" cy="1258500"/>
          </a:xfrm>
          <a:prstGeom prst="roundRect">
            <a:avLst>
              <a:gd fmla="val 16718" name="adj"/>
            </a:avLst>
          </a:prstGeom>
          <a:noFill/>
          <a:ln>
            <a:noFill/>
          </a:ln>
        </p:spPr>
      </p:sp>
      <p:sp>
        <p:nvSpPr>
          <p:cNvPr id="121" name="Google Shape;121;p18"/>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22" name="Google Shape;122;p18"/>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23" name="Google Shape;123;p18"/>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124" name="Shape 124"/>
        <p:cNvGrpSpPr/>
        <p:nvPr/>
      </p:nvGrpSpPr>
      <p:grpSpPr>
        <a:xfrm>
          <a:off x="0" y="0"/>
          <a:ext cx="0" cy="0"/>
          <a:chOff x="0" y="0"/>
          <a:chExt cx="0" cy="0"/>
        </a:xfrm>
      </p:grpSpPr>
      <p:sp>
        <p:nvSpPr>
          <p:cNvPr id="125" name="Google Shape;125;p19"/>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26" name="Google Shape;126;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27" name="Google Shape;127;p19"/>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28" name="Google Shape;128;p19"/>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129" name="Shape 129"/>
        <p:cNvGrpSpPr/>
        <p:nvPr/>
      </p:nvGrpSpPr>
      <p:grpSpPr>
        <a:xfrm>
          <a:off x="0" y="0"/>
          <a:ext cx="0" cy="0"/>
          <a:chOff x="0" y="0"/>
          <a:chExt cx="0" cy="0"/>
        </a:xfrm>
      </p:grpSpPr>
      <p:sp>
        <p:nvSpPr>
          <p:cNvPr id="130" name="Google Shape;130;p20"/>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1" name="Google Shape;131;p20"/>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2" name="Google Shape;132;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3" name="Google Shape;133;p2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34" name="Google Shape;134;p20"/>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135" name="Shape 135"/>
        <p:cNvGrpSpPr/>
        <p:nvPr/>
      </p:nvGrpSpPr>
      <p:grpSpPr>
        <a:xfrm>
          <a:off x="0" y="0"/>
          <a:ext cx="0" cy="0"/>
          <a:chOff x="0" y="0"/>
          <a:chExt cx="0" cy="0"/>
        </a:xfrm>
      </p:grpSpPr>
      <p:sp>
        <p:nvSpPr>
          <p:cNvPr id="136" name="Google Shape;136;p21"/>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137" name="Google Shape;137;p21"/>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138" name="Google Shape;138;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9" name="Google Shape;139;p21"/>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140" name="Shape 140"/>
        <p:cNvGrpSpPr/>
        <p:nvPr/>
      </p:nvGrpSpPr>
      <p:grpSpPr>
        <a:xfrm>
          <a:off x="0" y="0"/>
          <a:ext cx="0" cy="0"/>
          <a:chOff x="0" y="0"/>
          <a:chExt cx="0" cy="0"/>
        </a:xfrm>
      </p:grpSpPr>
      <p:pic>
        <p:nvPicPr>
          <p:cNvPr id="141" name="Google Shape;141;p22"/>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142" name="Google Shape;142;p22"/>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143" name="Google Shape;143;p22"/>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144" name="Google Shape;144;p22"/>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45" name="Shape 145"/>
        <p:cNvGrpSpPr/>
        <p:nvPr/>
      </p:nvGrpSpPr>
      <p:grpSpPr>
        <a:xfrm>
          <a:off x="0" y="0"/>
          <a:ext cx="0" cy="0"/>
          <a:chOff x="0" y="0"/>
          <a:chExt cx="0" cy="0"/>
        </a:xfrm>
      </p:grpSpPr>
      <p:sp>
        <p:nvSpPr>
          <p:cNvPr id="146" name="Google Shape;146;p23"/>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7" name="Google Shape;147;p23"/>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8" name="Google Shape;148;p23"/>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9" name="Google Shape;149;p23"/>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0" name="Google Shape;150;p23"/>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1" name="Google Shape;151;p23"/>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2" name="Google Shape;152;p23"/>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53" name="Google Shape;153;p23"/>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54" name="Google Shape;154;p23"/>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5" name="Google Shape;155;p23"/>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6" name="Google Shape;156;p23"/>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7" name="Google Shape;157;p23"/>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8" name="Google Shape;158;p23"/>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9" name="Google Shape;159;p23"/>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60" name="Google Shape;160;p23"/>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1" name="Google Shape;161;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62" name="Google Shape;162;p23"/>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3" name="Google Shape;163;p23"/>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4" name="Google Shape;164;p23"/>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5" name="Google Shape;165;p23"/>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6" name="Google Shape;166;p23"/>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7" name="Google Shape;167;p23"/>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8" name="Google Shape;168;p23"/>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69"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71" name="Google Shape;171;p24"/>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72" name="Google Shape;172;p24"/>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3" name="Google Shape;173;p2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74" name="Google Shape;174;p24"/>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75" name="Google Shape;175;p24"/>
          <p:cNvSpPr/>
          <p:nvPr>
            <p:ph idx="2" type="pic"/>
          </p:nvPr>
        </p:nvSpPr>
        <p:spPr>
          <a:xfrm>
            <a:off x="5212300" y="460300"/>
            <a:ext cx="3702900" cy="4136100"/>
          </a:xfrm>
          <a:prstGeom prst="roundRect">
            <a:avLst>
              <a:gd fmla="val 6865" name="adj"/>
            </a:avLst>
          </a:prstGeom>
          <a:noFill/>
          <a:ln>
            <a:noFill/>
          </a:ln>
        </p:spPr>
      </p:sp>
      <p:sp>
        <p:nvSpPr>
          <p:cNvPr id="176" name="Google Shape;176;p24"/>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7" name="Google Shape;177;p24"/>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8" name="Google Shape;178;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79" name="Google Shape;179;p2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80" name="Shape 180"/>
        <p:cNvGrpSpPr/>
        <p:nvPr/>
      </p:nvGrpSpPr>
      <p:grpSpPr>
        <a:xfrm>
          <a:off x="0" y="0"/>
          <a:ext cx="0" cy="0"/>
          <a:chOff x="0" y="0"/>
          <a:chExt cx="0" cy="0"/>
        </a:xfrm>
      </p:grpSpPr>
      <p:pic>
        <p:nvPicPr>
          <p:cNvPr id="181" name="Google Shape;181;p25"/>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82" name="Google Shape;182;p25"/>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83" name="Google Shape;183;p25"/>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84" name="Google Shape;184;p25"/>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85" name="Google Shape;185;p25"/>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86" name="Google Shape;186;p2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87" name="Google Shape;187;p25"/>
          <p:cNvSpPr/>
          <p:nvPr>
            <p:ph idx="2" type="pic"/>
          </p:nvPr>
        </p:nvSpPr>
        <p:spPr>
          <a:xfrm>
            <a:off x="5212300" y="460300"/>
            <a:ext cx="3702900" cy="4136100"/>
          </a:xfrm>
          <a:prstGeom prst="roundRect">
            <a:avLst>
              <a:gd fmla="val 6865" name="adj"/>
            </a:avLst>
          </a:prstGeom>
          <a:noFill/>
          <a:ln>
            <a:noFill/>
          </a:ln>
        </p:spPr>
      </p:sp>
      <p:sp>
        <p:nvSpPr>
          <p:cNvPr id="188" name="Google Shape;188;p2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89" name="Google Shape;189;p25"/>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0" name="Google Shape;190;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1" name="Google Shape;191;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92" name="Shape 192"/>
        <p:cNvGrpSpPr/>
        <p:nvPr/>
      </p:nvGrpSpPr>
      <p:grpSpPr>
        <a:xfrm>
          <a:off x="0" y="0"/>
          <a:ext cx="0" cy="0"/>
          <a:chOff x="0" y="0"/>
          <a:chExt cx="0" cy="0"/>
        </a:xfrm>
      </p:grpSpPr>
      <p:pic>
        <p:nvPicPr>
          <p:cNvPr id="193" name="Google Shape;193;p26"/>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94" name="Google Shape;194;p26"/>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95" name="Google Shape;195;p26"/>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96" name="Google Shape;196;p26"/>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97" name="Google Shape;197;p26"/>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98" name="Google Shape;198;p26"/>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99" name="Google Shape;199;p26"/>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0" name="Google Shape;200;p26"/>
          <p:cNvSpPr/>
          <p:nvPr>
            <p:ph idx="2" type="pic"/>
          </p:nvPr>
        </p:nvSpPr>
        <p:spPr>
          <a:xfrm>
            <a:off x="313800" y="460300"/>
            <a:ext cx="3702900" cy="4136100"/>
          </a:xfrm>
          <a:prstGeom prst="roundRect">
            <a:avLst>
              <a:gd fmla="val 6865" name="adj"/>
            </a:avLst>
          </a:prstGeom>
          <a:noFill/>
          <a:ln>
            <a:noFill/>
          </a:ln>
        </p:spPr>
      </p:sp>
      <p:sp>
        <p:nvSpPr>
          <p:cNvPr id="201" name="Google Shape;201;p26"/>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2" name="Google Shape;202;p2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203" name="Google Shape;203;p26"/>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204" name="Shape 204"/>
        <p:cNvGrpSpPr/>
        <p:nvPr/>
      </p:nvGrpSpPr>
      <p:grpSpPr>
        <a:xfrm>
          <a:off x="0" y="0"/>
          <a:ext cx="0" cy="0"/>
          <a:chOff x="0" y="0"/>
          <a:chExt cx="0" cy="0"/>
        </a:xfrm>
      </p:grpSpPr>
      <p:pic>
        <p:nvPicPr>
          <p:cNvPr id="205" name="Google Shape;205;p27"/>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206" name="Google Shape;206;p27"/>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207" name="Google Shape;207;p27"/>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208" name="Google Shape;208;p27"/>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09" name="Google Shape;209;p27"/>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210" name="Google Shape;210;p27"/>
          <p:cNvSpPr/>
          <p:nvPr>
            <p:ph idx="2" type="pic"/>
          </p:nvPr>
        </p:nvSpPr>
        <p:spPr>
          <a:xfrm>
            <a:off x="5212300" y="460300"/>
            <a:ext cx="3702900" cy="4136100"/>
          </a:xfrm>
          <a:prstGeom prst="roundRect">
            <a:avLst>
              <a:gd fmla="val 6865" name="adj"/>
            </a:avLst>
          </a:prstGeom>
          <a:noFill/>
          <a:ln>
            <a:noFill/>
          </a:ln>
        </p:spPr>
      </p:sp>
      <p:sp>
        <p:nvSpPr>
          <p:cNvPr id="211" name="Google Shape;211;p27"/>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2" name="Google Shape;212;p27"/>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13" name="Google Shape;213;p2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214" name="Google Shape;214;p2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215" name="Shape 215"/>
        <p:cNvGrpSpPr/>
        <p:nvPr/>
      </p:nvGrpSpPr>
      <p:grpSpPr>
        <a:xfrm>
          <a:off x="0" y="0"/>
          <a:ext cx="0" cy="0"/>
          <a:chOff x="0" y="0"/>
          <a:chExt cx="0" cy="0"/>
        </a:xfrm>
      </p:grpSpPr>
      <p:sp>
        <p:nvSpPr>
          <p:cNvPr id="216" name="Google Shape;216;p28"/>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28"/>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28"/>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9" name="Google Shape;219;p28"/>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220" name="Google Shape;220;p28"/>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1" name="Google Shape;221;p28"/>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2" name="Google Shape;222;p2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23" name="Google Shape;223;p2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4" name="Google Shape;224;p28"/>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225" name="Shape 225"/>
        <p:cNvGrpSpPr/>
        <p:nvPr/>
      </p:nvGrpSpPr>
      <p:grpSpPr>
        <a:xfrm>
          <a:off x="0" y="0"/>
          <a:ext cx="0" cy="0"/>
          <a:chOff x="0" y="0"/>
          <a:chExt cx="0" cy="0"/>
        </a:xfrm>
      </p:grpSpPr>
      <p:pic>
        <p:nvPicPr>
          <p:cNvPr id="226" name="Google Shape;226;p29"/>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227" name="Google Shape;227;p29"/>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228" name="Google Shape;228;p29"/>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29" name="Google Shape;229;p29"/>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30" name="Google Shape;230;p29"/>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231" name="Google Shape;231;p29"/>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29"/>
          <p:cNvSpPr/>
          <p:nvPr>
            <p:ph idx="5" type="pic"/>
          </p:nvPr>
        </p:nvSpPr>
        <p:spPr>
          <a:xfrm>
            <a:off x="309350" y="1425725"/>
            <a:ext cx="1409700" cy="1409700"/>
          </a:xfrm>
          <a:prstGeom prst="roundRect">
            <a:avLst>
              <a:gd fmla="val 16667" name="adj"/>
            </a:avLst>
          </a:prstGeom>
          <a:noFill/>
          <a:ln>
            <a:noFill/>
          </a:ln>
        </p:spPr>
      </p:sp>
      <p:pic>
        <p:nvPicPr>
          <p:cNvPr id="233" name="Google Shape;233;p29"/>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234" name="Google Shape;234;p29"/>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235" name="Google Shape;235;p29"/>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36" name="Google Shape;236;p2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7" name="Google Shape;237;p29"/>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238" name="Shape 238"/>
        <p:cNvGrpSpPr/>
        <p:nvPr/>
      </p:nvGrpSpPr>
      <p:grpSpPr>
        <a:xfrm>
          <a:off x="0" y="0"/>
          <a:ext cx="0" cy="0"/>
          <a:chOff x="0" y="0"/>
          <a:chExt cx="0" cy="0"/>
        </a:xfrm>
      </p:grpSpPr>
      <p:pic>
        <p:nvPicPr>
          <p:cNvPr id="239" name="Google Shape;239;p3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40" name="Google Shape;240;p30"/>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1" name="Google Shape;241;p30"/>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2" name="Google Shape;242;p30"/>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3" name="Google Shape;243;p30"/>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4" name="Google Shape;244;p30"/>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5" name="Google Shape;245;p30"/>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6" name="Google Shape;246;p30"/>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7" name="Google Shape;247;p30"/>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8" name="Google Shape;248;p30"/>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9" name="Google Shape;249;p30"/>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50" name="Google Shape;250;p30"/>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1" name="Google Shape;251;p30"/>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2" name="Google Shape;252;p30"/>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3" name="Google Shape;253;p30"/>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4" name="Google Shape;254;p3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55" name="Google Shape;255;p30"/>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6" name="Google Shape;256;p30"/>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7" name="Google Shape;257;p30"/>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8" name="Google Shape;258;p30"/>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9" name="Google Shape;259;p30"/>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0" name="Google Shape;260;p30"/>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1" name="Google Shape;261;p30"/>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2" name="Google Shape;262;p30"/>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3" name="Google Shape;263;p30"/>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64" name="Google Shape;264;p30"/>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5" name="Google Shape;265;p3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66" name="Google Shape;266;p3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67" name="Shape 267"/>
        <p:cNvGrpSpPr/>
        <p:nvPr/>
      </p:nvGrpSpPr>
      <p:grpSpPr>
        <a:xfrm>
          <a:off x="0" y="0"/>
          <a:ext cx="0" cy="0"/>
          <a:chOff x="0" y="0"/>
          <a:chExt cx="0" cy="0"/>
        </a:xfrm>
      </p:grpSpPr>
      <p:pic>
        <p:nvPicPr>
          <p:cNvPr id="268" name="Google Shape;268;p3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69" name="Google Shape;269;p31"/>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0" name="Google Shape;270;p31"/>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1" name="Google Shape;271;p31"/>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72" name="Google Shape;272;p31"/>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3" name="Google Shape;273;p31"/>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4" name="Google Shape;274;p31"/>
          <p:cNvSpPr/>
          <p:nvPr>
            <p:ph idx="5" type="pic"/>
          </p:nvPr>
        </p:nvSpPr>
        <p:spPr>
          <a:xfrm>
            <a:off x="309350" y="952800"/>
            <a:ext cx="2754000" cy="1634100"/>
          </a:xfrm>
          <a:prstGeom prst="roundRect">
            <a:avLst>
              <a:gd fmla="val 16667" name="adj"/>
            </a:avLst>
          </a:prstGeom>
          <a:noFill/>
          <a:ln>
            <a:noFill/>
          </a:ln>
        </p:spPr>
      </p:sp>
      <p:sp>
        <p:nvSpPr>
          <p:cNvPr id="275" name="Google Shape;275;p31"/>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6" name="Google Shape;276;p31"/>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77" name="Google Shape;277;p31"/>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78" name="Google Shape;278;p3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9" name="Google Shape;279;p31"/>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0" name="Google Shape;280;p31"/>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81" name="Shape 281"/>
        <p:cNvGrpSpPr/>
        <p:nvPr/>
      </p:nvGrpSpPr>
      <p:grpSpPr>
        <a:xfrm>
          <a:off x="0" y="0"/>
          <a:ext cx="0" cy="0"/>
          <a:chOff x="0" y="0"/>
          <a:chExt cx="0" cy="0"/>
        </a:xfrm>
      </p:grpSpPr>
      <p:pic>
        <p:nvPicPr>
          <p:cNvPr id="282" name="Google Shape;282;p3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3" name="Google Shape;283;p32"/>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4" name="Google Shape;284;p32"/>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5" name="Google Shape;285;p32"/>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86" name="Google Shape;286;p32"/>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7" name="Google Shape;287;p32"/>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8" name="Google Shape;288;p32"/>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9" name="Google Shape;289;p32"/>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0" name="Google Shape;290;p3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1" name="Google Shape;291;p32"/>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2" name="Google Shape;292;p32"/>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3" name="Google Shape;293;p32"/>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4" name="Google Shape;294;p32"/>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5" name="Google Shape;295;p32"/>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6" name="Google Shape;296;p32"/>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7" name="Google Shape;297;p32"/>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8" name="Google Shape;298;p32"/>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9" name="Google Shape;299;p32"/>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0" name="Google Shape;300;p32"/>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301" name="Google Shape;301;p32"/>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2" name="Google Shape;302;p32"/>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3" name="Google Shape;303;p32"/>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4" name="Google Shape;304;p32"/>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5" name="Google Shape;305;p32"/>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6" name="Google Shape;306;p32"/>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7" name="Google Shape;307;p32"/>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8" name="Google Shape;308;p32"/>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9" name="Google Shape;309;p32"/>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2" name="Google Shape;312;p33"/>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3" name="Google Shape;313;p33"/>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4" name="Google Shape;314;p33"/>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15" name="Google Shape;315;p33"/>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16" name="Google Shape;316;p33"/>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7" name="Google Shape;317;p3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18" name="Google Shape;318;p33"/>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9" name="Google Shape;319;p33"/>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320" name="Google Shape;320;p33"/>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21" name="Google Shape;321;p3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22" name="Google Shape;322;p33"/>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323" name="Shape 323"/>
        <p:cNvGrpSpPr/>
        <p:nvPr/>
      </p:nvGrpSpPr>
      <p:grpSpPr>
        <a:xfrm>
          <a:off x="0" y="0"/>
          <a:ext cx="0" cy="0"/>
          <a:chOff x="0" y="0"/>
          <a:chExt cx="0" cy="0"/>
        </a:xfrm>
      </p:grpSpPr>
      <p:pic>
        <p:nvPicPr>
          <p:cNvPr id="324" name="Google Shape;324;p34"/>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25" name="Google Shape;325;p3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6" name="Google Shape;326;p34"/>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7" name="Google Shape;327;p34"/>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8" name="Google Shape;328;p34"/>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9" name="Google Shape;329;p34"/>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0" name="Google Shape;330;p34"/>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1" name="Google Shape;331;p34"/>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2" name="Google Shape;332;p34"/>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3" name="Google Shape;333;p34"/>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4" name="Google Shape;334;p34"/>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5" name="Google Shape;335;p34"/>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6" name="Google Shape;336;p34"/>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7" name="Google Shape;337;p3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8" name="Google Shape;338;p3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339" name="Shape 339"/>
        <p:cNvGrpSpPr/>
        <p:nvPr/>
      </p:nvGrpSpPr>
      <p:grpSpPr>
        <a:xfrm>
          <a:off x="0" y="0"/>
          <a:ext cx="0" cy="0"/>
          <a:chOff x="0" y="0"/>
          <a:chExt cx="0" cy="0"/>
        </a:xfrm>
      </p:grpSpPr>
      <p:sp>
        <p:nvSpPr>
          <p:cNvPr id="340" name="Google Shape;340;p35"/>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1" name="Google Shape;341;p35"/>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2" name="Google Shape;342;p35"/>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3" name="Google Shape;343;p35"/>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4" name="Google Shape;344;p35"/>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45" name="Google Shape;345;p35"/>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46" name="Google Shape;346;p35"/>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7" name="Google Shape;347;p35"/>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48" name="Google Shape;348;p35"/>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9" name="Google Shape;349;p35"/>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0" name="Google Shape;350;p3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51" name="Google Shape;351;p35"/>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2" name="Google Shape;352;p3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3" name="Google Shape;353;p35"/>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54" name="Shape 354"/>
        <p:cNvGrpSpPr/>
        <p:nvPr/>
      </p:nvGrpSpPr>
      <p:grpSpPr>
        <a:xfrm>
          <a:off x="0" y="0"/>
          <a:ext cx="0" cy="0"/>
          <a:chOff x="0" y="0"/>
          <a:chExt cx="0" cy="0"/>
        </a:xfrm>
      </p:grpSpPr>
      <p:sp>
        <p:nvSpPr>
          <p:cNvPr id="355" name="Google Shape;355;p36"/>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56" name="Google Shape;356;p36"/>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57" name="Google Shape;357;p3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8" name="Google Shape;358;p36"/>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59" name="Google Shape;359;p36"/>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60" name="Google Shape;360;p36"/>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61" name="Google Shape;361;p36"/>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2" name="Google Shape;362;p36"/>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3" name="Google Shape;363;p36"/>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64" name="Shape 364"/>
        <p:cNvGrpSpPr/>
        <p:nvPr/>
      </p:nvGrpSpPr>
      <p:grpSpPr>
        <a:xfrm>
          <a:off x="0" y="0"/>
          <a:ext cx="0" cy="0"/>
          <a:chOff x="0" y="0"/>
          <a:chExt cx="0" cy="0"/>
        </a:xfrm>
      </p:grpSpPr>
      <p:pic>
        <p:nvPicPr>
          <p:cNvPr id="365" name="Google Shape;365;p37"/>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66" name="Google Shape;366;p3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67" name="Google Shape;367;p37"/>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68" name="Google Shape;368;p37"/>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69" name="Google Shape;369;p37"/>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70" name="Google Shape;370;p37"/>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71" name="Google Shape;371;p3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2" name="Shape 372"/>
        <p:cNvGrpSpPr/>
        <p:nvPr/>
      </p:nvGrpSpPr>
      <p:grpSpPr>
        <a:xfrm>
          <a:off x="0" y="0"/>
          <a:ext cx="0" cy="0"/>
          <a:chOff x="0" y="0"/>
          <a:chExt cx="0" cy="0"/>
        </a:xfrm>
      </p:grpSpPr>
      <p:sp>
        <p:nvSpPr>
          <p:cNvPr id="373" name="Google Shape;373;p38"/>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74" name="Shape 374"/>
        <p:cNvGrpSpPr/>
        <p:nvPr/>
      </p:nvGrpSpPr>
      <p:grpSpPr>
        <a:xfrm>
          <a:off x="0" y="0"/>
          <a:ext cx="0" cy="0"/>
          <a:chOff x="0" y="0"/>
          <a:chExt cx="0" cy="0"/>
        </a:xfrm>
      </p:grpSpPr>
      <p:sp>
        <p:nvSpPr>
          <p:cNvPr id="375" name="Google Shape;375;p3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6" name="Google Shape;376;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7" name="Shape 377"/>
        <p:cNvGrpSpPr/>
        <p:nvPr/>
      </p:nvGrpSpPr>
      <p:grpSpPr>
        <a:xfrm>
          <a:off x="0" y="0"/>
          <a:ext cx="0" cy="0"/>
          <a:chOff x="0" y="0"/>
          <a:chExt cx="0" cy="0"/>
        </a:xfrm>
      </p:grpSpPr>
      <p:sp>
        <p:nvSpPr>
          <p:cNvPr id="378" name="Google Shape;37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9" name="Google Shape;379;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4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3" name="Shape 383"/>
        <p:cNvGrpSpPr/>
        <p:nvPr/>
      </p:nvGrpSpPr>
      <p:grpSpPr>
        <a:xfrm>
          <a:off x="0" y="0"/>
          <a:ext cx="0" cy="0"/>
          <a:chOff x="0" y="0"/>
          <a:chExt cx="0" cy="0"/>
        </a:xfrm>
      </p:grpSpPr>
      <p:sp>
        <p:nvSpPr>
          <p:cNvPr id="384" name="Google Shape;384;p42"/>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85" name="Google Shape;385;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6" name="Shape 386"/>
        <p:cNvGrpSpPr/>
        <p:nvPr/>
      </p:nvGrpSpPr>
      <p:grpSpPr>
        <a:xfrm>
          <a:off x="0" y="0"/>
          <a:ext cx="0" cy="0"/>
          <a:chOff x="0" y="0"/>
          <a:chExt cx="0" cy="0"/>
        </a:xfrm>
      </p:grpSpPr>
      <p:sp>
        <p:nvSpPr>
          <p:cNvPr id="387" name="Google Shape;387;p43"/>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88" name="Google Shape;388;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9" name="Google Shape;389;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0" name="Shape 390"/>
        <p:cNvGrpSpPr/>
        <p:nvPr/>
      </p:nvGrpSpPr>
      <p:grpSpPr>
        <a:xfrm>
          <a:off x="0" y="0"/>
          <a:ext cx="0" cy="0"/>
          <a:chOff x="0" y="0"/>
          <a:chExt cx="0" cy="0"/>
        </a:xfrm>
      </p:grpSpPr>
      <p:sp>
        <p:nvSpPr>
          <p:cNvPr id="391" name="Google Shape;39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2" name="Shape 392"/>
        <p:cNvGrpSpPr/>
        <p:nvPr/>
      </p:nvGrpSpPr>
      <p:grpSpPr>
        <a:xfrm>
          <a:off x="0" y="0"/>
          <a:ext cx="0" cy="0"/>
          <a:chOff x="0" y="0"/>
          <a:chExt cx="0" cy="0"/>
        </a:xfrm>
      </p:grpSpPr>
      <p:sp>
        <p:nvSpPr>
          <p:cNvPr id="393" name="Google Shape;393;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94" name="Google Shape;394;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5" name="Shape 395"/>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6" name="Shape 396"/>
        <p:cNvGrpSpPr/>
        <p:nvPr/>
      </p:nvGrpSpPr>
      <p:grpSpPr>
        <a:xfrm>
          <a:off x="0" y="0"/>
          <a:ext cx="0" cy="0"/>
          <a:chOff x="0" y="0"/>
          <a:chExt cx="0" cy="0"/>
        </a:xfrm>
      </p:grpSpPr>
      <p:sp>
        <p:nvSpPr>
          <p:cNvPr id="397" name="Google Shape;397;p47"/>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8" name="Google Shape;398;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2" name="Google Shape;402;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3" name="Google Shape;403;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4" name="Shape 404"/>
        <p:cNvGrpSpPr/>
        <p:nvPr/>
      </p:nvGrpSpPr>
      <p:grpSpPr>
        <a:xfrm>
          <a:off x="0" y="0"/>
          <a:ext cx="0" cy="0"/>
          <a:chOff x="0" y="0"/>
          <a:chExt cx="0" cy="0"/>
        </a:xfrm>
      </p:grpSpPr>
      <p:sp>
        <p:nvSpPr>
          <p:cNvPr id="405" name="Google Shape;405;p4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7" name="Google Shape;407;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8" name="Shape 408"/>
        <p:cNvGrpSpPr/>
        <p:nvPr/>
      </p:nvGrpSpPr>
      <p:grpSpPr>
        <a:xfrm>
          <a:off x="0" y="0"/>
          <a:ext cx="0" cy="0"/>
          <a:chOff x="0" y="0"/>
          <a:chExt cx="0" cy="0"/>
        </a:xfrm>
      </p:grpSpPr>
      <p:sp>
        <p:nvSpPr>
          <p:cNvPr id="409" name="Google Shape;409;p49"/>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0" name="Google Shape;410;p4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4" name="Shape 414"/>
        <p:cNvGrpSpPr/>
        <p:nvPr/>
      </p:nvGrpSpPr>
      <p:grpSpPr>
        <a:xfrm>
          <a:off x="0" y="0"/>
          <a:ext cx="0" cy="0"/>
          <a:chOff x="0" y="0"/>
          <a:chExt cx="0" cy="0"/>
        </a:xfrm>
      </p:grpSpPr>
      <p:sp>
        <p:nvSpPr>
          <p:cNvPr id="415" name="Google Shape;415;p5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6" name="Google Shape;416;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50"/>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8" name="Google Shape;418;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0" name="Google Shape;420;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1" name="Google Shape;421;p5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2" name="Shape 422"/>
        <p:cNvGrpSpPr/>
        <p:nvPr/>
      </p:nvGrpSpPr>
      <p:grpSpPr>
        <a:xfrm>
          <a:off x="0" y="0"/>
          <a:ext cx="0" cy="0"/>
          <a:chOff x="0" y="0"/>
          <a:chExt cx="0" cy="0"/>
        </a:xfrm>
      </p:grpSpPr>
      <p:sp>
        <p:nvSpPr>
          <p:cNvPr id="423" name="Google Shape;423;p5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4" name="Google Shape;424;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5" name="Google Shape;425;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6" name="Google Shape;426;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7" name="Google Shape;427;p51"/>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28" name="Google Shape;428;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2" name="Shape 432"/>
        <p:cNvGrpSpPr/>
        <p:nvPr/>
      </p:nvGrpSpPr>
      <p:grpSpPr>
        <a:xfrm>
          <a:off x="0" y="0"/>
          <a:ext cx="0" cy="0"/>
          <a:chOff x="0" y="0"/>
          <a:chExt cx="0" cy="0"/>
        </a:xfrm>
      </p:grpSpPr>
      <p:sp>
        <p:nvSpPr>
          <p:cNvPr id="433" name="Google Shape;433;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4" name="Google Shape;434;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5" name="Shape 435"/>
        <p:cNvGrpSpPr/>
        <p:nvPr/>
      </p:nvGrpSpPr>
      <p:grpSpPr>
        <a:xfrm>
          <a:off x="0" y="0"/>
          <a:ext cx="0" cy="0"/>
          <a:chOff x="0" y="0"/>
          <a:chExt cx="0" cy="0"/>
        </a:xfrm>
      </p:grpSpPr>
      <p:sp>
        <p:nvSpPr>
          <p:cNvPr id="436" name="Google Shape;436;p5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7" name="Google Shape;437;p53"/>
          <p:cNvSpPr/>
          <p:nvPr>
            <p:ph idx="2" type="pic"/>
          </p:nvPr>
        </p:nvSpPr>
        <p:spPr>
          <a:xfrm>
            <a:off x="4804825" y="1133300"/>
            <a:ext cx="4027500" cy="2392800"/>
          </a:xfrm>
          <a:prstGeom prst="rect">
            <a:avLst/>
          </a:prstGeom>
          <a:noFill/>
          <a:ln>
            <a:noFill/>
          </a:ln>
        </p:spPr>
      </p:sp>
      <p:sp>
        <p:nvSpPr>
          <p:cNvPr id="438" name="Google Shape;438;p53"/>
          <p:cNvSpPr/>
          <p:nvPr>
            <p:ph idx="3" type="pic"/>
          </p:nvPr>
        </p:nvSpPr>
        <p:spPr>
          <a:xfrm>
            <a:off x="311725" y="1133300"/>
            <a:ext cx="4027500" cy="2392800"/>
          </a:xfrm>
          <a:prstGeom prst="rect">
            <a:avLst/>
          </a:prstGeom>
          <a:noFill/>
          <a:ln>
            <a:noFill/>
          </a:ln>
        </p:spPr>
      </p:sp>
      <p:sp>
        <p:nvSpPr>
          <p:cNvPr id="439" name="Google Shape;439;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0" name="Google Shape;440;p5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41" name="Google Shape;441;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2" name="Google Shape;442;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3" name="Shape 443"/>
        <p:cNvGrpSpPr/>
        <p:nvPr/>
      </p:nvGrpSpPr>
      <p:grpSpPr>
        <a:xfrm>
          <a:off x="0" y="0"/>
          <a:ext cx="0" cy="0"/>
          <a:chOff x="0" y="0"/>
          <a:chExt cx="0" cy="0"/>
        </a:xfrm>
      </p:grpSpPr>
      <p:sp>
        <p:nvSpPr>
          <p:cNvPr id="444" name="Google Shape;444;p5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5" name="Google Shape;445;p54"/>
          <p:cNvSpPr/>
          <p:nvPr>
            <p:ph idx="2" type="pic"/>
          </p:nvPr>
        </p:nvSpPr>
        <p:spPr>
          <a:xfrm>
            <a:off x="6205225" y="1128325"/>
            <a:ext cx="2627100" cy="2273100"/>
          </a:xfrm>
          <a:prstGeom prst="rect">
            <a:avLst/>
          </a:prstGeom>
          <a:noFill/>
          <a:ln>
            <a:noFill/>
          </a:ln>
        </p:spPr>
      </p:sp>
      <p:sp>
        <p:nvSpPr>
          <p:cNvPr id="446" name="Google Shape;446;p54"/>
          <p:cNvSpPr/>
          <p:nvPr>
            <p:ph idx="3" type="pic"/>
          </p:nvPr>
        </p:nvSpPr>
        <p:spPr>
          <a:xfrm>
            <a:off x="311725" y="1128325"/>
            <a:ext cx="2627100" cy="2273100"/>
          </a:xfrm>
          <a:prstGeom prst="rect">
            <a:avLst/>
          </a:prstGeom>
          <a:noFill/>
          <a:ln>
            <a:noFill/>
          </a:ln>
        </p:spPr>
      </p:sp>
      <p:sp>
        <p:nvSpPr>
          <p:cNvPr id="447" name="Google Shape;447;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8" name="Google Shape;448;p54"/>
          <p:cNvSpPr/>
          <p:nvPr>
            <p:ph idx="5" type="pic"/>
          </p:nvPr>
        </p:nvSpPr>
        <p:spPr>
          <a:xfrm>
            <a:off x="3255250" y="1128325"/>
            <a:ext cx="2627100" cy="2273100"/>
          </a:xfrm>
          <a:prstGeom prst="rect">
            <a:avLst/>
          </a:prstGeom>
          <a:noFill/>
          <a:ln>
            <a:noFill/>
          </a:ln>
        </p:spPr>
      </p:sp>
      <p:sp>
        <p:nvSpPr>
          <p:cNvPr id="449" name="Google Shape;449;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0" name="Google Shape;450;p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1" name="Google Shape;451;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2" name="Google Shape;452;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4" name="Shape 454"/>
        <p:cNvGrpSpPr/>
        <p:nvPr/>
      </p:nvGrpSpPr>
      <p:grpSpPr>
        <a:xfrm>
          <a:off x="0" y="0"/>
          <a:ext cx="0" cy="0"/>
          <a:chOff x="0" y="0"/>
          <a:chExt cx="0" cy="0"/>
        </a:xfrm>
      </p:grpSpPr>
      <p:sp>
        <p:nvSpPr>
          <p:cNvPr id="455" name="Google Shape;455;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6" name="Shape 456"/>
        <p:cNvGrpSpPr/>
        <p:nvPr/>
      </p:nvGrpSpPr>
      <p:grpSpPr>
        <a:xfrm>
          <a:off x="0" y="0"/>
          <a:ext cx="0" cy="0"/>
          <a:chOff x="0" y="0"/>
          <a:chExt cx="0" cy="0"/>
        </a:xfrm>
      </p:grpSpPr>
      <p:sp>
        <p:nvSpPr>
          <p:cNvPr id="457" name="Google Shape;457;p56"/>
          <p:cNvSpPr/>
          <p:nvPr>
            <p:ph idx="2" type="pic"/>
          </p:nvPr>
        </p:nvSpPr>
        <p:spPr>
          <a:xfrm>
            <a:off x="3389600" y="118913"/>
            <a:ext cx="1643700" cy="1535100"/>
          </a:xfrm>
          <a:prstGeom prst="rect">
            <a:avLst/>
          </a:prstGeom>
          <a:noFill/>
          <a:ln>
            <a:noFill/>
          </a:ln>
        </p:spPr>
      </p:sp>
      <p:sp>
        <p:nvSpPr>
          <p:cNvPr id="458" name="Google Shape;458;p56"/>
          <p:cNvSpPr/>
          <p:nvPr>
            <p:ph idx="3" type="pic"/>
          </p:nvPr>
        </p:nvSpPr>
        <p:spPr>
          <a:xfrm>
            <a:off x="5195935" y="118913"/>
            <a:ext cx="1643700" cy="1535100"/>
          </a:xfrm>
          <a:prstGeom prst="rect">
            <a:avLst/>
          </a:prstGeom>
          <a:noFill/>
          <a:ln>
            <a:noFill/>
          </a:ln>
        </p:spPr>
      </p:sp>
      <p:sp>
        <p:nvSpPr>
          <p:cNvPr id="459" name="Google Shape;459;p56"/>
          <p:cNvSpPr/>
          <p:nvPr>
            <p:ph idx="4" type="pic"/>
          </p:nvPr>
        </p:nvSpPr>
        <p:spPr>
          <a:xfrm>
            <a:off x="7002270" y="118913"/>
            <a:ext cx="1643700" cy="1535100"/>
          </a:xfrm>
          <a:prstGeom prst="rect">
            <a:avLst/>
          </a:prstGeom>
          <a:noFill/>
          <a:ln>
            <a:noFill/>
          </a:ln>
        </p:spPr>
      </p:sp>
      <p:sp>
        <p:nvSpPr>
          <p:cNvPr id="460" name="Google Shape;460;p56"/>
          <p:cNvSpPr/>
          <p:nvPr>
            <p:ph idx="5" type="pic"/>
          </p:nvPr>
        </p:nvSpPr>
        <p:spPr>
          <a:xfrm>
            <a:off x="3389588" y="1804212"/>
            <a:ext cx="1643700" cy="1535100"/>
          </a:xfrm>
          <a:prstGeom prst="rect">
            <a:avLst/>
          </a:prstGeom>
          <a:noFill/>
          <a:ln>
            <a:noFill/>
          </a:ln>
        </p:spPr>
      </p:sp>
      <p:sp>
        <p:nvSpPr>
          <p:cNvPr id="461" name="Google Shape;461;p56"/>
          <p:cNvSpPr/>
          <p:nvPr>
            <p:ph idx="6" type="pic"/>
          </p:nvPr>
        </p:nvSpPr>
        <p:spPr>
          <a:xfrm>
            <a:off x="5195922" y="1804212"/>
            <a:ext cx="1643700" cy="1535100"/>
          </a:xfrm>
          <a:prstGeom prst="rect">
            <a:avLst/>
          </a:prstGeom>
          <a:noFill/>
          <a:ln>
            <a:noFill/>
          </a:ln>
        </p:spPr>
      </p:sp>
      <p:sp>
        <p:nvSpPr>
          <p:cNvPr id="462" name="Google Shape;462;p56"/>
          <p:cNvSpPr/>
          <p:nvPr>
            <p:ph idx="7" type="pic"/>
          </p:nvPr>
        </p:nvSpPr>
        <p:spPr>
          <a:xfrm>
            <a:off x="7002257" y="1804212"/>
            <a:ext cx="1643700" cy="1535100"/>
          </a:xfrm>
          <a:prstGeom prst="rect">
            <a:avLst/>
          </a:prstGeom>
          <a:noFill/>
          <a:ln>
            <a:noFill/>
          </a:ln>
        </p:spPr>
      </p:sp>
      <p:sp>
        <p:nvSpPr>
          <p:cNvPr id="463" name="Google Shape;463;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64" name="Google Shape;464;p56"/>
          <p:cNvSpPr/>
          <p:nvPr>
            <p:ph idx="8" type="pic"/>
          </p:nvPr>
        </p:nvSpPr>
        <p:spPr>
          <a:xfrm>
            <a:off x="3389588" y="3489487"/>
            <a:ext cx="1643700" cy="1535100"/>
          </a:xfrm>
          <a:prstGeom prst="rect">
            <a:avLst/>
          </a:prstGeom>
          <a:noFill/>
          <a:ln>
            <a:noFill/>
          </a:ln>
        </p:spPr>
      </p:sp>
      <p:sp>
        <p:nvSpPr>
          <p:cNvPr id="465" name="Google Shape;465;p56"/>
          <p:cNvSpPr/>
          <p:nvPr>
            <p:ph idx="9" type="pic"/>
          </p:nvPr>
        </p:nvSpPr>
        <p:spPr>
          <a:xfrm>
            <a:off x="5195922" y="3489487"/>
            <a:ext cx="1643700" cy="1535100"/>
          </a:xfrm>
          <a:prstGeom prst="rect">
            <a:avLst/>
          </a:prstGeom>
          <a:noFill/>
          <a:ln>
            <a:noFill/>
          </a:ln>
        </p:spPr>
      </p:sp>
      <p:sp>
        <p:nvSpPr>
          <p:cNvPr id="466" name="Google Shape;466;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7" name="Shape 467"/>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472" name="Shape 472"/>
        <p:cNvGrpSpPr/>
        <p:nvPr/>
      </p:nvGrpSpPr>
      <p:grpSpPr>
        <a:xfrm>
          <a:off x="0" y="0"/>
          <a:ext cx="0" cy="0"/>
          <a:chOff x="0" y="0"/>
          <a:chExt cx="0" cy="0"/>
        </a:xfrm>
      </p:grpSpPr>
      <p:sp>
        <p:nvSpPr>
          <p:cNvPr id="473" name="Google Shape;473;p59"/>
          <p:cNvSpPr txBox="1"/>
          <p:nvPr>
            <p:ph idx="1" type="subTitle"/>
          </p:nvPr>
        </p:nvSpPr>
        <p:spPr>
          <a:xfrm>
            <a:off x="228600" y="2568175"/>
            <a:ext cx="2834700" cy="400200"/>
          </a:xfrm>
          <a:prstGeom prst="rect">
            <a:avLst/>
          </a:prstGeom>
          <a:noFill/>
          <a:ln>
            <a:noFill/>
          </a:ln>
        </p:spPr>
        <p:txBody>
          <a:bodyPr anchorCtr="0" anchor="ctr" bIns="0" lIns="274300" spcFirstLastPara="1" rIns="274300"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474" name="Google Shape;474;p59"/>
          <p:cNvSpPr txBox="1"/>
          <p:nvPr>
            <p:ph idx="2" type="subTitle"/>
          </p:nvPr>
        </p:nvSpPr>
        <p:spPr>
          <a:xfrm>
            <a:off x="3156613" y="2568175"/>
            <a:ext cx="2834700" cy="400200"/>
          </a:xfrm>
          <a:prstGeom prst="rect">
            <a:avLst/>
          </a:prstGeom>
          <a:noFill/>
          <a:ln>
            <a:noFill/>
          </a:ln>
        </p:spPr>
        <p:txBody>
          <a:bodyPr anchorCtr="0" anchor="ctr" bIns="0" lIns="274300" spcFirstLastPara="1" rIns="274300"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475" name="Google Shape;475;p59"/>
          <p:cNvSpPr txBox="1"/>
          <p:nvPr>
            <p:ph idx="3" type="subTitle"/>
          </p:nvPr>
        </p:nvSpPr>
        <p:spPr>
          <a:xfrm>
            <a:off x="6084638" y="2568175"/>
            <a:ext cx="2834700" cy="400200"/>
          </a:xfrm>
          <a:prstGeom prst="rect">
            <a:avLst/>
          </a:prstGeom>
          <a:noFill/>
          <a:ln>
            <a:noFill/>
          </a:ln>
        </p:spPr>
        <p:txBody>
          <a:bodyPr anchorCtr="0" anchor="ctr" bIns="0" lIns="274300" spcFirstLastPara="1" rIns="274300"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476" name="Google Shape;476;p59"/>
          <p:cNvSpPr txBox="1"/>
          <p:nvPr>
            <p:ph idx="4" type="body"/>
          </p:nvPr>
        </p:nvSpPr>
        <p:spPr>
          <a:xfrm>
            <a:off x="228600" y="3133800"/>
            <a:ext cx="2834700" cy="722100"/>
          </a:xfrm>
          <a:prstGeom prst="rect">
            <a:avLst/>
          </a:prstGeom>
          <a:noFill/>
          <a:ln>
            <a:noFill/>
          </a:ln>
        </p:spPr>
        <p:txBody>
          <a:bodyPr anchorCtr="0" anchor="t" bIns="91425" lIns="274300" spcFirstLastPara="1" rIns="274300" wrap="square" tIns="91425">
            <a:noAutofit/>
          </a:bodyPr>
          <a:lstStyle>
            <a:lvl1pPr indent="-292100" lvl="0" marL="457200" algn="l">
              <a:lnSpc>
                <a:spcPct val="115000"/>
              </a:lnSpc>
              <a:spcBef>
                <a:spcPts val="0"/>
              </a:spcBef>
              <a:spcAft>
                <a:spcPts val="0"/>
              </a:spcAft>
              <a:buSzPts val="1000"/>
              <a:buFont typeface="Nunito Sans"/>
              <a:buChar char="●"/>
              <a:defRPr sz="1000"/>
            </a:lvl1pPr>
            <a:lvl2pPr indent="-292100" lvl="1" marL="914400" algn="l">
              <a:lnSpc>
                <a:spcPct val="115000"/>
              </a:lnSpc>
              <a:spcBef>
                <a:spcPts val="800"/>
              </a:spcBef>
              <a:spcAft>
                <a:spcPts val="0"/>
              </a:spcAft>
              <a:buSzPts val="1000"/>
              <a:buFont typeface="Nunito Sans"/>
              <a:buChar char="○"/>
              <a:defRPr sz="1000"/>
            </a:lvl2pPr>
            <a:lvl3pPr indent="-292100" lvl="2" marL="1371600" algn="l">
              <a:lnSpc>
                <a:spcPct val="115000"/>
              </a:lnSpc>
              <a:spcBef>
                <a:spcPts val="800"/>
              </a:spcBef>
              <a:spcAft>
                <a:spcPts val="0"/>
              </a:spcAft>
              <a:buSzPts val="1000"/>
              <a:buFont typeface="Nunito Sans"/>
              <a:buChar char="■"/>
              <a:defRPr sz="1000"/>
            </a:lvl3pPr>
            <a:lvl4pPr indent="-292100" lvl="3" marL="1828800" algn="l">
              <a:lnSpc>
                <a:spcPct val="115000"/>
              </a:lnSpc>
              <a:spcBef>
                <a:spcPts val="800"/>
              </a:spcBef>
              <a:spcAft>
                <a:spcPts val="0"/>
              </a:spcAft>
              <a:buSzPts val="1000"/>
              <a:buFont typeface="Nunito Sans"/>
              <a:buChar char="●"/>
              <a:defRPr sz="1000"/>
            </a:lvl4pPr>
            <a:lvl5pPr indent="-292100" lvl="4" marL="2286000" algn="l">
              <a:lnSpc>
                <a:spcPct val="115000"/>
              </a:lnSpc>
              <a:spcBef>
                <a:spcPts val="800"/>
              </a:spcBef>
              <a:spcAft>
                <a:spcPts val="0"/>
              </a:spcAft>
              <a:buSzPts val="1000"/>
              <a:buFont typeface="Nunito Sans"/>
              <a:buChar char="○"/>
              <a:defRPr sz="1000"/>
            </a:lvl5pPr>
            <a:lvl6pPr indent="-292100" lvl="5" marL="2743200" algn="l">
              <a:lnSpc>
                <a:spcPct val="115000"/>
              </a:lnSpc>
              <a:spcBef>
                <a:spcPts val="800"/>
              </a:spcBef>
              <a:spcAft>
                <a:spcPts val="0"/>
              </a:spcAft>
              <a:buSzPts val="1000"/>
              <a:buFont typeface="Nunito Sans"/>
              <a:buChar char="■"/>
              <a:defRPr sz="1000"/>
            </a:lvl6pPr>
            <a:lvl7pPr indent="-292100" lvl="6" marL="3200400" algn="l">
              <a:lnSpc>
                <a:spcPct val="115000"/>
              </a:lnSpc>
              <a:spcBef>
                <a:spcPts val="800"/>
              </a:spcBef>
              <a:spcAft>
                <a:spcPts val="0"/>
              </a:spcAft>
              <a:buSzPts val="1000"/>
              <a:buFont typeface="Nunito Sans"/>
              <a:buChar char="●"/>
              <a:defRPr sz="1000"/>
            </a:lvl7pPr>
            <a:lvl8pPr indent="-292100" lvl="7" marL="3657600" algn="l">
              <a:lnSpc>
                <a:spcPct val="115000"/>
              </a:lnSpc>
              <a:spcBef>
                <a:spcPts val="800"/>
              </a:spcBef>
              <a:spcAft>
                <a:spcPts val="0"/>
              </a:spcAft>
              <a:buSzPts val="1000"/>
              <a:buFont typeface="Nunito Sans"/>
              <a:buChar char="○"/>
              <a:defRPr sz="1000"/>
            </a:lvl8pPr>
            <a:lvl9pPr indent="-292100" lvl="8" marL="4114800" algn="l">
              <a:lnSpc>
                <a:spcPct val="115000"/>
              </a:lnSpc>
              <a:spcBef>
                <a:spcPts val="800"/>
              </a:spcBef>
              <a:spcAft>
                <a:spcPts val="800"/>
              </a:spcAft>
              <a:buSzPts val="1000"/>
              <a:buFont typeface="Nunito Sans"/>
              <a:buChar char="■"/>
              <a:defRPr sz="1000"/>
            </a:lvl9pPr>
          </a:lstStyle>
          <a:p/>
        </p:txBody>
      </p:sp>
      <p:sp>
        <p:nvSpPr>
          <p:cNvPr id="477" name="Google Shape;477;p59"/>
          <p:cNvSpPr txBox="1"/>
          <p:nvPr>
            <p:ph idx="5" type="body"/>
          </p:nvPr>
        </p:nvSpPr>
        <p:spPr>
          <a:xfrm>
            <a:off x="3156613" y="3133800"/>
            <a:ext cx="2834700" cy="722100"/>
          </a:xfrm>
          <a:prstGeom prst="rect">
            <a:avLst/>
          </a:prstGeom>
          <a:noFill/>
          <a:ln>
            <a:noFill/>
          </a:ln>
        </p:spPr>
        <p:txBody>
          <a:bodyPr anchorCtr="0" anchor="t" bIns="91425" lIns="274300" spcFirstLastPara="1" rIns="274300" wrap="square" tIns="91425">
            <a:no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800"/>
              </a:spcBef>
              <a:spcAft>
                <a:spcPts val="0"/>
              </a:spcAft>
              <a:buClr>
                <a:schemeClr val="dk1"/>
              </a:buClr>
              <a:buSzPts val="1000"/>
              <a:buFont typeface="Nunito Sans"/>
              <a:buChar char="○"/>
              <a:defRPr sz="1000"/>
            </a:lvl2pPr>
            <a:lvl3pPr indent="-292100" lvl="2" marL="1371600" algn="l">
              <a:lnSpc>
                <a:spcPct val="115000"/>
              </a:lnSpc>
              <a:spcBef>
                <a:spcPts val="800"/>
              </a:spcBef>
              <a:spcAft>
                <a:spcPts val="0"/>
              </a:spcAft>
              <a:buClr>
                <a:schemeClr val="dk1"/>
              </a:buClr>
              <a:buSzPts val="1000"/>
              <a:buFont typeface="Nunito Sans"/>
              <a:buChar char="■"/>
              <a:defRPr sz="1000"/>
            </a:lvl3pPr>
            <a:lvl4pPr indent="-292100" lvl="3" marL="1828800" algn="l">
              <a:lnSpc>
                <a:spcPct val="115000"/>
              </a:lnSpc>
              <a:spcBef>
                <a:spcPts val="800"/>
              </a:spcBef>
              <a:spcAft>
                <a:spcPts val="0"/>
              </a:spcAft>
              <a:buClr>
                <a:schemeClr val="dk1"/>
              </a:buClr>
              <a:buSzPts val="1000"/>
              <a:buFont typeface="Nunito Sans"/>
              <a:buChar char="●"/>
              <a:defRPr sz="1000"/>
            </a:lvl4pPr>
            <a:lvl5pPr indent="-292100" lvl="4" marL="2286000" algn="l">
              <a:lnSpc>
                <a:spcPct val="115000"/>
              </a:lnSpc>
              <a:spcBef>
                <a:spcPts val="800"/>
              </a:spcBef>
              <a:spcAft>
                <a:spcPts val="0"/>
              </a:spcAft>
              <a:buClr>
                <a:schemeClr val="dk1"/>
              </a:buClr>
              <a:buSzPts val="1000"/>
              <a:buFont typeface="Nunito Sans"/>
              <a:buChar char="○"/>
              <a:defRPr sz="1000"/>
            </a:lvl5pPr>
            <a:lvl6pPr indent="-292100" lvl="5" marL="2743200" algn="l">
              <a:lnSpc>
                <a:spcPct val="115000"/>
              </a:lnSpc>
              <a:spcBef>
                <a:spcPts val="800"/>
              </a:spcBef>
              <a:spcAft>
                <a:spcPts val="0"/>
              </a:spcAft>
              <a:buClr>
                <a:schemeClr val="dk1"/>
              </a:buClr>
              <a:buSzPts val="1000"/>
              <a:buFont typeface="Nunito Sans"/>
              <a:buChar char="■"/>
              <a:defRPr sz="1000"/>
            </a:lvl6pPr>
            <a:lvl7pPr indent="-292100" lvl="6" marL="3200400" algn="l">
              <a:lnSpc>
                <a:spcPct val="115000"/>
              </a:lnSpc>
              <a:spcBef>
                <a:spcPts val="800"/>
              </a:spcBef>
              <a:spcAft>
                <a:spcPts val="0"/>
              </a:spcAft>
              <a:buClr>
                <a:schemeClr val="dk1"/>
              </a:buClr>
              <a:buSzPts val="1000"/>
              <a:buFont typeface="Nunito Sans"/>
              <a:buChar char="●"/>
              <a:defRPr sz="1000"/>
            </a:lvl7pPr>
            <a:lvl8pPr indent="-292100" lvl="7" marL="3657600" algn="l">
              <a:lnSpc>
                <a:spcPct val="115000"/>
              </a:lnSpc>
              <a:spcBef>
                <a:spcPts val="800"/>
              </a:spcBef>
              <a:spcAft>
                <a:spcPts val="0"/>
              </a:spcAft>
              <a:buClr>
                <a:schemeClr val="dk1"/>
              </a:buClr>
              <a:buSzPts val="1000"/>
              <a:buFont typeface="Nunito Sans"/>
              <a:buChar char="○"/>
              <a:defRPr sz="1000"/>
            </a:lvl8pPr>
            <a:lvl9pPr indent="-292100" lvl="8" marL="4114800" algn="l">
              <a:lnSpc>
                <a:spcPct val="115000"/>
              </a:lnSpc>
              <a:spcBef>
                <a:spcPts val="800"/>
              </a:spcBef>
              <a:spcAft>
                <a:spcPts val="800"/>
              </a:spcAft>
              <a:buClr>
                <a:schemeClr val="dk1"/>
              </a:buClr>
              <a:buSzPts val="1000"/>
              <a:buFont typeface="Nunito Sans"/>
              <a:buChar char="■"/>
              <a:defRPr sz="1000"/>
            </a:lvl9pPr>
          </a:lstStyle>
          <a:p/>
        </p:txBody>
      </p:sp>
      <p:sp>
        <p:nvSpPr>
          <p:cNvPr id="478" name="Google Shape;478;p59"/>
          <p:cNvSpPr txBox="1"/>
          <p:nvPr>
            <p:ph idx="6" type="body"/>
          </p:nvPr>
        </p:nvSpPr>
        <p:spPr>
          <a:xfrm>
            <a:off x="6084638" y="3133800"/>
            <a:ext cx="2834700" cy="722100"/>
          </a:xfrm>
          <a:prstGeom prst="rect">
            <a:avLst/>
          </a:prstGeom>
          <a:noFill/>
          <a:ln>
            <a:noFill/>
          </a:ln>
        </p:spPr>
        <p:txBody>
          <a:bodyPr anchorCtr="0" anchor="t" bIns="91425" lIns="274300" spcFirstLastPara="1" rIns="274300" wrap="square" tIns="91425">
            <a:no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800"/>
              </a:spcBef>
              <a:spcAft>
                <a:spcPts val="0"/>
              </a:spcAft>
              <a:buClr>
                <a:schemeClr val="dk1"/>
              </a:buClr>
              <a:buSzPts val="1000"/>
              <a:buFont typeface="Nunito Sans"/>
              <a:buChar char="○"/>
              <a:defRPr sz="1000"/>
            </a:lvl2pPr>
            <a:lvl3pPr indent="-292100" lvl="2" marL="1371600" algn="l">
              <a:lnSpc>
                <a:spcPct val="115000"/>
              </a:lnSpc>
              <a:spcBef>
                <a:spcPts val="800"/>
              </a:spcBef>
              <a:spcAft>
                <a:spcPts val="0"/>
              </a:spcAft>
              <a:buClr>
                <a:schemeClr val="dk1"/>
              </a:buClr>
              <a:buSzPts val="1000"/>
              <a:buFont typeface="Nunito Sans"/>
              <a:buChar char="■"/>
              <a:defRPr sz="1000"/>
            </a:lvl3pPr>
            <a:lvl4pPr indent="-292100" lvl="3" marL="1828800" algn="l">
              <a:lnSpc>
                <a:spcPct val="115000"/>
              </a:lnSpc>
              <a:spcBef>
                <a:spcPts val="800"/>
              </a:spcBef>
              <a:spcAft>
                <a:spcPts val="0"/>
              </a:spcAft>
              <a:buClr>
                <a:schemeClr val="dk1"/>
              </a:buClr>
              <a:buSzPts val="1000"/>
              <a:buFont typeface="Nunito Sans"/>
              <a:buChar char="●"/>
              <a:defRPr sz="1000"/>
            </a:lvl4pPr>
            <a:lvl5pPr indent="-292100" lvl="4" marL="2286000" algn="l">
              <a:lnSpc>
                <a:spcPct val="115000"/>
              </a:lnSpc>
              <a:spcBef>
                <a:spcPts val="800"/>
              </a:spcBef>
              <a:spcAft>
                <a:spcPts val="0"/>
              </a:spcAft>
              <a:buClr>
                <a:schemeClr val="dk1"/>
              </a:buClr>
              <a:buSzPts val="1000"/>
              <a:buFont typeface="Nunito Sans"/>
              <a:buChar char="○"/>
              <a:defRPr sz="1000"/>
            </a:lvl5pPr>
            <a:lvl6pPr indent="-292100" lvl="5" marL="2743200" algn="l">
              <a:lnSpc>
                <a:spcPct val="115000"/>
              </a:lnSpc>
              <a:spcBef>
                <a:spcPts val="800"/>
              </a:spcBef>
              <a:spcAft>
                <a:spcPts val="0"/>
              </a:spcAft>
              <a:buClr>
                <a:schemeClr val="dk1"/>
              </a:buClr>
              <a:buSzPts val="1000"/>
              <a:buFont typeface="Nunito Sans"/>
              <a:buChar char="■"/>
              <a:defRPr sz="1000"/>
            </a:lvl6pPr>
            <a:lvl7pPr indent="-292100" lvl="6" marL="3200400" algn="l">
              <a:lnSpc>
                <a:spcPct val="115000"/>
              </a:lnSpc>
              <a:spcBef>
                <a:spcPts val="800"/>
              </a:spcBef>
              <a:spcAft>
                <a:spcPts val="0"/>
              </a:spcAft>
              <a:buClr>
                <a:schemeClr val="dk1"/>
              </a:buClr>
              <a:buSzPts val="1000"/>
              <a:buFont typeface="Nunito Sans"/>
              <a:buChar char="●"/>
              <a:defRPr sz="1000"/>
            </a:lvl7pPr>
            <a:lvl8pPr indent="-292100" lvl="7" marL="3657600" algn="l">
              <a:lnSpc>
                <a:spcPct val="115000"/>
              </a:lnSpc>
              <a:spcBef>
                <a:spcPts val="800"/>
              </a:spcBef>
              <a:spcAft>
                <a:spcPts val="0"/>
              </a:spcAft>
              <a:buClr>
                <a:schemeClr val="dk1"/>
              </a:buClr>
              <a:buSzPts val="1000"/>
              <a:buFont typeface="Nunito Sans"/>
              <a:buChar char="○"/>
              <a:defRPr sz="1000"/>
            </a:lvl8pPr>
            <a:lvl9pPr indent="-292100" lvl="8" marL="4114800" algn="l">
              <a:lnSpc>
                <a:spcPct val="115000"/>
              </a:lnSpc>
              <a:spcBef>
                <a:spcPts val="800"/>
              </a:spcBef>
              <a:spcAft>
                <a:spcPts val="800"/>
              </a:spcAft>
              <a:buClr>
                <a:schemeClr val="dk1"/>
              </a:buClr>
              <a:buSzPts val="1000"/>
              <a:buFont typeface="Nunito Sans"/>
              <a:buChar char="■"/>
              <a:defRPr sz="1000"/>
            </a:lvl9pPr>
          </a:lstStyle>
          <a:p/>
        </p:txBody>
      </p:sp>
      <p:sp>
        <p:nvSpPr>
          <p:cNvPr id="479" name="Google Shape;479;p59"/>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480" name="Google Shape;480;p5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481" name="Google Shape;481;p59"/>
          <p:cNvSpPr txBox="1"/>
          <p:nvPr>
            <p:ph idx="7"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482" name="Shape 482"/>
        <p:cNvGrpSpPr/>
        <p:nvPr/>
      </p:nvGrpSpPr>
      <p:grpSpPr>
        <a:xfrm>
          <a:off x="0" y="0"/>
          <a:ext cx="0" cy="0"/>
          <a:chOff x="0" y="0"/>
          <a:chExt cx="0" cy="0"/>
        </a:xfrm>
      </p:grpSpPr>
      <p:pic>
        <p:nvPicPr>
          <p:cNvPr id="483" name="Google Shape;483;p60"/>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484" name="Google Shape;484;p60"/>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pic>
        <p:nvPicPr>
          <p:cNvPr id="485" name="Google Shape;485;p60"/>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486" name="Google Shape;486;p60"/>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487" name="Google Shape;487;p60"/>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488" name="Google Shape;488;p60"/>
          <p:cNvSpPr txBox="1"/>
          <p:nvPr>
            <p:ph idx="1" type="body"/>
          </p:nvPr>
        </p:nvSpPr>
        <p:spPr>
          <a:xfrm>
            <a:off x="228600" y="1646991"/>
            <a:ext cx="4296600" cy="3063300"/>
          </a:xfrm>
          <a:prstGeom prst="rect">
            <a:avLst/>
          </a:prstGeom>
          <a:noFill/>
          <a:ln>
            <a:noFill/>
          </a:ln>
        </p:spPr>
        <p:txBody>
          <a:bodyPr anchorCtr="0" anchor="b" bIns="91425" lIns="91425" spcFirstLastPara="1" rIns="91425" wrap="square" tIns="91425">
            <a:noAutofit/>
          </a:bodyPr>
          <a:lstStyle>
            <a:lvl1pPr indent="-304800" lvl="0" marL="457200" algn="l">
              <a:lnSpc>
                <a:spcPct val="115000"/>
              </a:lnSpc>
              <a:spcBef>
                <a:spcPts val="0"/>
              </a:spcBef>
              <a:spcAft>
                <a:spcPts val="0"/>
              </a:spcAft>
              <a:buSzPts val="1200"/>
              <a:buFont typeface="Nunito Sans"/>
              <a:buChar char="●"/>
              <a:defRPr/>
            </a:lvl1pPr>
            <a:lvl2pPr indent="-304800" lvl="1" marL="914400" algn="l">
              <a:lnSpc>
                <a:spcPct val="115000"/>
              </a:lnSpc>
              <a:spcBef>
                <a:spcPts val="800"/>
              </a:spcBef>
              <a:spcAft>
                <a:spcPts val="0"/>
              </a:spcAft>
              <a:buSzPts val="1200"/>
              <a:buFont typeface="Nunito Sans"/>
              <a:buChar char="○"/>
              <a:defRPr/>
            </a:lvl2pPr>
            <a:lvl3pPr indent="-304800" lvl="2" marL="1371600" algn="l">
              <a:lnSpc>
                <a:spcPct val="115000"/>
              </a:lnSpc>
              <a:spcBef>
                <a:spcPts val="800"/>
              </a:spcBef>
              <a:spcAft>
                <a:spcPts val="0"/>
              </a:spcAft>
              <a:buSzPts val="1200"/>
              <a:buFont typeface="Nunito Sans"/>
              <a:buChar char="■"/>
              <a:defRPr/>
            </a:lvl3pPr>
            <a:lvl4pPr indent="-304800" lvl="3" marL="1828800" algn="l">
              <a:lnSpc>
                <a:spcPct val="115000"/>
              </a:lnSpc>
              <a:spcBef>
                <a:spcPts val="800"/>
              </a:spcBef>
              <a:spcAft>
                <a:spcPts val="0"/>
              </a:spcAft>
              <a:buSzPts val="1200"/>
              <a:buFont typeface="Nunito Sans"/>
              <a:buChar char="●"/>
              <a:defRPr/>
            </a:lvl4pPr>
            <a:lvl5pPr indent="-304800" lvl="4" marL="2286000" algn="l">
              <a:lnSpc>
                <a:spcPct val="115000"/>
              </a:lnSpc>
              <a:spcBef>
                <a:spcPts val="800"/>
              </a:spcBef>
              <a:spcAft>
                <a:spcPts val="0"/>
              </a:spcAft>
              <a:buSzPts val="1200"/>
              <a:buFont typeface="Nunito Sans"/>
              <a:buChar char="○"/>
              <a:defRPr/>
            </a:lvl5pPr>
            <a:lvl6pPr indent="-304800" lvl="5" marL="2743200" algn="l">
              <a:lnSpc>
                <a:spcPct val="115000"/>
              </a:lnSpc>
              <a:spcBef>
                <a:spcPts val="800"/>
              </a:spcBef>
              <a:spcAft>
                <a:spcPts val="0"/>
              </a:spcAft>
              <a:buSzPts val="1200"/>
              <a:buFont typeface="Nunito Sans"/>
              <a:buChar char="■"/>
              <a:defRPr/>
            </a:lvl6pPr>
            <a:lvl7pPr indent="-304800" lvl="6" marL="3200400" algn="l">
              <a:lnSpc>
                <a:spcPct val="115000"/>
              </a:lnSpc>
              <a:spcBef>
                <a:spcPts val="800"/>
              </a:spcBef>
              <a:spcAft>
                <a:spcPts val="0"/>
              </a:spcAft>
              <a:buSzPts val="1200"/>
              <a:buFont typeface="Nunito Sans"/>
              <a:buChar char="●"/>
              <a:defRPr/>
            </a:lvl7pPr>
            <a:lvl8pPr indent="-304800" lvl="7" marL="3657600" algn="l">
              <a:lnSpc>
                <a:spcPct val="115000"/>
              </a:lnSpc>
              <a:spcBef>
                <a:spcPts val="800"/>
              </a:spcBef>
              <a:spcAft>
                <a:spcPts val="0"/>
              </a:spcAft>
              <a:buSzPts val="1200"/>
              <a:buFont typeface="Nunito Sans"/>
              <a:buChar char="○"/>
              <a:defRPr/>
            </a:lvl8pPr>
            <a:lvl9pPr indent="-304800" lvl="8" marL="4114800" algn="l">
              <a:lnSpc>
                <a:spcPct val="115000"/>
              </a:lnSpc>
              <a:spcBef>
                <a:spcPts val="800"/>
              </a:spcBef>
              <a:spcAft>
                <a:spcPts val="800"/>
              </a:spcAft>
              <a:buSzPts val="1200"/>
              <a:buFont typeface="Nunito Sans"/>
              <a:buChar char="■"/>
              <a:defRPr/>
            </a:lvl9pPr>
          </a:lstStyle>
          <a:p/>
        </p:txBody>
      </p:sp>
      <p:sp>
        <p:nvSpPr>
          <p:cNvPr id="489" name="Google Shape;489;p60"/>
          <p:cNvSpPr/>
          <p:nvPr>
            <p:ph idx="2" type="pic"/>
          </p:nvPr>
        </p:nvSpPr>
        <p:spPr>
          <a:xfrm>
            <a:off x="5212300" y="460300"/>
            <a:ext cx="3702900" cy="4136100"/>
          </a:xfrm>
          <a:prstGeom prst="roundRect">
            <a:avLst>
              <a:gd fmla="val 6865" name="adj"/>
            </a:avLst>
          </a:prstGeom>
          <a:noFill/>
          <a:ln>
            <a:noFill/>
          </a:ln>
        </p:spPr>
      </p:sp>
      <p:sp>
        <p:nvSpPr>
          <p:cNvPr id="490" name="Google Shape;490;p60"/>
          <p:cNvSpPr txBox="1"/>
          <p:nvPr>
            <p:ph type="title"/>
          </p:nvPr>
        </p:nvSpPr>
        <p:spPr>
          <a:xfrm>
            <a:off x="228600" y="228600"/>
            <a:ext cx="4296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491" name="Google Shape;491;p60"/>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492" name="Google Shape;492;p6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493" name="Google Shape;493;p60"/>
          <p:cNvSpPr txBox="1"/>
          <p:nvPr>
            <p:ph idx="3"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494" name="Shape 494"/>
        <p:cNvGrpSpPr/>
        <p:nvPr/>
      </p:nvGrpSpPr>
      <p:grpSpPr>
        <a:xfrm>
          <a:off x="0" y="0"/>
          <a:ext cx="0" cy="0"/>
          <a:chOff x="0" y="0"/>
          <a:chExt cx="0" cy="0"/>
        </a:xfrm>
      </p:grpSpPr>
      <p:pic>
        <p:nvPicPr>
          <p:cNvPr id="495" name="Google Shape;495;p61"/>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496" name="Google Shape;496;p61"/>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Sans"/>
              <a:ea typeface="Nunito Sans"/>
              <a:cs typeface="Nunito Sans"/>
              <a:sym typeface="Nunito Sans"/>
            </a:endParaRPr>
          </a:p>
        </p:txBody>
      </p:sp>
      <p:pic>
        <p:nvPicPr>
          <p:cNvPr id="497" name="Google Shape;497;p61"/>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498" name="Google Shape;498;p61"/>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499" name="Google Shape;499;p61"/>
          <p:cNvSpPr txBox="1"/>
          <p:nvPr>
            <p:ph idx="1" type="body"/>
          </p:nvPr>
        </p:nvSpPr>
        <p:spPr>
          <a:xfrm>
            <a:off x="4618950" y="1646991"/>
            <a:ext cx="4296600" cy="3063300"/>
          </a:xfrm>
          <a:prstGeom prst="rect">
            <a:avLst/>
          </a:prstGeom>
          <a:noFill/>
          <a:ln>
            <a:noFill/>
          </a:ln>
        </p:spPr>
        <p:txBody>
          <a:bodyPr anchorCtr="0" anchor="b" bIns="91425" lIns="91425" spcFirstLastPara="1" rIns="91425" wrap="square" tIns="91425">
            <a:noAutofit/>
          </a:bodyPr>
          <a:lstStyle>
            <a:lvl1pPr indent="-304800" lvl="0" marL="457200" algn="l">
              <a:lnSpc>
                <a:spcPct val="115000"/>
              </a:lnSpc>
              <a:spcBef>
                <a:spcPts val="0"/>
              </a:spcBef>
              <a:spcAft>
                <a:spcPts val="0"/>
              </a:spcAft>
              <a:buSzPts val="1200"/>
              <a:buFont typeface="Nunito Sans"/>
              <a:buChar char="●"/>
              <a:defRPr/>
            </a:lvl1pPr>
            <a:lvl2pPr indent="-304800" lvl="1" marL="914400" algn="l">
              <a:lnSpc>
                <a:spcPct val="115000"/>
              </a:lnSpc>
              <a:spcBef>
                <a:spcPts val="800"/>
              </a:spcBef>
              <a:spcAft>
                <a:spcPts val="0"/>
              </a:spcAft>
              <a:buSzPts val="1200"/>
              <a:buFont typeface="Nunito Sans"/>
              <a:buChar char="○"/>
              <a:defRPr/>
            </a:lvl2pPr>
            <a:lvl3pPr indent="-304800" lvl="2" marL="1371600" algn="l">
              <a:lnSpc>
                <a:spcPct val="115000"/>
              </a:lnSpc>
              <a:spcBef>
                <a:spcPts val="800"/>
              </a:spcBef>
              <a:spcAft>
                <a:spcPts val="0"/>
              </a:spcAft>
              <a:buSzPts val="1200"/>
              <a:buFont typeface="Nunito Sans"/>
              <a:buChar char="■"/>
              <a:defRPr/>
            </a:lvl3pPr>
            <a:lvl4pPr indent="-304800" lvl="3" marL="1828800" algn="l">
              <a:lnSpc>
                <a:spcPct val="115000"/>
              </a:lnSpc>
              <a:spcBef>
                <a:spcPts val="800"/>
              </a:spcBef>
              <a:spcAft>
                <a:spcPts val="0"/>
              </a:spcAft>
              <a:buSzPts val="1200"/>
              <a:buFont typeface="Nunito Sans"/>
              <a:buChar char="●"/>
              <a:defRPr/>
            </a:lvl4pPr>
            <a:lvl5pPr indent="-304800" lvl="4" marL="2286000" algn="l">
              <a:lnSpc>
                <a:spcPct val="115000"/>
              </a:lnSpc>
              <a:spcBef>
                <a:spcPts val="800"/>
              </a:spcBef>
              <a:spcAft>
                <a:spcPts val="0"/>
              </a:spcAft>
              <a:buSzPts val="1200"/>
              <a:buFont typeface="Nunito Sans"/>
              <a:buChar char="○"/>
              <a:defRPr/>
            </a:lvl5pPr>
            <a:lvl6pPr indent="-304800" lvl="5" marL="2743200" algn="l">
              <a:lnSpc>
                <a:spcPct val="115000"/>
              </a:lnSpc>
              <a:spcBef>
                <a:spcPts val="800"/>
              </a:spcBef>
              <a:spcAft>
                <a:spcPts val="0"/>
              </a:spcAft>
              <a:buSzPts val="1200"/>
              <a:buFont typeface="Nunito Sans"/>
              <a:buChar char="■"/>
              <a:defRPr/>
            </a:lvl6pPr>
            <a:lvl7pPr indent="-304800" lvl="6" marL="3200400" algn="l">
              <a:lnSpc>
                <a:spcPct val="115000"/>
              </a:lnSpc>
              <a:spcBef>
                <a:spcPts val="800"/>
              </a:spcBef>
              <a:spcAft>
                <a:spcPts val="0"/>
              </a:spcAft>
              <a:buSzPts val="1200"/>
              <a:buFont typeface="Nunito Sans"/>
              <a:buChar char="●"/>
              <a:defRPr/>
            </a:lvl7pPr>
            <a:lvl8pPr indent="-304800" lvl="7" marL="3657600" algn="l">
              <a:lnSpc>
                <a:spcPct val="115000"/>
              </a:lnSpc>
              <a:spcBef>
                <a:spcPts val="800"/>
              </a:spcBef>
              <a:spcAft>
                <a:spcPts val="0"/>
              </a:spcAft>
              <a:buSzPts val="1200"/>
              <a:buFont typeface="Nunito Sans"/>
              <a:buChar char="○"/>
              <a:defRPr/>
            </a:lvl8pPr>
            <a:lvl9pPr indent="-304800" lvl="8" marL="4114800" algn="l">
              <a:lnSpc>
                <a:spcPct val="115000"/>
              </a:lnSpc>
              <a:spcBef>
                <a:spcPts val="800"/>
              </a:spcBef>
              <a:spcAft>
                <a:spcPts val="800"/>
              </a:spcAft>
              <a:buSzPts val="1200"/>
              <a:buFont typeface="Nunito Sans"/>
              <a:buChar char="■"/>
              <a:defRPr/>
            </a:lvl9pPr>
          </a:lstStyle>
          <a:p/>
        </p:txBody>
      </p:sp>
      <p:sp>
        <p:nvSpPr>
          <p:cNvPr id="500" name="Google Shape;500;p61"/>
          <p:cNvSpPr txBox="1"/>
          <p:nvPr>
            <p:ph type="title"/>
          </p:nvPr>
        </p:nvSpPr>
        <p:spPr>
          <a:xfrm>
            <a:off x="4618950" y="228600"/>
            <a:ext cx="4296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501" name="Google Shape;501;p61"/>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502" name="Google Shape;502;p61"/>
          <p:cNvSpPr/>
          <p:nvPr>
            <p:ph idx="2" type="pic"/>
          </p:nvPr>
        </p:nvSpPr>
        <p:spPr>
          <a:xfrm>
            <a:off x="313800" y="460300"/>
            <a:ext cx="3702900" cy="4136100"/>
          </a:xfrm>
          <a:prstGeom prst="roundRect">
            <a:avLst>
              <a:gd fmla="val 6865" name="adj"/>
            </a:avLst>
          </a:prstGeom>
          <a:noFill/>
          <a:ln>
            <a:noFill/>
          </a:ln>
        </p:spPr>
      </p:sp>
      <p:sp>
        <p:nvSpPr>
          <p:cNvPr id="503" name="Google Shape;503;p61"/>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504" name="Google Shape;504;p6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dk1"/>
                </a:solidFill>
                <a:latin typeface="Nunito Sans"/>
                <a:ea typeface="Nunito Sans"/>
                <a:cs typeface="Nunito Sans"/>
                <a:sym typeface="Nunito Sans"/>
              </a:rPr>
              <a:t>‹#›</a:t>
            </a:fld>
            <a:endParaRPr b="0" i="0" sz="700" u="none" cap="none" strike="noStrike">
              <a:solidFill>
                <a:schemeClr val="dk1"/>
              </a:solidFill>
              <a:latin typeface="Nunito Sans"/>
              <a:ea typeface="Nunito Sans"/>
              <a:cs typeface="Nunito Sans"/>
              <a:sym typeface="Nunito Sans"/>
            </a:endParaRPr>
          </a:p>
        </p:txBody>
      </p:sp>
      <p:sp>
        <p:nvSpPr>
          <p:cNvPr id="505" name="Google Shape;505;p61"/>
          <p:cNvSpPr txBox="1"/>
          <p:nvPr>
            <p:ph idx="3"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dk2"/>
                </a:solidFill>
                <a:latin typeface="Nunito Sans"/>
                <a:ea typeface="Nunito Sans"/>
                <a:cs typeface="Nunito Sans"/>
                <a:sym typeface="Nunito Sans"/>
              </a:defRPr>
            </a:lvl1pPr>
            <a:lvl2pPr lvl="1"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506" name="Shape 506"/>
        <p:cNvGrpSpPr/>
        <p:nvPr/>
      </p:nvGrpSpPr>
      <p:grpSpPr>
        <a:xfrm>
          <a:off x="0" y="0"/>
          <a:ext cx="0" cy="0"/>
          <a:chOff x="0" y="0"/>
          <a:chExt cx="0" cy="0"/>
        </a:xfrm>
      </p:grpSpPr>
      <p:sp>
        <p:nvSpPr>
          <p:cNvPr id="507" name="Google Shape;507;p62"/>
          <p:cNvSpPr txBox="1"/>
          <p:nvPr>
            <p:ph idx="1" type="subTitle"/>
          </p:nvPr>
        </p:nvSpPr>
        <p:spPr>
          <a:xfrm>
            <a:off x="228600" y="2666275"/>
            <a:ext cx="1312500" cy="347400"/>
          </a:xfrm>
          <a:prstGeom prst="rect">
            <a:avLst/>
          </a:prstGeom>
          <a:noFill/>
          <a:ln>
            <a:noFill/>
          </a:ln>
        </p:spPr>
        <p:txBody>
          <a:bodyPr anchorCtr="0" anchor="ctr" bIns="0" lIns="182875" spcFirstLastPara="1" rIns="182875" wrap="square" tIns="0">
            <a:noAutofit/>
          </a:bodyPr>
          <a:lstStyle>
            <a:lvl1pPr lvl="0" algn="l">
              <a:lnSpc>
                <a:spcPct val="115000"/>
              </a:lnSpc>
              <a:spcBef>
                <a:spcPts val="0"/>
              </a:spcBef>
              <a:spcAft>
                <a:spcPts val="0"/>
              </a:spcAft>
              <a:buSzPts val="1200"/>
              <a:buNone/>
              <a:defRPr sz="900">
                <a:solidFill>
                  <a:schemeClr val="dk2"/>
                </a:solidFill>
                <a:latin typeface="Poppins Medium"/>
                <a:ea typeface="Poppins Medium"/>
                <a:cs typeface="Poppins Medium"/>
                <a:sym typeface="Poppins Medium"/>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508" name="Google Shape;508;p62"/>
          <p:cNvSpPr txBox="1"/>
          <p:nvPr>
            <p:ph idx="2" type="subTitle"/>
          </p:nvPr>
        </p:nvSpPr>
        <p:spPr>
          <a:xfrm>
            <a:off x="1971375" y="2666275"/>
            <a:ext cx="1312500" cy="347400"/>
          </a:xfrm>
          <a:prstGeom prst="rect">
            <a:avLst/>
          </a:prstGeom>
          <a:noFill/>
          <a:ln>
            <a:noFill/>
          </a:ln>
        </p:spPr>
        <p:txBody>
          <a:bodyPr anchorCtr="0" anchor="ctr" bIns="0" lIns="182875" spcFirstLastPara="1" rIns="182875" wrap="square" tIns="0">
            <a:noAutofit/>
          </a:bodyPr>
          <a:lstStyle>
            <a:lvl1pPr lvl="0" algn="l">
              <a:lnSpc>
                <a:spcPct val="115000"/>
              </a:lnSpc>
              <a:spcBef>
                <a:spcPts val="0"/>
              </a:spcBef>
              <a:spcAft>
                <a:spcPts val="0"/>
              </a:spcAft>
              <a:buSzPts val="1200"/>
              <a:buNone/>
              <a:defRPr sz="900">
                <a:solidFill>
                  <a:schemeClr val="dk2"/>
                </a:solidFill>
                <a:latin typeface="Poppins Medium"/>
                <a:ea typeface="Poppins Medium"/>
                <a:cs typeface="Poppins Medium"/>
                <a:sym typeface="Poppins Medium"/>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509" name="Google Shape;509;p62"/>
          <p:cNvSpPr txBox="1"/>
          <p:nvPr>
            <p:ph idx="3" type="subTitle"/>
          </p:nvPr>
        </p:nvSpPr>
        <p:spPr>
          <a:xfrm>
            <a:off x="3714150" y="2666275"/>
            <a:ext cx="1312500" cy="347400"/>
          </a:xfrm>
          <a:prstGeom prst="rect">
            <a:avLst/>
          </a:prstGeom>
          <a:noFill/>
          <a:ln>
            <a:noFill/>
          </a:ln>
        </p:spPr>
        <p:txBody>
          <a:bodyPr anchorCtr="0" anchor="ctr" bIns="0" lIns="182875" spcFirstLastPara="1" rIns="182875" wrap="square" tIns="0">
            <a:noAutofit/>
          </a:bodyPr>
          <a:lstStyle>
            <a:lvl1pPr lvl="0" algn="l">
              <a:lnSpc>
                <a:spcPct val="115000"/>
              </a:lnSpc>
              <a:spcBef>
                <a:spcPts val="0"/>
              </a:spcBef>
              <a:spcAft>
                <a:spcPts val="0"/>
              </a:spcAft>
              <a:buSzPts val="1200"/>
              <a:buNone/>
              <a:defRPr sz="900">
                <a:solidFill>
                  <a:schemeClr val="dk2"/>
                </a:solidFill>
                <a:latin typeface="Poppins Medium"/>
                <a:ea typeface="Poppins Medium"/>
                <a:cs typeface="Poppins Medium"/>
                <a:sym typeface="Poppins Medium"/>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510" name="Google Shape;510;p62"/>
          <p:cNvSpPr txBox="1"/>
          <p:nvPr>
            <p:ph idx="4" type="subTitle"/>
          </p:nvPr>
        </p:nvSpPr>
        <p:spPr>
          <a:xfrm>
            <a:off x="5456925" y="2666275"/>
            <a:ext cx="1312500" cy="347400"/>
          </a:xfrm>
          <a:prstGeom prst="rect">
            <a:avLst/>
          </a:prstGeom>
          <a:noFill/>
          <a:ln>
            <a:noFill/>
          </a:ln>
        </p:spPr>
        <p:txBody>
          <a:bodyPr anchorCtr="0" anchor="ctr" bIns="0" lIns="182875" spcFirstLastPara="1" rIns="182875" wrap="square" tIns="0">
            <a:noAutofit/>
          </a:bodyPr>
          <a:lstStyle>
            <a:lvl1pPr lvl="0" algn="l">
              <a:lnSpc>
                <a:spcPct val="115000"/>
              </a:lnSpc>
              <a:spcBef>
                <a:spcPts val="0"/>
              </a:spcBef>
              <a:spcAft>
                <a:spcPts val="0"/>
              </a:spcAft>
              <a:buSzPts val="1200"/>
              <a:buNone/>
              <a:defRPr sz="900">
                <a:solidFill>
                  <a:schemeClr val="dk2"/>
                </a:solidFill>
                <a:latin typeface="Poppins Medium"/>
                <a:ea typeface="Poppins Medium"/>
                <a:cs typeface="Poppins Medium"/>
                <a:sym typeface="Poppins Medium"/>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511" name="Google Shape;511;p62"/>
          <p:cNvSpPr txBox="1"/>
          <p:nvPr>
            <p:ph idx="5" type="subTitle"/>
          </p:nvPr>
        </p:nvSpPr>
        <p:spPr>
          <a:xfrm>
            <a:off x="7199700" y="2666275"/>
            <a:ext cx="1312500" cy="347400"/>
          </a:xfrm>
          <a:prstGeom prst="rect">
            <a:avLst/>
          </a:prstGeom>
          <a:noFill/>
          <a:ln>
            <a:noFill/>
          </a:ln>
        </p:spPr>
        <p:txBody>
          <a:bodyPr anchorCtr="0" anchor="ctr" bIns="0" lIns="182875" spcFirstLastPara="1" rIns="182875" wrap="square" tIns="0">
            <a:noAutofit/>
          </a:bodyPr>
          <a:lstStyle>
            <a:lvl1pPr lvl="0" algn="l">
              <a:lnSpc>
                <a:spcPct val="115000"/>
              </a:lnSpc>
              <a:spcBef>
                <a:spcPts val="0"/>
              </a:spcBef>
              <a:spcAft>
                <a:spcPts val="0"/>
              </a:spcAft>
              <a:buSzPts val="1200"/>
              <a:buNone/>
              <a:defRPr sz="900">
                <a:solidFill>
                  <a:schemeClr val="dk2"/>
                </a:solidFill>
                <a:latin typeface="Poppins Medium"/>
                <a:ea typeface="Poppins Medium"/>
                <a:cs typeface="Poppins Medium"/>
                <a:sym typeface="Poppins Medium"/>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512" name="Google Shape;512;p62"/>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513" name="Google Shape;513;p62"/>
          <p:cNvSpPr txBox="1"/>
          <p:nvPr>
            <p:ph idx="6" type="body"/>
          </p:nvPr>
        </p:nvSpPr>
        <p:spPr>
          <a:xfrm>
            <a:off x="1971375" y="3030250"/>
            <a:ext cx="1715400" cy="1145100"/>
          </a:xfrm>
          <a:prstGeom prst="rect">
            <a:avLst/>
          </a:prstGeom>
          <a:noFill/>
          <a:ln>
            <a:noFill/>
          </a:ln>
        </p:spPr>
        <p:txBody>
          <a:bodyPr anchorCtr="0" anchor="t" bIns="91425" lIns="91425" spcFirstLastPara="1" rIns="182875" wrap="square" tIns="18287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514" name="Google Shape;514;p62"/>
          <p:cNvSpPr txBox="1"/>
          <p:nvPr>
            <p:ph idx="7" type="body"/>
          </p:nvPr>
        </p:nvSpPr>
        <p:spPr>
          <a:xfrm>
            <a:off x="3714150" y="3030250"/>
            <a:ext cx="1715400" cy="1145100"/>
          </a:xfrm>
          <a:prstGeom prst="rect">
            <a:avLst/>
          </a:prstGeom>
          <a:noFill/>
          <a:ln>
            <a:noFill/>
          </a:ln>
        </p:spPr>
        <p:txBody>
          <a:bodyPr anchorCtr="0" anchor="t" bIns="91425" lIns="91425" spcFirstLastPara="1" rIns="182875" wrap="square" tIns="18287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515" name="Google Shape;515;p62"/>
          <p:cNvSpPr txBox="1"/>
          <p:nvPr>
            <p:ph idx="8" type="body"/>
          </p:nvPr>
        </p:nvSpPr>
        <p:spPr>
          <a:xfrm>
            <a:off x="5456925" y="3030250"/>
            <a:ext cx="1715400" cy="1145100"/>
          </a:xfrm>
          <a:prstGeom prst="rect">
            <a:avLst/>
          </a:prstGeom>
          <a:noFill/>
          <a:ln>
            <a:noFill/>
          </a:ln>
        </p:spPr>
        <p:txBody>
          <a:bodyPr anchorCtr="0" anchor="t" bIns="91425" lIns="91425" spcFirstLastPara="1" rIns="182875" wrap="square" tIns="18287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516" name="Google Shape;516;p62"/>
          <p:cNvSpPr txBox="1"/>
          <p:nvPr>
            <p:ph idx="9" type="body"/>
          </p:nvPr>
        </p:nvSpPr>
        <p:spPr>
          <a:xfrm>
            <a:off x="228450" y="3030250"/>
            <a:ext cx="1715400" cy="1145100"/>
          </a:xfrm>
          <a:prstGeom prst="rect">
            <a:avLst/>
          </a:prstGeom>
          <a:noFill/>
          <a:ln>
            <a:noFill/>
          </a:ln>
        </p:spPr>
        <p:txBody>
          <a:bodyPr anchorCtr="0" anchor="t" bIns="91425" lIns="91425" spcFirstLastPara="1" rIns="182875" wrap="square" tIns="18287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517" name="Google Shape;517;p62"/>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518" name="Google Shape;518;p62"/>
          <p:cNvSpPr txBox="1"/>
          <p:nvPr>
            <p:ph idx="13" type="body"/>
          </p:nvPr>
        </p:nvSpPr>
        <p:spPr>
          <a:xfrm>
            <a:off x="7199700" y="3030250"/>
            <a:ext cx="1715400" cy="1145100"/>
          </a:xfrm>
          <a:prstGeom prst="rect">
            <a:avLst/>
          </a:prstGeom>
          <a:noFill/>
          <a:ln>
            <a:noFill/>
          </a:ln>
        </p:spPr>
        <p:txBody>
          <a:bodyPr anchorCtr="0" anchor="t" bIns="91425" lIns="91425" spcFirstLastPara="1" rIns="182875" wrap="square" tIns="18287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519" name="Google Shape;519;p6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520" name="Google Shape;520;p62"/>
          <p:cNvSpPr txBox="1"/>
          <p:nvPr>
            <p:ph idx="14"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521" name="Shape 521"/>
        <p:cNvGrpSpPr/>
        <p:nvPr/>
      </p:nvGrpSpPr>
      <p:grpSpPr>
        <a:xfrm>
          <a:off x="0" y="0"/>
          <a:ext cx="0" cy="0"/>
          <a:chOff x="0" y="0"/>
          <a:chExt cx="0" cy="0"/>
        </a:xfrm>
      </p:grpSpPr>
      <p:sp>
        <p:nvSpPr>
          <p:cNvPr id="522" name="Google Shape;522;p63"/>
          <p:cNvSpPr txBox="1"/>
          <p:nvPr>
            <p:ph idx="1" type="body"/>
          </p:nvPr>
        </p:nvSpPr>
        <p:spPr>
          <a:xfrm>
            <a:off x="4618950" y="1743378"/>
            <a:ext cx="4296600" cy="3063300"/>
          </a:xfrm>
          <a:prstGeom prst="rect">
            <a:avLst/>
          </a:prstGeom>
          <a:noFill/>
          <a:ln>
            <a:noFill/>
          </a:ln>
        </p:spPr>
        <p:txBody>
          <a:bodyPr anchorCtr="0" anchor="t" bIns="91425" lIns="91425" spcFirstLastPara="1" rIns="91425" wrap="square" tIns="91425">
            <a:noAutofit/>
          </a:bodyPr>
          <a:lstStyle>
            <a:lvl1pPr indent="-330200" lvl="0" marL="457200" algn="l">
              <a:lnSpc>
                <a:spcPct val="115000"/>
              </a:lnSpc>
              <a:spcBef>
                <a:spcPts val="0"/>
              </a:spcBef>
              <a:spcAft>
                <a:spcPts val="0"/>
              </a:spcAft>
              <a:buSzPts val="1600"/>
              <a:buFont typeface="Nunito Sans"/>
              <a:buChar char="●"/>
              <a:defRPr sz="1600"/>
            </a:lvl1pPr>
            <a:lvl2pPr indent="-330200" lvl="1" marL="914400" algn="l">
              <a:lnSpc>
                <a:spcPct val="115000"/>
              </a:lnSpc>
              <a:spcBef>
                <a:spcPts val="800"/>
              </a:spcBef>
              <a:spcAft>
                <a:spcPts val="0"/>
              </a:spcAft>
              <a:buSzPts val="1600"/>
              <a:buFont typeface="Nunito Sans"/>
              <a:buChar char="○"/>
              <a:defRPr sz="1600"/>
            </a:lvl2pPr>
            <a:lvl3pPr indent="-330200" lvl="2" marL="1371600" algn="l">
              <a:lnSpc>
                <a:spcPct val="115000"/>
              </a:lnSpc>
              <a:spcBef>
                <a:spcPts val="800"/>
              </a:spcBef>
              <a:spcAft>
                <a:spcPts val="0"/>
              </a:spcAft>
              <a:buSzPts val="1600"/>
              <a:buFont typeface="Nunito Sans"/>
              <a:buChar char="■"/>
              <a:defRPr sz="1600"/>
            </a:lvl3pPr>
            <a:lvl4pPr indent="-330200" lvl="3" marL="1828800" algn="l">
              <a:lnSpc>
                <a:spcPct val="115000"/>
              </a:lnSpc>
              <a:spcBef>
                <a:spcPts val="800"/>
              </a:spcBef>
              <a:spcAft>
                <a:spcPts val="0"/>
              </a:spcAft>
              <a:buSzPts val="1600"/>
              <a:buFont typeface="Nunito Sans"/>
              <a:buChar char="●"/>
              <a:defRPr sz="1600"/>
            </a:lvl4pPr>
            <a:lvl5pPr indent="-330200" lvl="4" marL="2286000" algn="l">
              <a:lnSpc>
                <a:spcPct val="115000"/>
              </a:lnSpc>
              <a:spcBef>
                <a:spcPts val="800"/>
              </a:spcBef>
              <a:spcAft>
                <a:spcPts val="0"/>
              </a:spcAft>
              <a:buSzPts val="1600"/>
              <a:buFont typeface="Nunito Sans"/>
              <a:buChar char="○"/>
              <a:defRPr sz="1600"/>
            </a:lvl5pPr>
            <a:lvl6pPr indent="-330200" lvl="5" marL="2743200" algn="l">
              <a:lnSpc>
                <a:spcPct val="115000"/>
              </a:lnSpc>
              <a:spcBef>
                <a:spcPts val="800"/>
              </a:spcBef>
              <a:spcAft>
                <a:spcPts val="0"/>
              </a:spcAft>
              <a:buSzPts val="1600"/>
              <a:buFont typeface="Nunito Sans"/>
              <a:buChar char="■"/>
              <a:defRPr sz="1600"/>
            </a:lvl6pPr>
            <a:lvl7pPr indent="-330200" lvl="6" marL="3200400" algn="l">
              <a:lnSpc>
                <a:spcPct val="115000"/>
              </a:lnSpc>
              <a:spcBef>
                <a:spcPts val="800"/>
              </a:spcBef>
              <a:spcAft>
                <a:spcPts val="0"/>
              </a:spcAft>
              <a:buSzPts val="1600"/>
              <a:buFont typeface="Nunito Sans"/>
              <a:buChar char="●"/>
              <a:defRPr sz="1600"/>
            </a:lvl7pPr>
            <a:lvl8pPr indent="-330200" lvl="7" marL="3657600" algn="l">
              <a:lnSpc>
                <a:spcPct val="115000"/>
              </a:lnSpc>
              <a:spcBef>
                <a:spcPts val="800"/>
              </a:spcBef>
              <a:spcAft>
                <a:spcPts val="0"/>
              </a:spcAft>
              <a:buSzPts val="1600"/>
              <a:buFont typeface="Nunito Sans"/>
              <a:buChar char="○"/>
              <a:defRPr sz="1600"/>
            </a:lvl8pPr>
            <a:lvl9pPr indent="-330200" lvl="8" marL="4114800" algn="l">
              <a:lnSpc>
                <a:spcPct val="115000"/>
              </a:lnSpc>
              <a:spcBef>
                <a:spcPts val="800"/>
              </a:spcBef>
              <a:spcAft>
                <a:spcPts val="800"/>
              </a:spcAft>
              <a:buSzPts val="1600"/>
              <a:buFont typeface="Nunito Sans"/>
              <a:buChar char="■"/>
              <a:defRPr sz="1600"/>
            </a:lvl9pPr>
          </a:lstStyle>
          <a:p/>
        </p:txBody>
      </p:sp>
      <p:sp>
        <p:nvSpPr>
          <p:cNvPr id="523" name="Google Shape;523;p63"/>
          <p:cNvSpPr txBox="1"/>
          <p:nvPr>
            <p:ph type="title"/>
          </p:nvPr>
        </p:nvSpPr>
        <p:spPr>
          <a:xfrm>
            <a:off x="228600" y="1743378"/>
            <a:ext cx="4296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sz="2400">
                <a:solidFill>
                  <a:schemeClr val="lt2"/>
                </a:solidFill>
              </a:defRPr>
            </a:lvl1pPr>
            <a:lvl2pPr lvl="1"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2pPr>
            <a:lvl3pPr lvl="2"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3pPr>
            <a:lvl4pPr lvl="3"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4pPr>
            <a:lvl5pPr lvl="4"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5pPr>
            <a:lvl6pPr lvl="5"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6pPr>
            <a:lvl7pPr lvl="6"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7pPr>
            <a:lvl8pPr lvl="7"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8pPr>
            <a:lvl9pPr lvl="8"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9pPr>
          </a:lstStyle>
          <a:p/>
        </p:txBody>
      </p:sp>
      <p:sp>
        <p:nvSpPr>
          <p:cNvPr id="524" name="Google Shape;524;p6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525" name="Google Shape;525;p63"/>
          <p:cNvSpPr txBox="1"/>
          <p:nvPr>
            <p:ph idx="2"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526" name="Shape 526"/>
        <p:cNvGrpSpPr/>
        <p:nvPr/>
      </p:nvGrpSpPr>
      <p:grpSpPr>
        <a:xfrm>
          <a:off x="0" y="0"/>
          <a:ext cx="0" cy="0"/>
          <a:chOff x="0" y="0"/>
          <a:chExt cx="0" cy="0"/>
        </a:xfrm>
      </p:grpSpPr>
      <p:sp>
        <p:nvSpPr>
          <p:cNvPr id="527" name="Google Shape;527;p6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Sans"/>
              <a:ea typeface="Nunito Sans"/>
              <a:cs typeface="Nunito Sans"/>
              <a:sym typeface="Nunito Sans"/>
            </a:endParaRPr>
          </a:p>
        </p:txBody>
      </p:sp>
      <p:pic>
        <p:nvPicPr>
          <p:cNvPr id="528" name="Google Shape;528;p6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529" name="Google Shape;529;p6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530" name="Google Shape;530;p64"/>
          <p:cNvSpPr txBox="1"/>
          <p:nvPr>
            <p:ph type="title"/>
          </p:nvPr>
        </p:nvSpPr>
        <p:spPr>
          <a:xfrm>
            <a:off x="228600" y="228589"/>
            <a:ext cx="2926200" cy="5877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5400"/>
              <a:buNone/>
              <a:defRPr sz="5400"/>
            </a:lvl1pPr>
            <a:lvl2pPr lvl="1" algn="l">
              <a:lnSpc>
                <a:spcPct val="90000"/>
              </a:lnSpc>
              <a:spcBef>
                <a:spcPts val="0"/>
              </a:spcBef>
              <a:spcAft>
                <a:spcPts val="0"/>
              </a:spcAft>
              <a:buSzPts val="5400"/>
              <a:buNone/>
              <a:defRPr sz="5400">
                <a:latin typeface="Poppins SemiBold"/>
                <a:ea typeface="Poppins SemiBold"/>
                <a:cs typeface="Poppins SemiBold"/>
                <a:sym typeface="Poppins SemiBold"/>
              </a:defRPr>
            </a:lvl2pPr>
            <a:lvl3pPr lvl="2" algn="l">
              <a:lnSpc>
                <a:spcPct val="90000"/>
              </a:lnSpc>
              <a:spcBef>
                <a:spcPts val="0"/>
              </a:spcBef>
              <a:spcAft>
                <a:spcPts val="0"/>
              </a:spcAft>
              <a:buSzPts val="5400"/>
              <a:buNone/>
              <a:defRPr sz="5400">
                <a:latin typeface="Poppins SemiBold"/>
                <a:ea typeface="Poppins SemiBold"/>
                <a:cs typeface="Poppins SemiBold"/>
                <a:sym typeface="Poppins SemiBold"/>
              </a:defRPr>
            </a:lvl3pPr>
            <a:lvl4pPr lvl="3" algn="l">
              <a:lnSpc>
                <a:spcPct val="90000"/>
              </a:lnSpc>
              <a:spcBef>
                <a:spcPts val="0"/>
              </a:spcBef>
              <a:spcAft>
                <a:spcPts val="0"/>
              </a:spcAft>
              <a:buSzPts val="5400"/>
              <a:buNone/>
              <a:defRPr sz="5400">
                <a:latin typeface="Poppins SemiBold"/>
                <a:ea typeface="Poppins SemiBold"/>
                <a:cs typeface="Poppins SemiBold"/>
                <a:sym typeface="Poppins SemiBold"/>
              </a:defRPr>
            </a:lvl4pPr>
            <a:lvl5pPr lvl="4" algn="l">
              <a:lnSpc>
                <a:spcPct val="90000"/>
              </a:lnSpc>
              <a:spcBef>
                <a:spcPts val="0"/>
              </a:spcBef>
              <a:spcAft>
                <a:spcPts val="0"/>
              </a:spcAft>
              <a:buSzPts val="5400"/>
              <a:buNone/>
              <a:defRPr sz="5400">
                <a:latin typeface="Poppins SemiBold"/>
                <a:ea typeface="Poppins SemiBold"/>
                <a:cs typeface="Poppins SemiBold"/>
                <a:sym typeface="Poppins SemiBold"/>
              </a:defRPr>
            </a:lvl5pPr>
            <a:lvl6pPr lvl="5" algn="l">
              <a:lnSpc>
                <a:spcPct val="90000"/>
              </a:lnSpc>
              <a:spcBef>
                <a:spcPts val="0"/>
              </a:spcBef>
              <a:spcAft>
                <a:spcPts val="0"/>
              </a:spcAft>
              <a:buSzPts val="5400"/>
              <a:buNone/>
              <a:defRPr sz="5400">
                <a:latin typeface="Poppins SemiBold"/>
                <a:ea typeface="Poppins SemiBold"/>
                <a:cs typeface="Poppins SemiBold"/>
                <a:sym typeface="Poppins SemiBold"/>
              </a:defRPr>
            </a:lvl6pPr>
            <a:lvl7pPr lvl="6" algn="l">
              <a:lnSpc>
                <a:spcPct val="90000"/>
              </a:lnSpc>
              <a:spcBef>
                <a:spcPts val="0"/>
              </a:spcBef>
              <a:spcAft>
                <a:spcPts val="0"/>
              </a:spcAft>
              <a:buSzPts val="5400"/>
              <a:buNone/>
              <a:defRPr sz="5400">
                <a:latin typeface="Poppins SemiBold"/>
                <a:ea typeface="Poppins SemiBold"/>
                <a:cs typeface="Poppins SemiBold"/>
                <a:sym typeface="Poppins SemiBold"/>
              </a:defRPr>
            </a:lvl7pPr>
            <a:lvl8pPr lvl="7" algn="l">
              <a:lnSpc>
                <a:spcPct val="90000"/>
              </a:lnSpc>
              <a:spcBef>
                <a:spcPts val="0"/>
              </a:spcBef>
              <a:spcAft>
                <a:spcPts val="0"/>
              </a:spcAft>
              <a:buSzPts val="5400"/>
              <a:buNone/>
              <a:defRPr sz="5400">
                <a:latin typeface="Poppins SemiBold"/>
                <a:ea typeface="Poppins SemiBold"/>
                <a:cs typeface="Poppins SemiBold"/>
                <a:sym typeface="Poppins SemiBold"/>
              </a:defRPr>
            </a:lvl8pPr>
            <a:lvl9pPr lvl="8" algn="l">
              <a:lnSpc>
                <a:spcPct val="90000"/>
              </a:lnSpc>
              <a:spcBef>
                <a:spcPts val="0"/>
              </a:spcBef>
              <a:spcAft>
                <a:spcPts val="0"/>
              </a:spcAft>
              <a:buSzPts val="5400"/>
              <a:buNone/>
              <a:defRPr sz="5400">
                <a:latin typeface="Poppins SemiBold"/>
                <a:ea typeface="Poppins SemiBold"/>
                <a:cs typeface="Poppins SemiBold"/>
                <a:sym typeface="Poppins SemiBold"/>
              </a:defRPr>
            </a:lvl9pPr>
          </a:lstStyle>
          <a:p/>
        </p:txBody>
      </p:sp>
      <p:sp>
        <p:nvSpPr>
          <p:cNvPr id="531" name="Google Shape;531;p6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532" name="Google Shape;532;p64"/>
          <p:cNvSpPr txBox="1"/>
          <p:nvPr>
            <p:ph idx="1" type="body"/>
          </p:nvPr>
        </p:nvSpPr>
        <p:spPr>
          <a:xfrm>
            <a:off x="4819600" y="3701256"/>
            <a:ext cx="4095900" cy="587700"/>
          </a:xfrm>
          <a:prstGeom prst="rect">
            <a:avLst/>
          </a:prstGeom>
          <a:noFill/>
          <a:ln>
            <a:noFill/>
          </a:ln>
        </p:spPr>
        <p:txBody>
          <a:bodyPr anchorCtr="0" anchor="t" bIns="91425" lIns="91425" spcFirstLastPara="1" rIns="91425" wrap="square" tIns="91425">
            <a:noAutofit/>
          </a:bodyPr>
          <a:lstStyle>
            <a:lvl1pPr indent="-298450" lvl="0" marL="457200" algn="l">
              <a:lnSpc>
                <a:spcPct val="115000"/>
              </a:lnSpc>
              <a:spcBef>
                <a:spcPts val="0"/>
              </a:spcBef>
              <a:spcAft>
                <a:spcPts val="0"/>
              </a:spcAft>
              <a:buClr>
                <a:schemeClr val="dk1"/>
              </a:buClr>
              <a:buSzPts val="1100"/>
              <a:buFont typeface="Nunito Sans"/>
              <a:buChar char="●"/>
              <a:defRPr sz="1100"/>
            </a:lvl1pPr>
            <a:lvl2pPr indent="-298450" lvl="1" marL="914400" algn="l">
              <a:lnSpc>
                <a:spcPct val="115000"/>
              </a:lnSpc>
              <a:spcBef>
                <a:spcPts val="0"/>
              </a:spcBef>
              <a:spcAft>
                <a:spcPts val="0"/>
              </a:spcAft>
              <a:buClr>
                <a:schemeClr val="dk1"/>
              </a:buClr>
              <a:buSzPts val="1100"/>
              <a:buFont typeface="Nunito Sans"/>
              <a:buChar char="○"/>
              <a:defRPr sz="1100"/>
            </a:lvl2pPr>
            <a:lvl3pPr indent="-298450" lvl="2" marL="1371600" algn="l">
              <a:lnSpc>
                <a:spcPct val="115000"/>
              </a:lnSpc>
              <a:spcBef>
                <a:spcPts val="0"/>
              </a:spcBef>
              <a:spcAft>
                <a:spcPts val="0"/>
              </a:spcAft>
              <a:buClr>
                <a:schemeClr val="dk1"/>
              </a:buClr>
              <a:buSzPts val="1100"/>
              <a:buFont typeface="Nunito Sans"/>
              <a:buChar char="■"/>
              <a:defRPr sz="1100"/>
            </a:lvl3pPr>
            <a:lvl4pPr indent="-298450" lvl="3" marL="1828800" algn="l">
              <a:lnSpc>
                <a:spcPct val="115000"/>
              </a:lnSpc>
              <a:spcBef>
                <a:spcPts val="0"/>
              </a:spcBef>
              <a:spcAft>
                <a:spcPts val="0"/>
              </a:spcAft>
              <a:buClr>
                <a:schemeClr val="dk1"/>
              </a:buClr>
              <a:buSzPts val="1100"/>
              <a:buFont typeface="Nunito Sans"/>
              <a:buChar char="●"/>
              <a:defRPr sz="1100"/>
            </a:lvl4pPr>
            <a:lvl5pPr indent="-298450" lvl="4" marL="2286000" algn="l">
              <a:lnSpc>
                <a:spcPct val="115000"/>
              </a:lnSpc>
              <a:spcBef>
                <a:spcPts val="0"/>
              </a:spcBef>
              <a:spcAft>
                <a:spcPts val="0"/>
              </a:spcAft>
              <a:buClr>
                <a:schemeClr val="dk1"/>
              </a:buClr>
              <a:buSzPts val="1100"/>
              <a:buFont typeface="Nunito Sans"/>
              <a:buChar char="○"/>
              <a:defRPr sz="1100"/>
            </a:lvl5pPr>
            <a:lvl6pPr indent="-298450" lvl="5" marL="2743200" algn="l">
              <a:lnSpc>
                <a:spcPct val="115000"/>
              </a:lnSpc>
              <a:spcBef>
                <a:spcPts val="0"/>
              </a:spcBef>
              <a:spcAft>
                <a:spcPts val="0"/>
              </a:spcAft>
              <a:buClr>
                <a:schemeClr val="dk1"/>
              </a:buClr>
              <a:buSzPts val="1100"/>
              <a:buFont typeface="Nunito Sans"/>
              <a:buChar char="■"/>
              <a:defRPr sz="1100"/>
            </a:lvl6pPr>
            <a:lvl7pPr indent="-298450" lvl="6" marL="3200400" algn="l">
              <a:lnSpc>
                <a:spcPct val="115000"/>
              </a:lnSpc>
              <a:spcBef>
                <a:spcPts val="0"/>
              </a:spcBef>
              <a:spcAft>
                <a:spcPts val="0"/>
              </a:spcAft>
              <a:buClr>
                <a:schemeClr val="dk1"/>
              </a:buClr>
              <a:buSzPts val="1100"/>
              <a:buFont typeface="Nunito Sans"/>
              <a:buChar char="●"/>
              <a:defRPr sz="1100"/>
            </a:lvl7pPr>
            <a:lvl8pPr indent="-298450" lvl="7" marL="3657600" algn="l">
              <a:lnSpc>
                <a:spcPct val="115000"/>
              </a:lnSpc>
              <a:spcBef>
                <a:spcPts val="0"/>
              </a:spcBef>
              <a:spcAft>
                <a:spcPts val="0"/>
              </a:spcAft>
              <a:buClr>
                <a:schemeClr val="dk1"/>
              </a:buClr>
              <a:buSzPts val="1100"/>
              <a:buFont typeface="Nunito Sans"/>
              <a:buChar char="○"/>
              <a:defRPr sz="1100"/>
            </a:lvl8pPr>
            <a:lvl9pPr indent="-298450" lvl="8" marL="4114800" algn="l">
              <a:lnSpc>
                <a:spcPct val="115000"/>
              </a:lnSpc>
              <a:spcBef>
                <a:spcPts val="0"/>
              </a:spcBef>
              <a:spcAft>
                <a:spcPts val="0"/>
              </a:spcAft>
              <a:buClr>
                <a:schemeClr val="dk1"/>
              </a:buClr>
              <a:buSzPts val="1100"/>
              <a:buFont typeface="Nunito Sans"/>
              <a:buChar char="■"/>
              <a:defRPr sz="1100"/>
            </a:lvl9pPr>
          </a:lstStyle>
          <a:p/>
        </p:txBody>
      </p:sp>
      <p:sp>
        <p:nvSpPr>
          <p:cNvPr id="533" name="Google Shape;533;p64"/>
          <p:cNvSpPr txBox="1"/>
          <p:nvPr>
            <p:ph idx="2" type="body"/>
          </p:nvPr>
        </p:nvSpPr>
        <p:spPr>
          <a:xfrm>
            <a:off x="4819600" y="2342406"/>
            <a:ext cx="4095900" cy="587700"/>
          </a:xfrm>
          <a:prstGeom prst="rect">
            <a:avLst/>
          </a:prstGeom>
          <a:noFill/>
          <a:ln>
            <a:noFill/>
          </a:ln>
        </p:spPr>
        <p:txBody>
          <a:bodyPr anchorCtr="0" anchor="t" bIns="91425" lIns="91425" spcFirstLastPara="1" rIns="91425" wrap="square" tIns="91425">
            <a:noAutofit/>
          </a:bodyPr>
          <a:lstStyle>
            <a:lvl1pPr indent="-298450" lvl="0" marL="457200" algn="l">
              <a:lnSpc>
                <a:spcPct val="115000"/>
              </a:lnSpc>
              <a:spcBef>
                <a:spcPts val="0"/>
              </a:spcBef>
              <a:spcAft>
                <a:spcPts val="0"/>
              </a:spcAft>
              <a:buClr>
                <a:schemeClr val="dk1"/>
              </a:buClr>
              <a:buSzPts val="1100"/>
              <a:buFont typeface="Nunito Sans"/>
              <a:buChar char="●"/>
              <a:defRPr sz="1100"/>
            </a:lvl1pPr>
            <a:lvl2pPr indent="-298450" lvl="1" marL="914400" algn="l">
              <a:lnSpc>
                <a:spcPct val="115000"/>
              </a:lnSpc>
              <a:spcBef>
                <a:spcPts val="0"/>
              </a:spcBef>
              <a:spcAft>
                <a:spcPts val="0"/>
              </a:spcAft>
              <a:buClr>
                <a:schemeClr val="dk1"/>
              </a:buClr>
              <a:buSzPts val="1100"/>
              <a:buFont typeface="Nunito Sans"/>
              <a:buChar char="○"/>
              <a:defRPr sz="1100"/>
            </a:lvl2pPr>
            <a:lvl3pPr indent="-298450" lvl="2" marL="1371600" algn="l">
              <a:lnSpc>
                <a:spcPct val="115000"/>
              </a:lnSpc>
              <a:spcBef>
                <a:spcPts val="0"/>
              </a:spcBef>
              <a:spcAft>
                <a:spcPts val="0"/>
              </a:spcAft>
              <a:buClr>
                <a:schemeClr val="dk1"/>
              </a:buClr>
              <a:buSzPts val="1100"/>
              <a:buFont typeface="Nunito Sans"/>
              <a:buChar char="■"/>
              <a:defRPr sz="1100"/>
            </a:lvl3pPr>
            <a:lvl4pPr indent="-298450" lvl="3" marL="1828800" algn="l">
              <a:lnSpc>
                <a:spcPct val="115000"/>
              </a:lnSpc>
              <a:spcBef>
                <a:spcPts val="0"/>
              </a:spcBef>
              <a:spcAft>
                <a:spcPts val="0"/>
              </a:spcAft>
              <a:buClr>
                <a:schemeClr val="dk1"/>
              </a:buClr>
              <a:buSzPts val="1100"/>
              <a:buFont typeface="Nunito Sans"/>
              <a:buChar char="●"/>
              <a:defRPr sz="1100"/>
            </a:lvl4pPr>
            <a:lvl5pPr indent="-298450" lvl="4" marL="2286000" algn="l">
              <a:lnSpc>
                <a:spcPct val="115000"/>
              </a:lnSpc>
              <a:spcBef>
                <a:spcPts val="0"/>
              </a:spcBef>
              <a:spcAft>
                <a:spcPts val="0"/>
              </a:spcAft>
              <a:buClr>
                <a:schemeClr val="dk1"/>
              </a:buClr>
              <a:buSzPts val="1100"/>
              <a:buFont typeface="Nunito Sans"/>
              <a:buChar char="○"/>
              <a:defRPr sz="1100"/>
            </a:lvl5pPr>
            <a:lvl6pPr indent="-298450" lvl="5" marL="2743200" algn="l">
              <a:lnSpc>
                <a:spcPct val="115000"/>
              </a:lnSpc>
              <a:spcBef>
                <a:spcPts val="0"/>
              </a:spcBef>
              <a:spcAft>
                <a:spcPts val="0"/>
              </a:spcAft>
              <a:buClr>
                <a:schemeClr val="dk1"/>
              </a:buClr>
              <a:buSzPts val="1100"/>
              <a:buFont typeface="Nunito Sans"/>
              <a:buChar char="■"/>
              <a:defRPr sz="1100"/>
            </a:lvl6pPr>
            <a:lvl7pPr indent="-298450" lvl="6" marL="3200400" algn="l">
              <a:lnSpc>
                <a:spcPct val="115000"/>
              </a:lnSpc>
              <a:spcBef>
                <a:spcPts val="0"/>
              </a:spcBef>
              <a:spcAft>
                <a:spcPts val="0"/>
              </a:spcAft>
              <a:buClr>
                <a:schemeClr val="dk1"/>
              </a:buClr>
              <a:buSzPts val="1100"/>
              <a:buFont typeface="Nunito Sans"/>
              <a:buChar char="●"/>
              <a:defRPr sz="1100"/>
            </a:lvl7pPr>
            <a:lvl8pPr indent="-298450" lvl="7" marL="3657600" algn="l">
              <a:lnSpc>
                <a:spcPct val="115000"/>
              </a:lnSpc>
              <a:spcBef>
                <a:spcPts val="0"/>
              </a:spcBef>
              <a:spcAft>
                <a:spcPts val="0"/>
              </a:spcAft>
              <a:buClr>
                <a:schemeClr val="dk1"/>
              </a:buClr>
              <a:buSzPts val="1100"/>
              <a:buFont typeface="Nunito Sans"/>
              <a:buChar char="○"/>
              <a:defRPr sz="1100"/>
            </a:lvl8pPr>
            <a:lvl9pPr indent="-298450" lvl="8" marL="4114800" algn="l">
              <a:lnSpc>
                <a:spcPct val="115000"/>
              </a:lnSpc>
              <a:spcBef>
                <a:spcPts val="0"/>
              </a:spcBef>
              <a:spcAft>
                <a:spcPts val="0"/>
              </a:spcAft>
              <a:buClr>
                <a:schemeClr val="dk1"/>
              </a:buClr>
              <a:buSzPts val="1100"/>
              <a:buFont typeface="Nunito Sans"/>
              <a:buChar char="■"/>
              <a:defRPr sz="1100"/>
            </a:lvl9pPr>
          </a:lstStyle>
          <a:p/>
        </p:txBody>
      </p:sp>
      <p:sp>
        <p:nvSpPr>
          <p:cNvPr id="534" name="Google Shape;534;p64"/>
          <p:cNvSpPr txBox="1"/>
          <p:nvPr>
            <p:ph idx="3" type="body"/>
          </p:nvPr>
        </p:nvSpPr>
        <p:spPr>
          <a:xfrm>
            <a:off x="4819600" y="983556"/>
            <a:ext cx="4095900" cy="587700"/>
          </a:xfrm>
          <a:prstGeom prst="rect">
            <a:avLst/>
          </a:prstGeom>
          <a:noFill/>
          <a:ln>
            <a:noFill/>
          </a:ln>
        </p:spPr>
        <p:txBody>
          <a:bodyPr anchorCtr="0" anchor="t" bIns="91425" lIns="91425" spcFirstLastPara="1" rIns="91425" wrap="square" tIns="91425">
            <a:noAutofit/>
          </a:bodyPr>
          <a:lstStyle>
            <a:lvl1pPr indent="-298450" lvl="0" marL="457200" algn="l">
              <a:lnSpc>
                <a:spcPct val="115000"/>
              </a:lnSpc>
              <a:spcBef>
                <a:spcPts val="0"/>
              </a:spcBef>
              <a:spcAft>
                <a:spcPts val="0"/>
              </a:spcAft>
              <a:buClr>
                <a:schemeClr val="dk1"/>
              </a:buClr>
              <a:buSzPts val="1100"/>
              <a:buFont typeface="Nunito Sans"/>
              <a:buChar char="●"/>
              <a:defRPr sz="1100"/>
            </a:lvl1pPr>
            <a:lvl2pPr indent="-298450" lvl="1" marL="914400" algn="l">
              <a:lnSpc>
                <a:spcPct val="115000"/>
              </a:lnSpc>
              <a:spcBef>
                <a:spcPts val="0"/>
              </a:spcBef>
              <a:spcAft>
                <a:spcPts val="0"/>
              </a:spcAft>
              <a:buClr>
                <a:schemeClr val="dk1"/>
              </a:buClr>
              <a:buSzPts val="1100"/>
              <a:buFont typeface="Nunito Sans"/>
              <a:buChar char="○"/>
              <a:defRPr sz="1100"/>
            </a:lvl2pPr>
            <a:lvl3pPr indent="-298450" lvl="2" marL="1371600" algn="l">
              <a:lnSpc>
                <a:spcPct val="115000"/>
              </a:lnSpc>
              <a:spcBef>
                <a:spcPts val="0"/>
              </a:spcBef>
              <a:spcAft>
                <a:spcPts val="0"/>
              </a:spcAft>
              <a:buClr>
                <a:schemeClr val="dk1"/>
              </a:buClr>
              <a:buSzPts val="1100"/>
              <a:buFont typeface="Nunito Sans"/>
              <a:buChar char="■"/>
              <a:defRPr sz="1100"/>
            </a:lvl3pPr>
            <a:lvl4pPr indent="-298450" lvl="3" marL="1828800" algn="l">
              <a:lnSpc>
                <a:spcPct val="115000"/>
              </a:lnSpc>
              <a:spcBef>
                <a:spcPts val="0"/>
              </a:spcBef>
              <a:spcAft>
                <a:spcPts val="0"/>
              </a:spcAft>
              <a:buClr>
                <a:schemeClr val="dk1"/>
              </a:buClr>
              <a:buSzPts val="1100"/>
              <a:buFont typeface="Nunito Sans"/>
              <a:buChar char="●"/>
              <a:defRPr sz="1100"/>
            </a:lvl4pPr>
            <a:lvl5pPr indent="-298450" lvl="4" marL="2286000" algn="l">
              <a:lnSpc>
                <a:spcPct val="115000"/>
              </a:lnSpc>
              <a:spcBef>
                <a:spcPts val="0"/>
              </a:spcBef>
              <a:spcAft>
                <a:spcPts val="0"/>
              </a:spcAft>
              <a:buClr>
                <a:schemeClr val="dk1"/>
              </a:buClr>
              <a:buSzPts val="1100"/>
              <a:buFont typeface="Nunito Sans"/>
              <a:buChar char="○"/>
              <a:defRPr sz="1100"/>
            </a:lvl5pPr>
            <a:lvl6pPr indent="-298450" lvl="5" marL="2743200" algn="l">
              <a:lnSpc>
                <a:spcPct val="115000"/>
              </a:lnSpc>
              <a:spcBef>
                <a:spcPts val="0"/>
              </a:spcBef>
              <a:spcAft>
                <a:spcPts val="0"/>
              </a:spcAft>
              <a:buClr>
                <a:schemeClr val="dk1"/>
              </a:buClr>
              <a:buSzPts val="1100"/>
              <a:buFont typeface="Nunito Sans"/>
              <a:buChar char="■"/>
              <a:defRPr sz="1100"/>
            </a:lvl6pPr>
            <a:lvl7pPr indent="-298450" lvl="6" marL="3200400" algn="l">
              <a:lnSpc>
                <a:spcPct val="115000"/>
              </a:lnSpc>
              <a:spcBef>
                <a:spcPts val="0"/>
              </a:spcBef>
              <a:spcAft>
                <a:spcPts val="0"/>
              </a:spcAft>
              <a:buClr>
                <a:schemeClr val="dk1"/>
              </a:buClr>
              <a:buSzPts val="1100"/>
              <a:buFont typeface="Nunito Sans"/>
              <a:buChar char="●"/>
              <a:defRPr sz="1100"/>
            </a:lvl7pPr>
            <a:lvl8pPr indent="-298450" lvl="7" marL="3657600" algn="l">
              <a:lnSpc>
                <a:spcPct val="115000"/>
              </a:lnSpc>
              <a:spcBef>
                <a:spcPts val="0"/>
              </a:spcBef>
              <a:spcAft>
                <a:spcPts val="0"/>
              </a:spcAft>
              <a:buClr>
                <a:schemeClr val="dk1"/>
              </a:buClr>
              <a:buSzPts val="1100"/>
              <a:buFont typeface="Nunito Sans"/>
              <a:buChar char="○"/>
              <a:defRPr sz="1100"/>
            </a:lvl8pPr>
            <a:lvl9pPr indent="-298450" lvl="8" marL="4114800" algn="l">
              <a:lnSpc>
                <a:spcPct val="115000"/>
              </a:lnSpc>
              <a:spcBef>
                <a:spcPts val="0"/>
              </a:spcBef>
              <a:spcAft>
                <a:spcPts val="0"/>
              </a:spcAft>
              <a:buClr>
                <a:schemeClr val="dk1"/>
              </a:buClr>
              <a:buSzPts val="1100"/>
              <a:buFont typeface="Nunito Sans"/>
              <a:buChar char="■"/>
              <a:defRPr sz="1100"/>
            </a:lvl9pPr>
          </a:lstStyle>
          <a:p/>
        </p:txBody>
      </p:sp>
      <p:sp>
        <p:nvSpPr>
          <p:cNvPr id="535" name="Google Shape;535;p64"/>
          <p:cNvSpPr txBox="1"/>
          <p:nvPr>
            <p:ph idx="4"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dk2"/>
                </a:solidFill>
                <a:latin typeface="Nunito Sans"/>
                <a:ea typeface="Nunito Sans"/>
                <a:cs typeface="Nunito Sans"/>
                <a:sym typeface="Nunito Sans"/>
              </a:defRPr>
            </a:lvl1pPr>
            <a:lvl2pPr lvl="1"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536" name="Shape 536"/>
        <p:cNvGrpSpPr/>
        <p:nvPr/>
      </p:nvGrpSpPr>
      <p:grpSpPr>
        <a:xfrm>
          <a:off x="0" y="0"/>
          <a:ext cx="0" cy="0"/>
          <a:chOff x="0" y="0"/>
          <a:chExt cx="0" cy="0"/>
        </a:xfrm>
      </p:grpSpPr>
      <p:pic>
        <p:nvPicPr>
          <p:cNvPr id="537" name="Google Shape;537;p65"/>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538" name="Google Shape;538;p65"/>
          <p:cNvSpPr/>
          <p:nvPr/>
        </p:nvSpPr>
        <p:spPr>
          <a:xfrm rot="7601886">
            <a:off x="1184701" y="-2992709"/>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9" name="Google Shape;539;p65"/>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540" name="Google Shape;540;p65"/>
          <p:cNvSpPr txBox="1"/>
          <p:nvPr>
            <p:ph type="title"/>
          </p:nvPr>
        </p:nvSpPr>
        <p:spPr>
          <a:xfrm>
            <a:off x="1230200" y="1565531"/>
            <a:ext cx="6683700" cy="1726500"/>
          </a:xfrm>
          <a:prstGeom prst="rect">
            <a:avLst/>
          </a:prstGeom>
          <a:no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5400"/>
              <a:buNone/>
              <a:defRPr sz="5400"/>
            </a:lvl1pPr>
            <a:lvl2pPr lvl="1" algn="ctr">
              <a:lnSpc>
                <a:spcPct val="115000"/>
              </a:lnSpc>
              <a:spcBef>
                <a:spcPts val="0"/>
              </a:spcBef>
              <a:spcAft>
                <a:spcPts val="0"/>
              </a:spcAft>
              <a:buSzPts val="4800"/>
              <a:buNone/>
              <a:defRPr sz="4800">
                <a:latin typeface="Poppins SemiBold"/>
                <a:ea typeface="Poppins SemiBold"/>
                <a:cs typeface="Poppins SemiBold"/>
                <a:sym typeface="Poppins SemiBold"/>
              </a:defRPr>
            </a:lvl2pPr>
            <a:lvl3pPr lvl="2" algn="ctr">
              <a:lnSpc>
                <a:spcPct val="115000"/>
              </a:lnSpc>
              <a:spcBef>
                <a:spcPts val="0"/>
              </a:spcBef>
              <a:spcAft>
                <a:spcPts val="0"/>
              </a:spcAft>
              <a:buSzPts val="4800"/>
              <a:buNone/>
              <a:defRPr sz="4800">
                <a:latin typeface="Poppins SemiBold"/>
                <a:ea typeface="Poppins SemiBold"/>
                <a:cs typeface="Poppins SemiBold"/>
                <a:sym typeface="Poppins SemiBold"/>
              </a:defRPr>
            </a:lvl3pPr>
            <a:lvl4pPr lvl="3" algn="ctr">
              <a:lnSpc>
                <a:spcPct val="115000"/>
              </a:lnSpc>
              <a:spcBef>
                <a:spcPts val="0"/>
              </a:spcBef>
              <a:spcAft>
                <a:spcPts val="0"/>
              </a:spcAft>
              <a:buSzPts val="4800"/>
              <a:buNone/>
              <a:defRPr sz="4800">
                <a:latin typeface="Poppins SemiBold"/>
                <a:ea typeface="Poppins SemiBold"/>
                <a:cs typeface="Poppins SemiBold"/>
                <a:sym typeface="Poppins SemiBold"/>
              </a:defRPr>
            </a:lvl4pPr>
            <a:lvl5pPr lvl="4" algn="ctr">
              <a:lnSpc>
                <a:spcPct val="115000"/>
              </a:lnSpc>
              <a:spcBef>
                <a:spcPts val="0"/>
              </a:spcBef>
              <a:spcAft>
                <a:spcPts val="0"/>
              </a:spcAft>
              <a:buSzPts val="4800"/>
              <a:buNone/>
              <a:defRPr sz="4800">
                <a:latin typeface="Poppins SemiBold"/>
                <a:ea typeface="Poppins SemiBold"/>
                <a:cs typeface="Poppins SemiBold"/>
                <a:sym typeface="Poppins SemiBold"/>
              </a:defRPr>
            </a:lvl5pPr>
            <a:lvl6pPr lvl="5" algn="ctr">
              <a:lnSpc>
                <a:spcPct val="115000"/>
              </a:lnSpc>
              <a:spcBef>
                <a:spcPts val="0"/>
              </a:spcBef>
              <a:spcAft>
                <a:spcPts val="0"/>
              </a:spcAft>
              <a:buSzPts val="4800"/>
              <a:buNone/>
              <a:defRPr sz="4800">
                <a:latin typeface="Poppins SemiBold"/>
                <a:ea typeface="Poppins SemiBold"/>
                <a:cs typeface="Poppins SemiBold"/>
                <a:sym typeface="Poppins SemiBold"/>
              </a:defRPr>
            </a:lvl6pPr>
            <a:lvl7pPr lvl="6" algn="ctr">
              <a:lnSpc>
                <a:spcPct val="115000"/>
              </a:lnSpc>
              <a:spcBef>
                <a:spcPts val="0"/>
              </a:spcBef>
              <a:spcAft>
                <a:spcPts val="0"/>
              </a:spcAft>
              <a:buSzPts val="4800"/>
              <a:buNone/>
              <a:defRPr sz="4800">
                <a:latin typeface="Poppins SemiBold"/>
                <a:ea typeface="Poppins SemiBold"/>
                <a:cs typeface="Poppins SemiBold"/>
                <a:sym typeface="Poppins SemiBold"/>
              </a:defRPr>
            </a:lvl7pPr>
            <a:lvl8pPr lvl="7" algn="ctr">
              <a:lnSpc>
                <a:spcPct val="115000"/>
              </a:lnSpc>
              <a:spcBef>
                <a:spcPts val="0"/>
              </a:spcBef>
              <a:spcAft>
                <a:spcPts val="0"/>
              </a:spcAft>
              <a:buSzPts val="4800"/>
              <a:buNone/>
              <a:defRPr sz="4800">
                <a:latin typeface="Poppins SemiBold"/>
                <a:ea typeface="Poppins SemiBold"/>
                <a:cs typeface="Poppins SemiBold"/>
                <a:sym typeface="Poppins SemiBold"/>
              </a:defRPr>
            </a:lvl8pPr>
            <a:lvl9pPr lvl="8" algn="ctr">
              <a:lnSpc>
                <a:spcPct val="115000"/>
              </a:lnSpc>
              <a:spcBef>
                <a:spcPts val="0"/>
              </a:spcBef>
              <a:spcAft>
                <a:spcPts val="0"/>
              </a:spcAft>
              <a:buSzPts val="4800"/>
              <a:buNone/>
              <a:defRPr sz="4800">
                <a:latin typeface="Poppins SemiBold"/>
                <a:ea typeface="Poppins SemiBold"/>
                <a:cs typeface="Poppins SemiBold"/>
                <a:sym typeface="Poppins SemiBold"/>
              </a:defRPr>
            </a:lvl9pPr>
          </a:lstStyle>
          <a:p/>
        </p:txBody>
      </p:sp>
      <p:sp>
        <p:nvSpPr>
          <p:cNvPr id="541" name="Google Shape;541;p65"/>
          <p:cNvSpPr txBox="1"/>
          <p:nvPr>
            <p:ph idx="1" type="subTitle"/>
          </p:nvPr>
        </p:nvSpPr>
        <p:spPr>
          <a:xfrm>
            <a:off x="2423700" y="1121975"/>
            <a:ext cx="4346700" cy="45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42" name="Google Shape;542;p65"/>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pic>
        <p:nvPicPr>
          <p:cNvPr id="543" name="Google Shape;543;p65"/>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544" name="Google Shape;544;p65"/>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545" name="Shape 545"/>
        <p:cNvGrpSpPr/>
        <p:nvPr/>
      </p:nvGrpSpPr>
      <p:grpSpPr>
        <a:xfrm>
          <a:off x="0" y="0"/>
          <a:ext cx="0" cy="0"/>
          <a:chOff x="0" y="0"/>
          <a:chExt cx="0" cy="0"/>
        </a:xfrm>
      </p:grpSpPr>
      <p:pic>
        <p:nvPicPr>
          <p:cNvPr id="546" name="Google Shape;546;p66"/>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547" name="Google Shape;547;p66"/>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Clr>
                <a:schemeClr val="dk1"/>
              </a:buClr>
              <a:buSzPts val="1400"/>
              <a:buNone/>
              <a:defRPr/>
            </a:lvl1pPr>
            <a:lvl2pPr lvl="1" algn="l">
              <a:lnSpc>
                <a:spcPct val="100000"/>
              </a:lnSpc>
              <a:spcBef>
                <a:spcPts val="0"/>
              </a:spcBef>
              <a:spcAft>
                <a:spcPts val="0"/>
              </a:spcAft>
              <a:buClr>
                <a:schemeClr val="dk1"/>
              </a:buClr>
              <a:buSzPts val="1400"/>
              <a:buNone/>
              <a:defRPr/>
            </a:lvl2pPr>
            <a:lvl3pPr lvl="2" algn="l">
              <a:lnSpc>
                <a:spcPct val="100000"/>
              </a:lnSpc>
              <a:spcBef>
                <a:spcPts val="0"/>
              </a:spcBef>
              <a:spcAft>
                <a:spcPts val="0"/>
              </a:spcAft>
              <a:buClr>
                <a:schemeClr val="dk1"/>
              </a:buClr>
              <a:buSzPts val="1400"/>
              <a:buNone/>
              <a:defRPr/>
            </a:lvl3pPr>
            <a:lvl4pPr lvl="3" algn="l">
              <a:lnSpc>
                <a:spcPct val="100000"/>
              </a:lnSpc>
              <a:spcBef>
                <a:spcPts val="0"/>
              </a:spcBef>
              <a:spcAft>
                <a:spcPts val="0"/>
              </a:spcAft>
              <a:buClr>
                <a:schemeClr val="dk1"/>
              </a:buClr>
              <a:buSzPts val="1400"/>
              <a:buNone/>
              <a:defRPr/>
            </a:lvl4pPr>
            <a:lvl5pPr lvl="4" algn="l">
              <a:lnSpc>
                <a:spcPct val="100000"/>
              </a:lnSpc>
              <a:spcBef>
                <a:spcPts val="0"/>
              </a:spcBef>
              <a:spcAft>
                <a:spcPts val="0"/>
              </a:spcAft>
              <a:buClr>
                <a:schemeClr val="dk1"/>
              </a:buClr>
              <a:buSzPts val="1400"/>
              <a:buNone/>
              <a:defRPr/>
            </a:lvl5pPr>
            <a:lvl6pPr lvl="5" algn="l">
              <a:lnSpc>
                <a:spcPct val="100000"/>
              </a:lnSpc>
              <a:spcBef>
                <a:spcPts val="0"/>
              </a:spcBef>
              <a:spcAft>
                <a:spcPts val="0"/>
              </a:spcAft>
              <a:buClr>
                <a:schemeClr val="dk1"/>
              </a:buClr>
              <a:buSzPts val="1400"/>
              <a:buNone/>
              <a:defRPr/>
            </a:lvl6pPr>
            <a:lvl7pPr lvl="6" algn="l">
              <a:lnSpc>
                <a:spcPct val="100000"/>
              </a:lnSpc>
              <a:spcBef>
                <a:spcPts val="0"/>
              </a:spcBef>
              <a:spcAft>
                <a:spcPts val="0"/>
              </a:spcAft>
              <a:buClr>
                <a:schemeClr val="dk1"/>
              </a:buClr>
              <a:buSzPts val="1400"/>
              <a:buNone/>
              <a:defRPr/>
            </a:lvl7pPr>
            <a:lvl8pPr lvl="7" algn="l">
              <a:lnSpc>
                <a:spcPct val="100000"/>
              </a:lnSpc>
              <a:spcBef>
                <a:spcPts val="0"/>
              </a:spcBef>
              <a:spcAft>
                <a:spcPts val="0"/>
              </a:spcAft>
              <a:buClr>
                <a:schemeClr val="dk1"/>
              </a:buClr>
              <a:buSzPts val="1400"/>
              <a:buNone/>
              <a:defRPr/>
            </a:lvl8pPr>
            <a:lvl9pPr lvl="8" algn="l">
              <a:lnSpc>
                <a:spcPct val="100000"/>
              </a:lnSpc>
              <a:spcBef>
                <a:spcPts val="0"/>
              </a:spcBef>
              <a:spcAft>
                <a:spcPts val="0"/>
              </a:spcAft>
              <a:buClr>
                <a:schemeClr val="dk1"/>
              </a:buClr>
              <a:buSzPts val="1400"/>
              <a:buNone/>
              <a:defRPr/>
            </a:lvl9pPr>
          </a:lstStyle>
          <a:p/>
        </p:txBody>
      </p:sp>
      <p:sp>
        <p:nvSpPr>
          <p:cNvPr id="548" name="Google Shape;548;p66"/>
          <p:cNvSpPr txBox="1"/>
          <p:nvPr>
            <p:ph idx="1" type="body"/>
          </p:nvPr>
        </p:nvSpPr>
        <p:spPr>
          <a:xfrm>
            <a:off x="228600" y="1637275"/>
            <a:ext cx="3351600" cy="30465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Font typeface="Nunito Sans"/>
              <a:buChar char="●"/>
              <a:defRPr sz="1600"/>
            </a:lvl1pPr>
            <a:lvl2pPr indent="-330200" lvl="1" marL="914400" algn="l">
              <a:lnSpc>
                <a:spcPct val="100000"/>
              </a:lnSpc>
              <a:spcBef>
                <a:spcPts val="800"/>
              </a:spcBef>
              <a:spcAft>
                <a:spcPts val="0"/>
              </a:spcAft>
              <a:buSzPts val="1600"/>
              <a:buFont typeface="Nunito Sans"/>
              <a:buChar char="○"/>
              <a:defRPr sz="1600"/>
            </a:lvl2pPr>
            <a:lvl3pPr indent="-330200" lvl="2" marL="1371600" algn="l">
              <a:lnSpc>
                <a:spcPct val="100000"/>
              </a:lnSpc>
              <a:spcBef>
                <a:spcPts val="800"/>
              </a:spcBef>
              <a:spcAft>
                <a:spcPts val="0"/>
              </a:spcAft>
              <a:buSzPts val="1600"/>
              <a:buFont typeface="Nunito Sans"/>
              <a:buChar char="■"/>
              <a:defRPr sz="1600"/>
            </a:lvl3pPr>
            <a:lvl4pPr indent="-330200" lvl="3" marL="1828800" algn="l">
              <a:lnSpc>
                <a:spcPct val="100000"/>
              </a:lnSpc>
              <a:spcBef>
                <a:spcPts val="800"/>
              </a:spcBef>
              <a:spcAft>
                <a:spcPts val="0"/>
              </a:spcAft>
              <a:buSzPts val="1600"/>
              <a:buFont typeface="Nunito Sans"/>
              <a:buChar char="●"/>
              <a:defRPr sz="1600"/>
            </a:lvl4pPr>
            <a:lvl5pPr indent="-330200" lvl="4" marL="2286000" algn="l">
              <a:lnSpc>
                <a:spcPct val="100000"/>
              </a:lnSpc>
              <a:spcBef>
                <a:spcPts val="800"/>
              </a:spcBef>
              <a:spcAft>
                <a:spcPts val="0"/>
              </a:spcAft>
              <a:buSzPts val="1600"/>
              <a:buFont typeface="Nunito Sans"/>
              <a:buChar char="○"/>
              <a:defRPr sz="1600"/>
            </a:lvl5pPr>
            <a:lvl6pPr indent="-330200" lvl="5" marL="2743200" algn="l">
              <a:lnSpc>
                <a:spcPct val="100000"/>
              </a:lnSpc>
              <a:spcBef>
                <a:spcPts val="800"/>
              </a:spcBef>
              <a:spcAft>
                <a:spcPts val="0"/>
              </a:spcAft>
              <a:buSzPts val="1600"/>
              <a:buFont typeface="Nunito Sans"/>
              <a:buChar char="■"/>
              <a:defRPr sz="1600"/>
            </a:lvl6pPr>
            <a:lvl7pPr indent="-330200" lvl="6" marL="3200400" algn="l">
              <a:lnSpc>
                <a:spcPct val="100000"/>
              </a:lnSpc>
              <a:spcBef>
                <a:spcPts val="800"/>
              </a:spcBef>
              <a:spcAft>
                <a:spcPts val="0"/>
              </a:spcAft>
              <a:buSzPts val="1600"/>
              <a:buFont typeface="Nunito Sans"/>
              <a:buChar char="●"/>
              <a:defRPr sz="1600"/>
            </a:lvl7pPr>
            <a:lvl8pPr indent="-330200" lvl="7" marL="3657600" algn="l">
              <a:lnSpc>
                <a:spcPct val="100000"/>
              </a:lnSpc>
              <a:spcBef>
                <a:spcPts val="800"/>
              </a:spcBef>
              <a:spcAft>
                <a:spcPts val="0"/>
              </a:spcAft>
              <a:buSzPts val="1600"/>
              <a:buFont typeface="Nunito Sans"/>
              <a:buChar char="○"/>
              <a:defRPr sz="1600"/>
            </a:lvl8pPr>
            <a:lvl9pPr indent="-330200" lvl="8" marL="4114800" algn="l">
              <a:lnSpc>
                <a:spcPct val="100000"/>
              </a:lnSpc>
              <a:spcBef>
                <a:spcPts val="800"/>
              </a:spcBef>
              <a:spcAft>
                <a:spcPts val="800"/>
              </a:spcAft>
              <a:buSzPts val="1600"/>
              <a:buFont typeface="Nunito Sans"/>
              <a:buChar char="■"/>
              <a:defRPr sz="1600"/>
            </a:lvl9pPr>
          </a:lstStyle>
          <a:p/>
        </p:txBody>
      </p:sp>
      <p:sp>
        <p:nvSpPr>
          <p:cNvPr id="549" name="Google Shape;549;p6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550" name="Google Shape;550;p66"/>
          <p:cNvSpPr txBox="1"/>
          <p:nvPr>
            <p:ph idx="2"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551" name="Shape 551"/>
        <p:cNvGrpSpPr/>
        <p:nvPr/>
      </p:nvGrpSpPr>
      <p:grpSpPr>
        <a:xfrm>
          <a:off x="0" y="0"/>
          <a:ext cx="0" cy="0"/>
          <a:chOff x="0" y="0"/>
          <a:chExt cx="0" cy="0"/>
        </a:xfrm>
      </p:grpSpPr>
      <p:sp>
        <p:nvSpPr>
          <p:cNvPr id="552" name="Google Shape;552;p67"/>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553" name="Google Shape;553;p6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pic>
        <p:nvPicPr>
          <p:cNvPr id="554" name="Google Shape;554;p67"/>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555" name="Google Shape;555;p67"/>
          <p:cNvSpPr txBox="1"/>
          <p:nvPr>
            <p:ph idx="1"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556" name="Shape 556"/>
        <p:cNvGrpSpPr/>
        <p:nvPr/>
      </p:nvGrpSpPr>
      <p:grpSpPr>
        <a:xfrm>
          <a:off x="0" y="0"/>
          <a:ext cx="0" cy="0"/>
          <a:chOff x="0" y="0"/>
          <a:chExt cx="0" cy="0"/>
        </a:xfrm>
      </p:grpSpPr>
      <p:sp>
        <p:nvSpPr>
          <p:cNvPr id="557" name="Google Shape;557;p68"/>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Nunito Sans"/>
              <a:ea typeface="Nunito Sans"/>
              <a:cs typeface="Nunito Sans"/>
              <a:sym typeface="Nunito Sans"/>
            </a:endParaRPr>
          </a:p>
        </p:txBody>
      </p:sp>
      <p:sp>
        <p:nvSpPr>
          <p:cNvPr id="558" name="Google Shape;558;p68"/>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559" name="Google Shape;559;p6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560" name="Google Shape;560;p68"/>
          <p:cNvSpPr/>
          <p:nvPr>
            <p:ph idx="2" type="pic"/>
          </p:nvPr>
        </p:nvSpPr>
        <p:spPr>
          <a:xfrm>
            <a:off x="1208525" y="1164275"/>
            <a:ext cx="1115700" cy="1118100"/>
          </a:xfrm>
          <a:prstGeom prst="roundRect">
            <a:avLst>
              <a:gd fmla="val 16667" name="adj"/>
            </a:avLst>
          </a:prstGeom>
          <a:noFill/>
          <a:ln>
            <a:noFill/>
          </a:ln>
        </p:spPr>
      </p:sp>
      <p:sp>
        <p:nvSpPr>
          <p:cNvPr id="561" name="Google Shape;561;p68"/>
          <p:cNvSpPr/>
          <p:nvPr>
            <p:ph idx="3" type="pic"/>
          </p:nvPr>
        </p:nvSpPr>
        <p:spPr>
          <a:xfrm>
            <a:off x="3079163" y="1164275"/>
            <a:ext cx="1115700" cy="1118100"/>
          </a:xfrm>
          <a:prstGeom prst="roundRect">
            <a:avLst>
              <a:gd fmla="val 16667" name="adj"/>
            </a:avLst>
          </a:prstGeom>
          <a:noFill/>
          <a:ln>
            <a:noFill/>
          </a:ln>
        </p:spPr>
      </p:sp>
      <p:sp>
        <p:nvSpPr>
          <p:cNvPr id="562" name="Google Shape;562;p68"/>
          <p:cNvSpPr/>
          <p:nvPr>
            <p:ph idx="4" type="pic"/>
          </p:nvPr>
        </p:nvSpPr>
        <p:spPr>
          <a:xfrm>
            <a:off x="4949788" y="1164275"/>
            <a:ext cx="1115700" cy="1118100"/>
          </a:xfrm>
          <a:prstGeom prst="roundRect">
            <a:avLst>
              <a:gd fmla="val 16667" name="adj"/>
            </a:avLst>
          </a:prstGeom>
          <a:noFill/>
          <a:ln>
            <a:noFill/>
          </a:ln>
        </p:spPr>
      </p:sp>
      <p:sp>
        <p:nvSpPr>
          <p:cNvPr id="563" name="Google Shape;563;p68"/>
          <p:cNvSpPr/>
          <p:nvPr>
            <p:ph idx="5" type="pic"/>
          </p:nvPr>
        </p:nvSpPr>
        <p:spPr>
          <a:xfrm>
            <a:off x="6820413" y="1164275"/>
            <a:ext cx="1115700" cy="1118100"/>
          </a:xfrm>
          <a:prstGeom prst="roundRect">
            <a:avLst>
              <a:gd fmla="val 16667" name="adj"/>
            </a:avLst>
          </a:prstGeom>
          <a:noFill/>
          <a:ln>
            <a:noFill/>
          </a:ln>
        </p:spPr>
      </p:sp>
      <p:sp>
        <p:nvSpPr>
          <p:cNvPr id="564" name="Google Shape;564;p68"/>
          <p:cNvSpPr txBox="1"/>
          <p:nvPr>
            <p:ph idx="1" type="subTitle"/>
          </p:nvPr>
        </p:nvSpPr>
        <p:spPr>
          <a:xfrm>
            <a:off x="1208525" y="2282372"/>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65" name="Google Shape;565;p68"/>
          <p:cNvSpPr txBox="1"/>
          <p:nvPr>
            <p:ph idx="6" type="subTitle"/>
          </p:nvPr>
        </p:nvSpPr>
        <p:spPr>
          <a:xfrm>
            <a:off x="1208525" y="251993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6" name="Google Shape;566;p68"/>
          <p:cNvSpPr txBox="1"/>
          <p:nvPr>
            <p:ph idx="7" type="subTitle"/>
          </p:nvPr>
        </p:nvSpPr>
        <p:spPr>
          <a:xfrm>
            <a:off x="3079166" y="2282372"/>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67" name="Google Shape;567;p68"/>
          <p:cNvSpPr txBox="1"/>
          <p:nvPr>
            <p:ph idx="8" type="subTitle"/>
          </p:nvPr>
        </p:nvSpPr>
        <p:spPr>
          <a:xfrm>
            <a:off x="3079163" y="251993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8" name="Google Shape;568;p68"/>
          <p:cNvSpPr txBox="1"/>
          <p:nvPr>
            <p:ph idx="9" type="subTitle"/>
          </p:nvPr>
        </p:nvSpPr>
        <p:spPr>
          <a:xfrm>
            <a:off x="4949794" y="2282372"/>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69" name="Google Shape;569;p68"/>
          <p:cNvSpPr txBox="1"/>
          <p:nvPr>
            <p:ph idx="13" type="subTitle"/>
          </p:nvPr>
        </p:nvSpPr>
        <p:spPr>
          <a:xfrm>
            <a:off x="4949788" y="251993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0" name="Google Shape;570;p68"/>
          <p:cNvSpPr txBox="1"/>
          <p:nvPr>
            <p:ph idx="14" type="subTitle"/>
          </p:nvPr>
        </p:nvSpPr>
        <p:spPr>
          <a:xfrm>
            <a:off x="6820423" y="2282372"/>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71" name="Google Shape;571;p68"/>
          <p:cNvSpPr txBox="1"/>
          <p:nvPr>
            <p:ph idx="15" type="subTitle"/>
          </p:nvPr>
        </p:nvSpPr>
        <p:spPr>
          <a:xfrm>
            <a:off x="6820413" y="251993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2" name="Google Shape;572;p68"/>
          <p:cNvSpPr/>
          <p:nvPr>
            <p:ph idx="16" type="pic"/>
          </p:nvPr>
        </p:nvSpPr>
        <p:spPr>
          <a:xfrm>
            <a:off x="3079163" y="2958825"/>
            <a:ext cx="1115700" cy="1118100"/>
          </a:xfrm>
          <a:prstGeom prst="roundRect">
            <a:avLst>
              <a:gd fmla="val 16667" name="adj"/>
            </a:avLst>
          </a:prstGeom>
          <a:noFill/>
          <a:ln>
            <a:noFill/>
          </a:ln>
        </p:spPr>
      </p:sp>
      <p:sp>
        <p:nvSpPr>
          <p:cNvPr id="573" name="Google Shape;573;p68"/>
          <p:cNvSpPr/>
          <p:nvPr>
            <p:ph idx="17" type="pic"/>
          </p:nvPr>
        </p:nvSpPr>
        <p:spPr>
          <a:xfrm>
            <a:off x="4949788" y="2958825"/>
            <a:ext cx="1115700" cy="1118100"/>
          </a:xfrm>
          <a:prstGeom prst="roundRect">
            <a:avLst>
              <a:gd fmla="val 16667" name="adj"/>
            </a:avLst>
          </a:prstGeom>
          <a:noFill/>
          <a:ln>
            <a:noFill/>
          </a:ln>
        </p:spPr>
      </p:sp>
      <p:sp>
        <p:nvSpPr>
          <p:cNvPr id="574" name="Google Shape;574;p68"/>
          <p:cNvSpPr/>
          <p:nvPr>
            <p:ph idx="18" type="pic"/>
          </p:nvPr>
        </p:nvSpPr>
        <p:spPr>
          <a:xfrm>
            <a:off x="6820413" y="2958825"/>
            <a:ext cx="1115700" cy="1118100"/>
          </a:xfrm>
          <a:prstGeom prst="roundRect">
            <a:avLst>
              <a:gd fmla="val 16667" name="adj"/>
            </a:avLst>
          </a:prstGeom>
          <a:noFill/>
          <a:ln>
            <a:noFill/>
          </a:ln>
        </p:spPr>
      </p:sp>
      <p:sp>
        <p:nvSpPr>
          <p:cNvPr id="575" name="Google Shape;575;p68"/>
          <p:cNvSpPr txBox="1"/>
          <p:nvPr>
            <p:ph idx="19" type="subTitle"/>
          </p:nvPr>
        </p:nvSpPr>
        <p:spPr>
          <a:xfrm>
            <a:off x="1208525" y="4076921"/>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76" name="Google Shape;576;p68"/>
          <p:cNvSpPr/>
          <p:nvPr>
            <p:ph idx="20" type="pic"/>
          </p:nvPr>
        </p:nvSpPr>
        <p:spPr>
          <a:xfrm>
            <a:off x="1208550" y="2958825"/>
            <a:ext cx="1115700" cy="1118100"/>
          </a:xfrm>
          <a:prstGeom prst="roundRect">
            <a:avLst>
              <a:gd fmla="val 16667" name="adj"/>
            </a:avLst>
          </a:prstGeom>
          <a:noFill/>
          <a:ln>
            <a:noFill/>
          </a:ln>
        </p:spPr>
      </p:sp>
      <p:sp>
        <p:nvSpPr>
          <p:cNvPr id="577" name="Google Shape;577;p68"/>
          <p:cNvSpPr txBox="1"/>
          <p:nvPr>
            <p:ph idx="21" type="subTitle"/>
          </p:nvPr>
        </p:nvSpPr>
        <p:spPr>
          <a:xfrm>
            <a:off x="3079166" y="4076921"/>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78" name="Google Shape;578;p68"/>
          <p:cNvSpPr txBox="1"/>
          <p:nvPr>
            <p:ph idx="22" type="subTitle"/>
          </p:nvPr>
        </p:nvSpPr>
        <p:spPr>
          <a:xfrm>
            <a:off x="4949794" y="4076921"/>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79" name="Google Shape;579;p68"/>
          <p:cNvSpPr txBox="1"/>
          <p:nvPr>
            <p:ph idx="23" type="subTitle"/>
          </p:nvPr>
        </p:nvSpPr>
        <p:spPr>
          <a:xfrm>
            <a:off x="3079163" y="431448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80" name="Google Shape;580;p68"/>
          <p:cNvSpPr txBox="1"/>
          <p:nvPr>
            <p:ph idx="24" type="subTitle"/>
          </p:nvPr>
        </p:nvSpPr>
        <p:spPr>
          <a:xfrm>
            <a:off x="6820423" y="4076921"/>
            <a:ext cx="1115700" cy="234000"/>
          </a:xfrm>
          <a:prstGeom prst="rect">
            <a:avLst/>
          </a:prstGeom>
          <a:noFill/>
          <a:ln>
            <a:noFill/>
          </a:ln>
        </p:spPr>
        <p:txBody>
          <a:bodyPr anchorCtr="0" anchor="b" bIns="0" lIns="91425" spcFirstLastPara="1" rIns="91425" wrap="square" tIns="91425">
            <a:noAutofit/>
          </a:bodyPr>
          <a:lstStyle>
            <a:lvl1pPr lvl="0" algn="ctr">
              <a:lnSpc>
                <a:spcPct val="115000"/>
              </a:lnSpc>
              <a:spcBef>
                <a:spcPts val="0"/>
              </a:spcBef>
              <a:spcAft>
                <a:spcPts val="0"/>
              </a:spcAft>
              <a:buSzPts val="1200"/>
              <a:buNone/>
              <a:defRPr b="1" sz="9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81" name="Google Shape;581;p68"/>
          <p:cNvSpPr txBox="1"/>
          <p:nvPr>
            <p:ph idx="25" type="subTitle"/>
          </p:nvPr>
        </p:nvSpPr>
        <p:spPr>
          <a:xfrm>
            <a:off x="4949788" y="431448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82" name="Google Shape;582;p68"/>
          <p:cNvSpPr txBox="1"/>
          <p:nvPr>
            <p:ph idx="26" type="subTitle"/>
          </p:nvPr>
        </p:nvSpPr>
        <p:spPr>
          <a:xfrm>
            <a:off x="1208525" y="431448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83" name="Google Shape;583;p68"/>
          <p:cNvSpPr txBox="1"/>
          <p:nvPr>
            <p:ph idx="27" type="subTitle"/>
          </p:nvPr>
        </p:nvSpPr>
        <p:spPr>
          <a:xfrm>
            <a:off x="6820413" y="4314484"/>
            <a:ext cx="1115700" cy="311400"/>
          </a:xfrm>
          <a:prstGeom prst="rect">
            <a:avLst/>
          </a:prstGeom>
          <a:noFill/>
          <a:ln>
            <a:noFill/>
          </a:ln>
        </p:spPr>
        <p:txBody>
          <a:bodyPr anchorCtr="0" anchor="t" bIns="0" lIns="91425" spcFirstLastPara="1" rIns="91425" wrap="square" tIns="0">
            <a:noAutofit/>
          </a:bodyPr>
          <a:lstStyle>
            <a:lvl1pPr lvl="0" algn="ctr">
              <a:lnSpc>
                <a:spcPct val="115000"/>
              </a:lnSpc>
              <a:spcBef>
                <a:spcPts val="0"/>
              </a:spcBef>
              <a:spcAft>
                <a:spcPts val="0"/>
              </a:spcAft>
              <a:buSzPts val="1200"/>
              <a:buNone/>
              <a:defRPr sz="900">
                <a:latin typeface="Nunito Sans"/>
                <a:ea typeface="Nunito Sans"/>
                <a:cs typeface="Nunito Sans"/>
                <a:sym typeface="Nunito Sans"/>
              </a:defRPr>
            </a:lvl1pPr>
            <a:lvl2pPr lvl="1" algn="l">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l">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l">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l">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l">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l">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l">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l">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84" name="Google Shape;584;p68"/>
          <p:cNvSpPr txBox="1"/>
          <p:nvPr>
            <p:ph idx="28"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5" name="Shape 585"/>
        <p:cNvGrpSpPr/>
        <p:nvPr/>
      </p:nvGrpSpPr>
      <p:grpSpPr>
        <a:xfrm>
          <a:off x="0" y="0"/>
          <a:ext cx="0" cy="0"/>
          <a:chOff x="0" y="0"/>
          <a:chExt cx="0" cy="0"/>
        </a:xfrm>
      </p:grpSpPr>
      <p:sp>
        <p:nvSpPr>
          <p:cNvPr id="586" name="Google Shape;586;p69"/>
          <p:cNvSpPr txBox="1"/>
          <p:nvPr>
            <p:ph idx="1" type="body"/>
          </p:nvPr>
        </p:nvSpPr>
        <p:spPr>
          <a:xfrm>
            <a:off x="6014118" y="1661825"/>
            <a:ext cx="2148900" cy="766500"/>
          </a:xfrm>
          <a:prstGeom prst="rect">
            <a:avLst/>
          </a:prstGeom>
          <a:noFill/>
          <a:ln>
            <a:noFill/>
          </a:ln>
        </p:spPr>
        <p:txBody>
          <a:bodyPr anchorCtr="0" anchor="t" bIns="91425" lIns="0"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highlight>
                  <a:schemeClr val="dk2"/>
                </a:highlight>
              </a:defRPr>
            </a:lvl1pPr>
            <a:lvl2pPr indent="-285750" lvl="1" marL="914400" algn="l">
              <a:lnSpc>
                <a:spcPct val="115000"/>
              </a:lnSpc>
              <a:spcBef>
                <a:spcPts val="0"/>
              </a:spcBef>
              <a:spcAft>
                <a:spcPts val="0"/>
              </a:spcAft>
              <a:buClr>
                <a:schemeClr val="dk1"/>
              </a:buClr>
              <a:buSzPts val="900"/>
              <a:buFont typeface="Nunito Sans"/>
              <a:buChar char="○"/>
              <a:defRPr sz="900">
                <a:highlight>
                  <a:schemeClr val="dk2"/>
                </a:highlight>
              </a:defRPr>
            </a:lvl2pPr>
            <a:lvl3pPr indent="-285750" lvl="2" marL="1371600" algn="l">
              <a:lnSpc>
                <a:spcPct val="115000"/>
              </a:lnSpc>
              <a:spcBef>
                <a:spcPts val="0"/>
              </a:spcBef>
              <a:spcAft>
                <a:spcPts val="0"/>
              </a:spcAft>
              <a:buClr>
                <a:schemeClr val="dk1"/>
              </a:buClr>
              <a:buSzPts val="900"/>
              <a:buFont typeface="Nunito Sans"/>
              <a:buChar char="■"/>
              <a:defRPr sz="900">
                <a:highlight>
                  <a:schemeClr val="dk2"/>
                </a:highlight>
              </a:defRPr>
            </a:lvl3pPr>
            <a:lvl4pPr indent="-285750" lvl="3" marL="1828800" algn="l">
              <a:lnSpc>
                <a:spcPct val="115000"/>
              </a:lnSpc>
              <a:spcBef>
                <a:spcPts val="0"/>
              </a:spcBef>
              <a:spcAft>
                <a:spcPts val="0"/>
              </a:spcAft>
              <a:buClr>
                <a:schemeClr val="dk1"/>
              </a:buClr>
              <a:buSzPts val="900"/>
              <a:buFont typeface="Nunito Sans"/>
              <a:buChar char="●"/>
              <a:defRPr sz="900">
                <a:highlight>
                  <a:schemeClr val="dk2"/>
                </a:highlight>
              </a:defRPr>
            </a:lvl4pPr>
            <a:lvl5pPr indent="-285750" lvl="4" marL="2286000" algn="l">
              <a:lnSpc>
                <a:spcPct val="115000"/>
              </a:lnSpc>
              <a:spcBef>
                <a:spcPts val="0"/>
              </a:spcBef>
              <a:spcAft>
                <a:spcPts val="0"/>
              </a:spcAft>
              <a:buClr>
                <a:schemeClr val="dk1"/>
              </a:buClr>
              <a:buSzPts val="900"/>
              <a:buFont typeface="Nunito Sans"/>
              <a:buChar char="○"/>
              <a:defRPr sz="900">
                <a:highlight>
                  <a:schemeClr val="dk2"/>
                </a:highlight>
              </a:defRPr>
            </a:lvl5pPr>
            <a:lvl6pPr indent="-285750" lvl="5" marL="2743200" algn="l">
              <a:lnSpc>
                <a:spcPct val="115000"/>
              </a:lnSpc>
              <a:spcBef>
                <a:spcPts val="0"/>
              </a:spcBef>
              <a:spcAft>
                <a:spcPts val="0"/>
              </a:spcAft>
              <a:buClr>
                <a:schemeClr val="dk1"/>
              </a:buClr>
              <a:buSzPts val="900"/>
              <a:buFont typeface="Nunito Sans"/>
              <a:buChar char="■"/>
              <a:defRPr sz="900">
                <a:highlight>
                  <a:schemeClr val="dk2"/>
                </a:highlight>
              </a:defRPr>
            </a:lvl6pPr>
            <a:lvl7pPr indent="-285750" lvl="6" marL="3200400" algn="l">
              <a:lnSpc>
                <a:spcPct val="115000"/>
              </a:lnSpc>
              <a:spcBef>
                <a:spcPts val="0"/>
              </a:spcBef>
              <a:spcAft>
                <a:spcPts val="0"/>
              </a:spcAft>
              <a:buClr>
                <a:schemeClr val="dk1"/>
              </a:buClr>
              <a:buSzPts val="900"/>
              <a:buFont typeface="Nunito Sans"/>
              <a:buChar char="●"/>
              <a:defRPr sz="900">
                <a:highlight>
                  <a:schemeClr val="dk2"/>
                </a:highlight>
              </a:defRPr>
            </a:lvl7pPr>
            <a:lvl8pPr indent="-285750" lvl="7" marL="3657600" algn="l">
              <a:lnSpc>
                <a:spcPct val="115000"/>
              </a:lnSpc>
              <a:spcBef>
                <a:spcPts val="0"/>
              </a:spcBef>
              <a:spcAft>
                <a:spcPts val="0"/>
              </a:spcAft>
              <a:buClr>
                <a:schemeClr val="dk1"/>
              </a:buClr>
              <a:buSzPts val="900"/>
              <a:buFont typeface="Nunito Sans"/>
              <a:buChar char="○"/>
              <a:defRPr sz="900">
                <a:highlight>
                  <a:schemeClr val="dk2"/>
                </a:highlight>
              </a:defRPr>
            </a:lvl8pPr>
            <a:lvl9pPr indent="-285750" lvl="8" marL="4114800" algn="l">
              <a:lnSpc>
                <a:spcPct val="115000"/>
              </a:lnSpc>
              <a:spcBef>
                <a:spcPts val="0"/>
              </a:spcBef>
              <a:spcAft>
                <a:spcPts val="0"/>
              </a:spcAft>
              <a:buClr>
                <a:schemeClr val="dk1"/>
              </a:buClr>
              <a:buSzPts val="900"/>
              <a:buFont typeface="Nunito Sans"/>
              <a:buChar char="■"/>
              <a:defRPr sz="900">
                <a:highlight>
                  <a:schemeClr val="dk2"/>
                </a:highlight>
              </a:defRPr>
            </a:lvl9pPr>
          </a:lstStyle>
          <a:p/>
        </p:txBody>
      </p:sp>
      <p:sp>
        <p:nvSpPr>
          <p:cNvPr id="587" name="Google Shape;587;p69"/>
          <p:cNvSpPr txBox="1"/>
          <p:nvPr>
            <p:ph idx="2" type="body"/>
          </p:nvPr>
        </p:nvSpPr>
        <p:spPr>
          <a:xfrm>
            <a:off x="2317068" y="1661825"/>
            <a:ext cx="2148900" cy="766500"/>
          </a:xfrm>
          <a:prstGeom prst="rect">
            <a:avLst/>
          </a:prstGeom>
          <a:noFill/>
          <a:ln>
            <a:noFill/>
          </a:ln>
        </p:spPr>
        <p:txBody>
          <a:bodyPr anchorCtr="0" anchor="t" bIns="91425" lIns="0"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highlight>
                  <a:schemeClr val="dk2"/>
                </a:highlight>
              </a:defRPr>
            </a:lvl1pPr>
            <a:lvl2pPr indent="-285750" lvl="1" marL="914400" algn="l">
              <a:lnSpc>
                <a:spcPct val="115000"/>
              </a:lnSpc>
              <a:spcBef>
                <a:spcPts val="0"/>
              </a:spcBef>
              <a:spcAft>
                <a:spcPts val="0"/>
              </a:spcAft>
              <a:buClr>
                <a:schemeClr val="dk1"/>
              </a:buClr>
              <a:buSzPts val="900"/>
              <a:buFont typeface="Nunito Sans"/>
              <a:buChar char="○"/>
              <a:defRPr sz="900">
                <a:highlight>
                  <a:schemeClr val="dk2"/>
                </a:highlight>
              </a:defRPr>
            </a:lvl2pPr>
            <a:lvl3pPr indent="-285750" lvl="2" marL="1371600" algn="l">
              <a:lnSpc>
                <a:spcPct val="115000"/>
              </a:lnSpc>
              <a:spcBef>
                <a:spcPts val="0"/>
              </a:spcBef>
              <a:spcAft>
                <a:spcPts val="0"/>
              </a:spcAft>
              <a:buClr>
                <a:schemeClr val="dk1"/>
              </a:buClr>
              <a:buSzPts val="900"/>
              <a:buFont typeface="Nunito Sans"/>
              <a:buChar char="■"/>
              <a:defRPr sz="900">
                <a:highlight>
                  <a:schemeClr val="dk2"/>
                </a:highlight>
              </a:defRPr>
            </a:lvl3pPr>
            <a:lvl4pPr indent="-285750" lvl="3" marL="1828800" algn="l">
              <a:lnSpc>
                <a:spcPct val="115000"/>
              </a:lnSpc>
              <a:spcBef>
                <a:spcPts val="0"/>
              </a:spcBef>
              <a:spcAft>
                <a:spcPts val="0"/>
              </a:spcAft>
              <a:buClr>
                <a:schemeClr val="dk1"/>
              </a:buClr>
              <a:buSzPts val="900"/>
              <a:buFont typeface="Nunito Sans"/>
              <a:buChar char="●"/>
              <a:defRPr sz="900">
                <a:highlight>
                  <a:schemeClr val="dk2"/>
                </a:highlight>
              </a:defRPr>
            </a:lvl4pPr>
            <a:lvl5pPr indent="-285750" lvl="4" marL="2286000" algn="l">
              <a:lnSpc>
                <a:spcPct val="115000"/>
              </a:lnSpc>
              <a:spcBef>
                <a:spcPts val="0"/>
              </a:spcBef>
              <a:spcAft>
                <a:spcPts val="0"/>
              </a:spcAft>
              <a:buClr>
                <a:schemeClr val="dk1"/>
              </a:buClr>
              <a:buSzPts val="900"/>
              <a:buFont typeface="Nunito Sans"/>
              <a:buChar char="○"/>
              <a:defRPr sz="900">
                <a:highlight>
                  <a:schemeClr val="dk2"/>
                </a:highlight>
              </a:defRPr>
            </a:lvl5pPr>
            <a:lvl6pPr indent="-285750" lvl="5" marL="2743200" algn="l">
              <a:lnSpc>
                <a:spcPct val="115000"/>
              </a:lnSpc>
              <a:spcBef>
                <a:spcPts val="0"/>
              </a:spcBef>
              <a:spcAft>
                <a:spcPts val="0"/>
              </a:spcAft>
              <a:buClr>
                <a:schemeClr val="dk1"/>
              </a:buClr>
              <a:buSzPts val="900"/>
              <a:buFont typeface="Nunito Sans"/>
              <a:buChar char="■"/>
              <a:defRPr sz="900">
                <a:highlight>
                  <a:schemeClr val="dk2"/>
                </a:highlight>
              </a:defRPr>
            </a:lvl6pPr>
            <a:lvl7pPr indent="-285750" lvl="6" marL="3200400" algn="l">
              <a:lnSpc>
                <a:spcPct val="115000"/>
              </a:lnSpc>
              <a:spcBef>
                <a:spcPts val="0"/>
              </a:spcBef>
              <a:spcAft>
                <a:spcPts val="0"/>
              </a:spcAft>
              <a:buClr>
                <a:schemeClr val="dk1"/>
              </a:buClr>
              <a:buSzPts val="900"/>
              <a:buFont typeface="Nunito Sans"/>
              <a:buChar char="●"/>
              <a:defRPr sz="900">
                <a:highlight>
                  <a:schemeClr val="dk2"/>
                </a:highlight>
              </a:defRPr>
            </a:lvl7pPr>
            <a:lvl8pPr indent="-285750" lvl="7" marL="3657600" algn="l">
              <a:lnSpc>
                <a:spcPct val="115000"/>
              </a:lnSpc>
              <a:spcBef>
                <a:spcPts val="0"/>
              </a:spcBef>
              <a:spcAft>
                <a:spcPts val="0"/>
              </a:spcAft>
              <a:buClr>
                <a:schemeClr val="dk1"/>
              </a:buClr>
              <a:buSzPts val="900"/>
              <a:buFont typeface="Nunito Sans"/>
              <a:buChar char="○"/>
              <a:defRPr sz="900">
                <a:highlight>
                  <a:schemeClr val="dk2"/>
                </a:highlight>
              </a:defRPr>
            </a:lvl8pPr>
            <a:lvl9pPr indent="-285750" lvl="8" marL="4114800" algn="l">
              <a:lnSpc>
                <a:spcPct val="115000"/>
              </a:lnSpc>
              <a:spcBef>
                <a:spcPts val="0"/>
              </a:spcBef>
              <a:spcAft>
                <a:spcPts val="0"/>
              </a:spcAft>
              <a:buClr>
                <a:schemeClr val="dk1"/>
              </a:buClr>
              <a:buSzPts val="900"/>
              <a:buFont typeface="Nunito Sans"/>
              <a:buChar char="■"/>
              <a:defRPr sz="900">
                <a:highlight>
                  <a:schemeClr val="dk2"/>
                </a:highlight>
              </a:defRPr>
            </a:lvl9pPr>
          </a:lstStyle>
          <a:p/>
        </p:txBody>
      </p:sp>
      <p:sp>
        <p:nvSpPr>
          <p:cNvPr id="588" name="Google Shape;588;p69"/>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589" name="Google Shape;589;p69"/>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590" name="Google Shape;590;p6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591" name="Google Shape;591;p69"/>
          <p:cNvSpPr/>
          <p:nvPr>
            <p:ph idx="3" type="pic"/>
          </p:nvPr>
        </p:nvSpPr>
        <p:spPr>
          <a:xfrm>
            <a:off x="988450" y="2967538"/>
            <a:ext cx="1264200" cy="1258500"/>
          </a:xfrm>
          <a:prstGeom prst="roundRect">
            <a:avLst>
              <a:gd fmla="val 16718" name="adj"/>
            </a:avLst>
          </a:prstGeom>
          <a:noFill/>
          <a:ln>
            <a:noFill/>
          </a:ln>
        </p:spPr>
      </p:sp>
      <p:sp>
        <p:nvSpPr>
          <p:cNvPr id="592" name="Google Shape;592;p69"/>
          <p:cNvSpPr txBox="1"/>
          <p:nvPr>
            <p:ph idx="4" type="subTitle"/>
          </p:nvPr>
        </p:nvSpPr>
        <p:spPr>
          <a:xfrm>
            <a:off x="2317068" y="2953117"/>
            <a:ext cx="1314600" cy="311400"/>
          </a:xfrm>
          <a:prstGeom prst="rect">
            <a:avLst/>
          </a:prstGeom>
          <a:noFill/>
          <a:ln>
            <a:noFill/>
          </a:ln>
        </p:spPr>
        <p:txBody>
          <a:bodyPr anchorCtr="0" anchor="b" bIns="0" lIns="91425" spcFirstLastPara="1" rIns="91425" wrap="square" tIns="91425">
            <a:noAutofit/>
          </a:bodyPr>
          <a:lstStyle>
            <a:lvl1pPr lvl="0" algn="l">
              <a:lnSpc>
                <a:spcPct val="115000"/>
              </a:lnSpc>
              <a:spcBef>
                <a:spcPts val="0"/>
              </a:spcBef>
              <a:spcAft>
                <a:spcPts val="0"/>
              </a:spcAft>
              <a:buSzPts val="1200"/>
              <a:buNone/>
              <a:defRPr b="1" sz="10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593" name="Google Shape;593;p69"/>
          <p:cNvSpPr txBox="1"/>
          <p:nvPr>
            <p:ph idx="5" type="subTitle"/>
          </p:nvPr>
        </p:nvSpPr>
        <p:spPr>
          <a:xfrm>
            <a:off x="2317068" y="3283266"/>
            <a:ext cx="1314600" cy="311400"/>
          </a:xfrm>
          <a:prstGeom prst="rect">
            <a:avLst/>
          </a:prstGeom>
          <a:noFill/>
          <a:ln>
            <a:noFill/>
          </a:ln>
        </p:spPr>
        <p:txBody>
          <a:bodyPr anchorCtr="0" anchor="t" bIns="0" lIns="91425" spcFirstLastPara="1" rIns="91425" wrap="square" tIns="0">
            <a:noAutofit/>
          </a:bodyPr>
          <a:lstStyle>
            <a:lvl1pPr lvl="0" algn="l">
              <a:lnSpc>
                <a:spcPct val="115000"/>
              </a:lnSpc>
              <a:spcBef>
                <a:spcPts val="0"/>
              </a:spcBef>
              <a:spcAft>
                <a:spcPts val="0"/>
              </a:spcAft>
              <a:buSzPts val="1200"/>
              <a:buNone/>
              <a:defRPr sz="1000">
                <a:highlight>
                  <a:schemeClr val="dk2"/>
                </a:highlight>
                <a:latin typeface="Nunito Sans"/>
                <a:ea typeface="Nunito Sans"/>
                <a:cs typeface="Nunito Sans"/>
                <a:sym typeface="Nunito Sans"/>
              </a:defRPr>
            </a:lvl1pPr>
            <a:lvl2pPr lvl="1"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594" name="Google Shape;594;p69"/>
          <p:cNvSpPr txBox="1"/>
          <p:nvPr>
            <p:ph idx="6" type="body"/>
          </p:nvPr>
        </p:nvSpPr>
        <p:spPr>
          <a:xfrm>
            <a:off x="2317068" y="3459387"/>
            <a:ext cx="2148900" cy="766500"/>
          </a:xfrm>
          <a:prstGeom prst="rect">
            <a:avLst/>
          </a:prstGeom>
          <a:noFill/>
          <a:ln>
            <a:noFill/>
          </a:ln>
        </p:spPr>
        <p:txBody>
          <a:bodyPr anchorCtr="0" anchor="t" bIns="91425" lIns="0"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highlight>
                  <a:schemeClr val="dk2"/>
                </a:highlight>
              </a:defRPr>
            </a:lvl1pPr>
            <a:lvl2pPr indent="-285750" lvl="1" marL="914400" algn="l">
              <a:lnSpc>
                <a:spcPct val="115000"/>
              </a:lnSpc>
              <a:spcBef>
                <a:spcPts val="0"/>
              </a:spcBef>
              <a:spcAft>
                <a:spcPts val="0"/>
              </a:spcAft>
              <a:buClr>
                <a:schemeClr val="dk1"/>
              </a:buClr>
              <a:buSzPts val="900"/>
              <a:buFont typeface="Nunito Sans"/>
              <a:buChar char="○"/>
              <a:defRPr sz="900">
                <a:highlight>
                  <a:schemeClr val="dk2"/>
                </a:highlight>
              </a:defRPr>
            </a:lvl2pPr>
            <a:lvl3pPr indent="-285750" lvl="2" marL="1371600" algn="l">
              <a:lnSpc>
                <a:spcPct val="115000"/>
              </a:lnSpc>
              <a:spcBef>
                <a:spcPts val="0"/>
              </a:spcBef>
              <a:spcAft>
                <a:spcPts val="0"/>
              </a:spcAft>
              <a:buClr>
                <a:schemeClr val="dk1"/>
              </a:buClr>
              <a:buSzPts val="900"/>
              <a:buFont typeface="Nunito Sans"/>
              <a:buChar char="■"/>
              <a:defRPr sz="900">
                <a:highlight>
                  <a:schemeClr val="dk2"/>
                </a:highlight>
              </a:defRPr>
            </a:lvl3pPr>
            <a:lvl4pPr indent="-285750" lvl="3" marL="1828800" algn="l">
              <a:lnSpc>
                <a:spcPct val="115000"/>
              </a:lnSpc>
              <a:spcBef>
                <a:spcPts val="0"/>
              </a:spcBef>
              <a:spcAft>
                <a:spcPts val="0"/>
              </a:spcAft>
              <a:buClr>
                <a:schemeClr val="dk1"/>
              </a:buClr>
              <a:buSzPts val="900"/>
              <a:buFont typeface="Nunito Sans"/>
              <a:buChar char="●"/>
              <a:defRPr sz="900">
                <a:highlight>
                  <a:schemeClr val="dk2"/>
                </a:highlight>
              </a:defRPr>
            </a:lvl4pPr>
            <a:lvl5pPr indent="-285750" lvl="4" marL="2286000" algn="l">
              <a:lnSpc>
                <a:spcPct val="115000"/>
              </a:lnSpc>
              <a:spcBef>
                <a:spcPts val="0"/>
              </a:spcBef>
              <a:spcAft>
                <a:spcPts val="0"/>
              </a:spcAft>
              <a:buClr>
                <a:schemeClr val="dk1"/>
              </a:buClr>
              <a:buSzPts val="900"/>
              <a:buFont typeface="Nunito Sans"/>
              <a:buChar char="○"/>
              <a:defRPr sz="900">
                <a:highlight>
                  <a:schemeClr val="dk2"/>
                </a:highlight>
              </a:defRPr>
            </a:lvl5pPr>
            <a:lvl6pPr indent="-285750" lvl="5" marL="2743200" algn="l">
              <a:lnSpc>
                <a:spcPct val="115000"/>
              </a:lnSpc>
              <a:spcBef>
                <a:spcPts val="0"/>
              </a:spcBef>
              <a:spcAft>
                <a:spcPts val="0"/>
              </a:spcAft>
              <a:buClr>
                <a:schemeClr val="dk1"/>
              </a:buClr>
              <a:buSzPts val="900"/>
              <a:buFont typeface="Nunito Sans"/>
              <a:buChar char="■"/>
              <a:defRPr sz="900">
                <a:highlight>
                  <a:schemeClr val="dk2"/>
                </a:highlight>
              </a:defRPr>
            </a:lvl6pPr>
            <a:lvl7pPr indent="-285750" lvl="6" marL="3200400" algn="l">
              <a:lnSpc>
                <a:spcPct val="115000"/>
              </a:lnSpc>
              <a:spcBef>
                <a:spcPts val="0"/>
              </a:spcBef>
              <a:spcAft>
                <a:spcPts val="0"/>
              </a:spcAft>
              <a:buClr>
                <a:schemeClr val="dk1"/>
              </a:buClr>
              <a:buSzPts val="900"/>
              <a:buFont typeface="Nunito Sans"/>
              <a:buChar char="●"/>
              <a:defRPr sz="900">
                <a:highlight>
                  <a:schemeClr val="dk2"/>
                </a:highlight>
              </a:defRPr>
            </a:lvl7pPr>
            <a:lvl8pPr indent="-285750" lvl="7" marL="3657600" algn="l">
              <a:lnSpc>
                <a:spcPct val="115000"/>
              </a:lnSpc>
              <a:spcBef>
                <a:spcPts val="0"/>
              </a:spcBef>
              <a:spcAft>
                <a:spcPts val="0"/>
              </a:spcAft>
              <a:buClr>
                <a:schemeClr val="dk1"/>
              </a:buClr>
              <a:buSzPts val="900"/>
              <a:buFont typeface="Nunito Sans"/>
              <a:buChar char="○"/>
              <a:defRPr sz="900">
                <a:highlight>
                  <a:schemeClr val="dk2"/>
                </a:highlight>
              </a:defRPr>
            </a:lvl8pPr>
            <a:lvl9pPr indent="-285750" lvl="8" marL="4114800" algn="l">
              <a:lnSpc>
                <a:spcPct val="115000"/>
              </a:lnSpc>
              <a:spcBef>
                <a:spcPts val="0"/>
              </a:spcBef>
              <a:spcAft>
                <a:spcPts val="0"/>
              </a:spcAft>
              <a:buClr>
                <a:schemeClr val="dk1"/>
              </a:buClr>
              <a:buSzPts val="900"/>
              <a:buFont typeface="Nunito Sans"/>
              <a:buChar char="■"/>
              <a:defRPr sz="900">
                <a:highlight>
                  <a:schemeClr val="dk2"/>
                </a:highlight>
              </a:defRPr>
            </a:lvl9pPr>
          </a:lstStyle>
          <a:p/>
        </p:txBody>
      </p:sp>
      <p:sp>
        <p:nvSpPr>
          <p:cNvPr id="595" name="Google Shape;595;p69"/>
          <p:cNvSpPr/>
          <p:nvPr>
            <p:ph idx="7" type="pic"/>
          </p:nvPr>
        </p:nvSpPr>
        <p:spPr>
          <a:xfrm>
            <a:off x="4685500" y="1169975"/>
            <a:ext cx="1264200" cy="1258500"/>
          </a:xfrm>
          <a:prstGeom prst="roundRect">
            <a:avLst>
              <a:gd fmla="val 16718" name="adj"/>
            </a:avLst>
          </a:prstGeom>
          <a:noFill/>
          <a:ln>
            <a:noFill/>
          </a:ln>
        </p:spPr>
      </p:sp>
      <p:sp>
        <p:nvSpPr>
          <p:cNvPr id="596" name="Google Shape;596;p69"/>
          <p:cNvSpPr txBox="1"/>
          <p:nvPr>
            <p:ph idx="8" type="subTitle"/>
          </p:nvPr>
        </p:nvSpPr>
        <p:spPr>
          <a:xfrm>
            <a:off x="6014118" y="1155555"/>
            <a:ext cx="1314600" cy="311400"/>
          </a:xfrm>
          <a:prstGeom prst="rect">
            <a:avLst/>
          </a:prstGeom>
          <a:noFill/>
          <a:ln>
            <a:noFill/>
          </a:ln>
        </p:spPr>
        <p:txBody>
          <a:bodyPr anchorCtr="0" anchor="b" bIns="0" lIns="91425" spcFirstLastPara="1" rIns="91425" wrap="square" tIns="91425">
            <a:noAutofit/>
          </a:bodyPr>
          <a:lstStyle>
            <a:lvl1pPr lvl="0" algn="l">
              <a:lnSpc>
                <a:spcPct val="115000"/>
              </a:lnSpc>
              <a:spcBef>
                <a:spcPts val="0"/>
              </a:spcBef>
              <a:spcAft>
                <a:spcPts val="0"/>
              </a:spcAft>
              <a:buSzPts val="1200"/>
              <a:buNone/>
              <a:defRPr b="1" sz="10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597" name="Google Shape;597;p69"/>
          <p:cNvSpPr txBox="1"/>
          <p:nvPr>
            <p:ph idx="9" type="subTitle"/>
          </p:nvPr>
        </p:nvSpPr>
        <p:spPr>
          <a:xfrm>
            <a:off x="6014118" y="1485704"/>
            <a:ext cx="1314600" cy="311400"/>
          </a:xfrm>
          <a:prstGeom prst="rect">
            <a:avLst/>
          </a:prstGeom>
          <a:noFill/>
          <a:ln>
            <a:noFill/>
          </a:ln>
        </p:spPr>
        <p:txBody>
          <a:bodyPr anchorCtr="0" anchor="t" bIns="0" lIns="91425" spcFirstLastPara="1" rIns="91425" wrap="square" tIns="0">
            <a:noAutofit/>
          </a:bodyPr>
          <a:lstStyle>
            <a:lvl1pPr lvl="0" algn="l">
              <a:lnSpc>
                <a:spcPct val="115000"/>
              </a:lnSpc>
              <a:spcBef>
                <a:spcPts val="0"/>
              </a:spcBef>
              <a:spcAft>
                <a:spcPts val="0"/>
              </a:spcAft>
              <a:buSzPts val="1200"/>
              <a:buNone/>
              <a:defRPr sz="1000">
                <a:highlight>
                  <a:schemeClr val="dk2"/>
                </a:highlight>
                <a:latin typeface="Nunito Sans"/>
                <a:ea typeface="Nunito Sans"/>
                <a:cs typeface="Nunito Sans"/>
                <a:sym typeface="Nunito Sans"/>
              </a:defRPr>
            </a:lvl1pPr>
            <a:lvl2pPr lvl="1"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598" name="Google Shape;598;p69"/>
          <p:cNvSpPr/>
          <p:nvPr>
            <p:ph idx="13" type="pic"/>
          </p:nvPr>
        </p:nvSpPr>
        <p:spPr>
          <a:xfrm>
            <a:off x="4685500" y="2967538"/>
            <a:ext cx="1264200" cy="1258500"/>
          </a:xfrm>
          <a:prstGeom prst="roundRect">
            <a:avLst>
              <a:gd fmla="val 16718" name="adj"/>
            </a:avLst>
          </a:prstGeom>
          <a:noFill/>
          <a:ln>
            <a:noFill/>
          </a:ln>
        </p:spPr>
      </p:sp>
      <p:sp>
        <p:nvSpPr>
          <p:cNvPr id="599" name="Google Shape;599;p69"/>
          <p:cNvSpPr txBox="1"/>
          <p:nvPr>
            <p:ph idx="14" type="subTitle"/>
          </p:nvPr>
        </p:nvSpPr>
        <p:spPr>
          <a:xfrm>
            <a:off x="6014118" y="2953117"/>
            <a:ext cx="1314600" cy="311400"/>
          </a:xfrm>
          <a:prstGeom prst="rect">
            <a:avLst/>
          </a:prstGeom>
          <a:noFill/>
          <a:ln>
            <a:noFill/>
          </a:ln>
        </p:spPr>
        <p:txBody>
          <a:bodyPr anchorCtr="0" anchor="b" bIns="0" lIns="91425" spcFirstLastPara="1" rIns="91425" wrap="square" tIns="91425">
            <a:noAutofit/>
          </a:bodyPr>
          <a:lstStyle>
            <a:lvl1pPr lvl="0" algn="l">
              <a:lnSpc>
                <a:spcPct val="115000"/>
              </a:lnSpc>
              <a:spcBef>
                <a:spcPts val="0"/>
              </a:spcBef>
              <a:spcAft>
                <a:spcPts val="0"/>
              </a:spcAft>
              <a:buSzPts val="1200"/>
              <a:buNone/>
              <a:defRPr b="1" sz="10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00" name="Google Shape;600;p69"/>
          <p:cNvSpPr txBox="1"/>
          <p:nvPr>
            <p:ph idx="15" type="subTitle"/>
          </p:nvPr>
        </p:nvSpPr>
        <p:spPr>
          <a:xfrm>
            <a:off x="6014118" y="3283266"/>
            <a:ext cx="1314600" cy="311400"/>
          </a:xfrm>
          <a:prstGeom prst="rect">
            <a:avLst/>
          </a:prstGeom>
          <a:noFill/>
          <a:ln>
            <a:noFill/>
          </a:ln>
        </p:spPr>
        <p:txBody>
          <a:bodyPr anchorCtr="0" anchor="t" bIns="0" lIns="91425" spcFirstLastPara="1" rIns="91425" wrap="square" tIns="0">
            <a:noAutofit/>
          </a:bodyPr>
          <a:lstStyle>
            <a:lvl1pPr lvl="0" algn="l">
              <a:lnSpc>
                <a:spcPct val="115000"/>
              </a:lnSpc>
              <a:spcBef>
                <a:spcPts val="0"/>
              </a:spcBef>
              <a:spcAft>
                <a:spcPts val="0"/>
              </a:spcAft>
              <a:buSzPts val="1200"/>
              <a:buNone/>
              <a:defRPr sz="1000">
                <a:highlight>
                  <a:schemeClr val="dk2"/>
                </a:highlight>
                <a:latin typeface="Nunito Sans"/>
                <a:ea typeface="Nunito Sans"/>
                <a:cs typeface="Nunito Sans"/>
                <a:sym typeface="Nunito Sans"/>
              </a:defRPr>
            </a:lvl1pPr>
            <a:lvl2pPr lvl="1"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01" name="Google Shape;601;p69"/>
          <p:cNvSpPr txBox="1"/>
          <p:nvPr>
            <p:ph idx="16" type="body"/>
          </p:nvPr>
        </p:nvSpPr>
        <p:spPr>
          <a:xfrm>
            <a:off x="6014118" y="3459387"/>
            <a:ext cx="2148900" cy="766500"/>
          </a:xfrm>
          <a:prstGeom prst="rect">
            <a:avLst/>
          </a:prstGeom>
          <a:noFill/>
          <a:ln>
            <a:noFill/>
          </a:ln>
        </p:spPr>
        <p:txBody>
          <a:bodyPr anchorCtr="0" anchor="t" bIns="91425" lIns="0"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highlight>
                  <a:schemeClr val="dk2"/>
                </a:highlight>
              </a:defRPr>
            </a:lvl1pPr>
            <a:lvl2pPr indent="-285750" lvl="1" marL="914400" algn="l">
              <a:lnSpc>
                <a:spcPct val="115000"/>
              </a:lnSpc>
              <a:spcBef>
                <a:spcPts val="0"/>
              </a:spcBef>
              <a:spcAft>
                <a:spcPts val="0"/>
              </a:spcAft>
              <a:buClr>
                <a:schemeClr val="dk1"/>
              </a:buClr>
              <a:buSzPts val="900"/>
              <a:buFont typeface="Nunito Sans"/>
              <a:buChar char="○"/>
              <a:defRPr sz="900">
                <a:highlight>
                  <a:schemeClr val="dk2"/>
                </a:highlight>
              </a:defRPr>
            </a:lvl2pPr>
            <a:lvl3pPr indent="-285750" lvl="2" marL="1371600" algn="l">
              <a:lnSpc>
                <a:spcPct val="115000"/>
              </a:lnSpc>
              <a:spcBef>
                <a:spcPts val="0"/>
              </a:spcBef>
              <a:spcAft>
                <a:spcPts val="0"/>
              </a:spcAft>
              <a:buClr>
                <a:schemeClr val="dk1"/>
              </a:buClr>
              <a:buSzPts val="900"/>
              <a:buFont typeface="Nunito Sans"/>
              <a:buChar char="■"/>
              <a:defRPr sz="900">
                <a:highlight>
                  <a:schemeClr val="dk2"/>
                </a:highlight>
              </a:defRPr>
            </a:lvl3pPr>
            <a:lvl4pPr indent="-285750" lvl="3" marL="1828800" algn="l">
              <a:lnSpc>
                <a:spcPct val="115000"/>
              </a:lnSpc>
              <a:spcBef>
                <a:spcPts val="0"/>
              </a:spcBef>
              <a:spcAft>
                <a:spcPts val="0"/>
              </a:spcAft>
              <a:buClr>
                <a:schemeClr val="dk1"/>
              </a:buClr>
              <a:buSzPts val="900"/>
              <a:buFont typeface="Nunito Sans"/>
              <a:buChar char="●"/>
              <a:defRPr sz="900">
                <a:highlight>
                  <a:schemeClr val="dk2"/>
                </a:highlight>
              </a:defRPr>
            </a:lvl4pPr>
            <a:lvl5pPr indent="-285750" lvl="4" marL="2286000" algn="l">
              <a:lnSpc>
                <a:spcPct val="115000"/>
              </a:lnSpc>
              <a:spcBef>
                <a:spcPts val="0"/>
              </a:spcBef>
              <a:spcAft>
                <a:spcPts val="0"/>
              </a:spcAft>
              <a:buClr>
                <a:schemeClr val="dk1"/>
              </a:buClr>
              <a:buSzPts val="900"/>
              <a:buFont typeface="Nunito Sans"/>
              <a:buChar char="○"/>
              <a:defRPr sz="900">
                <a:highlight>
                  <a:schemeClr val="dk2"/>
                </a:highlight>
              </a:defRPr>
            </a:lvl5pPr>
            <a:lvl6pPr indent="-285750" lvl="5" marL="2743200" algn="l">
              <a:lnSpc>
                <a:spcPct val="115000"/>
              </a:lnSpc>
              <a:spcBef>
                <a:spcPts val="0"/>
              </a:spcBef>
              <a:spcAft>
                <a:spcPts val="0"/>
              </a:spcAft>
              <a:buClr>
                <a:schemeClr val="dk1"/>
              </a:buClr>
              <a:buSzPts val="900"/>
              <a:buFont typeface="Nunito Sans"/>
              <a:buChar char="■"/>
              <a:defRPr sz="900">
                <a:highlight>
                  <a:schemeClr val="dk2"/>
                </a:highlight>
              </a:defRPr>
            </a:lvl6pPr>
            <a:lvl7pPr indent="-285750" lvl="6" marL="3200400" algn="l">
              <a:lnSpc>
                <a:spcPct val="115000"/>
              </a:lnSpc>
              <a:spcBef>
                <a:spcPts val="0"/>
              </a:spcBef>
              <a:spcAft>
                <a:spcPts val="0"/>
              </a:spcAft>
              <a:buClr>
                <a:schemeClr val="dk1"/>
              </a:buClr>
              <a:buSzPts val="900"/>
              <a:buFont typeface="Nunito Sans"/>
              <a:buChar char="●"/>
              <a:defRPr sz="900">
                <a:highlight>
                  <a:schemeClr val="dk2"/>
                </a:highlight>
              </a:defRPr>
            </a:lvl7pPr>
            <a:lvl8pPr indent="-285750" lvl="7" marL="3657600" algn="l">
              <a:lnSpc>
                <a:spcPct val="115000"/>
              </a:lnSpc>
              <a:spcBef>
                <a:spcPts val="0"/>
              </a:spcBef>
              <a:spcAft>
                <a:spcPts val="0"/>
              </a:spcAft>
              <a:buClr>
                <a:schemeClr val="dk1"/>
              </a:buClr>
              <a:buSzPts val="900"/>
              <a:buFont typeface="Nunito Sans"/>
              <a:buChar char="○"/>
              <a:defRPr sz="900">
                <a:highlight>
                  <a:schemeClr val="dk2"/>
                </a:highlight>
              </a:defRPr>
            </a:lvl8pPr>
            <a:lvl9pPr indent="-285750" lvl="8" marL="4114800" algn="l">
              <a:lnSpc>
                <a:spcPct val="115000"/>
              </a:lnSpc>
              <a:spcBef>
                <a:spcPts val="0"/>
              </a:spcBef>
              <a:spcAft>
                <a:spcPts val="0"/>
              </a:spcAft>
              <a:buClr>
                <a:schemeClr val="dk1"/>
              </a:buClr>
              <a:buSzPts val="900"/>
              <a:buFont typeface="Nunito Sans"/>
              <a:buChar char="■"/>
              <a:defRPr sz="900">
                <a:highlight>
                  <a:schemeClr val="dk2"/>
                </a:highlight>
              </a:defRPr>
            </a:lvl9pPr>
          </a:lstStyle>
          <a:p/>
        </p:txBody>
      </p:sp>
      <p:sp>
        <p:nvSpPr>
          <p:cNvPr id="602" name="Google Shape;602;p69"/>
          <p:cNvSpPr/>
          <p:nvPr>
            <p:ph idx="17" type="pic"/>
          </p:nvPr>
        </p:nvSpPr>
        <p:spPr>
          <a:xfrm>
            <a:off x="988450" y="1169975"/>
            <a:ext cx="1264200" cy="1258500"/>
          </a:xfrm>
          <a:prstGeom prst="roundRect">
            <a:avLst>
              <a:gd fmla="val 16718" name="adj"/>
            </a:avLst>
          </a:prstGeom>
          <a:noFill/>
          <a:ln>
            <a:noFill/>
          </a:ln>
        </p:spPr>
      </p:sp>
      <p:sp>
        <p:nvSpPr>
          <p:cNvPr id="603" name="Google Shape;603;p69"/>
          <p:cNvSpPr txBox="1"/>
          <p:nvPr>
            <p:ph idx="18" type="subTitle"/>
          </p:nvPr>
        </p:nvSpPr>
        <p:spPr>
          <a:xfrm>
            <a:off x="2317068" y="1155555"/>
            <a:ext cx="1314600" cy="311400"/>
          </a:xfrm>
          <a:prstGeom prst="rect">
            <a:avLst/>
          </a:prstGeom>
          <a:noFill/>
          <a:ln>
            <a:noFill/>
          </a:ln>
        </p:spPr>
        <p:txBody>
          <a:bodyPr anchorCtr="0" anchor="b" bIns="0" lIns="91425" spcFirstLastPara="1" rIns="91425" wrap="square" tIns="91425">
            <a:noAutofit/>
          </a:bodyPr>
          <a:lstStyle>
            <a:lvl1pPr lvl="0" algn="l">
              <a:lnSpc>
                <a:spcPct val="115000"/>
              </a:lnSpc>
              <a:spcBef>
                <a:spcPts val="0"/>
              </a:spcBef>
              <a:spcAft>
                <a:spcPts val="0"/>
              </a:spcAft>
              <a:buSzPts val="1200"/>
              <a:buNone/>
              <a:defRPr b="1" sz="1000">
                <a:solidFill>
                  <a:schemeClr val="accent1"/>
                </a:solidFill>
                <a:latin typeface="Nunito Sans"/>
                <a:ea typeface="Nunito Sans"/>
                <a:cs typeface="Nunito Sans"/>
                <a:sym typeface="Nunito Sans"/>
              </a:defRPr>
            </a:lvl1pPr>
            <a:lvl2pPr lvl="1"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lgn="l">
              <a:lnSpc>
                <a:spcPct val="115000"/>
              </a:lnSpc>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04" name="Google Shape;604;p69"/>
          <p:cNvSpPr txBox="1"/>
          <p:nvPr>
            <p:ph idx="19" type="subTitle"/>
          </p:nvPr>
        </p:nvSpPr>
        <p:spPr>
          <a:xfrm>
            <a:off x="2317068" y="1485704"/>
            <a:ext cx="1314600" cy="311400"/>
          </a:xfrm>
          <a:prstGeom prst="rect">
            <a:avLst/>
          </a:prstGeom>
          <a:noFill/>
          <a:ln>
            <a:noFill/>
          </a:ln>
        </p:spPr>
        <p:txBody>
          <a:bodyPr anchorCtr="0" anchor="t" bIns="0" lIns="91425" spcFirstLastPara="1" rIns="91425" wrap="square" tIns="0">
            <a:noAutofit/>
          </a:bodyPr>
          <a:lstStyle>
            <a:lvl1pPr lvl="0" algn="l">
              <a:lnSpc>
                <a:spcPct val="115000"/>
              </a:lnSpc>
              <a:spcBef>
                <a:spcPts val="0"/>
              </a:spcBef>
              <a:spcAft>
                <a:spcPts val="0"/>
              </a:spcAft>
              <a:buSzPts val="1200"/>
              <a:buNone/>
              <a:defRPr sz="1000">
                <a:highlight>
                  <a:schemeClr val="dk2"/>
                </a:highlight>
                <a:latin typeface="Nunito Sans"/>
                <a:ea typeface="Nunito Sans"/>
                <a:cs typeface="Nunito Sans"/>
                <a:sym typeface="Nunito Sans"/>
              </a:defRPr>
            </a:lvl1pPr>
            <a:lvl2pPr lvl="1"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lgn="l">
              <a:lnSpc>
                <a:spcPct val="115000"/>
              </a:lnSpc>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05" name="Google Shape;605;p69"/>
          <p:cNvSpPr txBox="1"/>
          <p:nvPr>
            <p:ph idx="20"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606" name="Shape 606"/>
        <p:cNvGrpSpPr/>
        <p:nvPr/>
      </p:nvGrpSpPr>
      <p:grpSpPr>
        <a:xfrm>
          <a:off x="0" y="0"/>
          <a:ext cx="0" cy="0"/>
          <a:chOff x="0" y="0"/>
          <a:chExt cx="0" cy="0"/>
        </a:xfrm>
      </p:grpSpPr>
      <p:sp>
        <p:nvSpPr>
          <p:cNvPr id="607" name="Google Shape;607;p70"/>
          <p:cNvSpPr txBox="1"/>
          <p:nvPr>
            <p:ph type="title"/>
          </p:nvPr>
        </p:nvSpPr>
        <p:spPr>
          <a:xfrm>
            <a:off x="228600" y="228600"/>
            <a:ext cx="4803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608" name="Google Shape;608;p7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609" name="Google Shape;609;p70"/>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Nunito Sans"/>
              <a:ea typeface="Nunito Sans"/>
              <a:cs typeface="Nunito Sans"/>
              <a:sym typeface="Nunito Sans"/>
            </a:endParaRPr>
          </a:p>
        </p:txBody>
      </p:sp>
      <p:sp>
        <p:nvSpPr>
          <p:cNvPr id="610" name="Google Shape;610;p70"/>
          <p:cNvSpPr txBox="1"/>
          <p:nvPr>
            <p:ph idx="1"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lgn="l">
              <a:lnSpc>
                <a:spcPct val="115000"/>
              </a:lnSpc>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611" name="Shape 611"/>
        <p:cNvGrpSpPr/>
        <p:nvPr/>
      </p:nvGrpSpPr>
      <p:grpSpPr>
        <a:xfrm>
          <a:off x="0" y="0"/>
          <a:ext cx="0" cy="0"/>
          <a:chOff x="0" y="0"/>
          <a:chExt cx="0" cy="0"/>
        </a:xfrm>
      </p:grpSpPr>
      <p:sp>
        <p:nvSpPr>
          <p:cNvPr id="612" name="Google Shape;612;p71"/>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613" name="Google Shape;613;p71"/>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614" name="Google Shape;614;p7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615" name="Google Shape;615;p71"/>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atin typeface="Poppins SemiBold"/>
                <a:ea typeface="Poppins SemiBold"/>
                <a:cs typeface="Poppins SemiBold"/>
                <a:sym typeface="Poppins SemiBold"/>
              </a:defRPr>
            </a:lvl2pPr>
            <a:lvl3pPr lvl="2" algn="l">
              <a:lnSpc>
                <a:spcPct val="100000"/>
              </a:lnSpc>
              <a:spcBef>
                <a:spcPts val="0"/>
              </a:spcBef>
              <a:spcAft>
                <a:spcPts val="0"/>
              </a:spcAft>
              <a:buSzPts val="2000"/>
              <a:buNone/>
              <a:defRPr sz="2000">
                <a:latin typeface="Poppins SemiBold"/>
                <a:ea typeface="Poppins SemiBold"/>
                <a:cs typeface="Poppins SemiBold"/>
                <a:sym typeface="Poppins SemiBold"/>
              </a:defRPr>
            </a:lvl3pPr>
            <a:lvl4pPr lvl="3" algn="l">
              <a:lnSpc>
                <a:spcPct val="100000"/>
              </a:lnSpc>
              <a:spcBef>
                <a:spcPts val="0"/>
              </a:spcBef>
              <a:spcAft>
                <a:spcPts val="0"/>
              </a:spcAft>
              <a:buSzPts val="2000"/>
              <a:buNone/>
              <a:defRPr sz="2000">
                <a:latin typeface="Poppins SemiBold"/>
                <a:ea typeface="Poppins SemiBold"/>
                <a:cs typeface="Poppins SemiBold"/>
                <a:sym typeface="Poppins SemiBold"/>
              </a:defRPr>
            </a:lvl4pPr>
            <a:lvl5pPr lvl="4" algn="l">
              <a:lnSpc>
                <a:spcPct val="100000"/>
              </a:lnSpc>
              <a:spcBef>
                <a:spcPts val="0"/>
              </a:spcBef>
              <a:spcAft>
                <a:spcPts val="0"/>
              </a:spcAft>
              <a:buSzPts val="2000"/>
              <a:buNone/>
              <a:defRPr sz="2000">
                <a:latin typeface="Poppins SemiBold"/>
                <a:ea typeface="Poppins SemiBold"/>
                <a:cs typeface="Poppins SemiBold"/>
                <a:sym typeface="Poppins SemiBold"/>
              </a:defRPr>
            </a:lvl5pPr>
            <a:lvl6pPr lvl="5" algn="l">
              <a:lnSpc>
                <a:spcPct val="100000"/>
              </a:lnSpc>
              <a:spcBef>
                <a:spcPts val="0"/>
              </a:spcBef>
              <a:spcAft>
                <a:spcPts val="0"/>
              </a:spcAft>
              <a:buSzPts val="2000"/>
              <a:buNone/>
              <a:defRPr sz="2000">
                <a:latin typeface="Poppins SemiBold"/>
                <a:ea typeface="Poppins SemiBold"/>
                <a:cs typeface="Poppins SemiBold"/>
                <a:sym typeface="Poppins SemiBold"/>
              </a:defRPr>
            </a:lvl6pPr>
            <a:lvl7pPr lvl="6" algn="l">
              <a:lnSpc>
                <a:spcPct val="100000"/>
              </a:lnSpc>
              <a:spcBef>
                <a:spcPts val="0"/>
              </a:spcBef>
              <a:spcAft>
                <a:spcPts val="0"/>
              </a:spcAft>
              <a:buSzPts val="2000"/>
              <a:buNone/>
              <a:defRPr sz="2000">
                <a:latin typeface="Poppins SemiBold"/>
                <a:ea typeface="Poppins SemiBold"/>
                <a:cs typeface="Poppins SemiBold"/>
                <a:sym typeface="Poppins SemiBold"/>
              </a:defRPr>
            </a:lvl7pPr>
            <a:lvl8pPr lvl="7" algn="l">
              <a:lnSpc>
                <a:spcPct val="100000"/>
              </a:lnSpc>
              <a:spcBef>
                <a:spcPts val="0"/>
              </a:spcBef>
              <a:spcAft>
                <a:spcPts val="0"/>
              </a:spcAft>
              <a:buSzPts val="2000"/>
              <a:buNone/>
              <a:defRPr sz="2000">
                <a:latin typeface="Poppins SemiBold"/>
                <a:ea typeface="Poppins SemiBold"/>
                <a:cs typeface="Poppins SemiBold"/>
                <a:sym typeface="Poppins SemiBold"/>
              </a:defRPr>
            </a:lvl8pPr>
            <a:lvl9pPr lvl="8" algn="l">
              <a:lnSpc>
                <a:spcPct val="100000"/>
              </a:lnSpc>
              <a:spcBef>
                <a:spcPts val="0"/>
              </a:spcBef>
              <a:spcAft>
                <a:spcPts val="0"/>
              </a:spcAft>
              <a:buSzPts val="2000"/>
              <a:buNone/>
              <a:defRPr sz="2000">
                <a:latin typeface="Poppins SemiBold"/>
                <a:ea typeface="Poppins SemiBold"/>
                <a:cs typeface="Poppins SemiBold"/>
                <a:sym typeface="Poppins SemiBold"/>
              </a:defRPr>
            </a:lvl9pPr>
          </a:lstStyle>
          <a:p/>
        </p:txBody>
      </p:sp>
      <p:sp>
        <p:nvSpPr>
          <p:cNvPr id="616" name="Google Shape;616;p71"/>
          <p:cNvSpPr txBox="1"/>
          <p:nvPr>
            <p:ph idx="1"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dk2"/>
                </a:solidFill>
                <a:latin typeface="Nunito Sans"/>
                <a:ea typeface="Nunito Sans"/>
                <a:cs typeface="Nunito Sans"/>
                <a:sym typeface="Nunito Sans"/>
              </a:defRPr>
            </a:lvl1pPr>
            <a:lvl2pPr lvl="1"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617" name="Shape 617"/>
        <p:cNvGrpSpPr/>
        <p:nvPr/>
      </p:nvGrpSpPr>
      <p:grpSpPr>
        <a:xfrm>
          <a:off x="0" y="0"/>
          <a:ext cx="0" cy="0"/>
          <a:chOff x="0" y="0"/>
          <a:chExt cx="0" cy="0"/>
        </a:xfrm>
      </p:grpSpPr>
      <p:pic>
        <p:nvPicPr>
          <p:cNvPr id="618" name="Google Shape;618;p72"/>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619" name="Google Shape;619;p72"/>
          <p:cNvSpPr txBox="1"/>
          <p:nvPr>
            <p:ph type="title"/>
          </p:nvPr>
        </p:nvSpPr>
        <p:spPr>
          <a:xfrm>
            <a:off x="1249050" y="1249276"/>
            <a:ext cx="6645900" cy="28431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SzPts val="2700"/>
              <a:buNone/>
              <a:defRPr b="0" sz="2700">
                <a:solidFill>
                  <a:schemeClr val="dk2"/>
                </a:solidFill>
                <a:latin typeface="Poppins Medium"/>
                <a:ea typeface="Poppins Medium"/>
                <a:cs typeface="Poppins Medium"/>
                <a:sym typeface="Poppins Medium"/>
              </a:defRPr>
            </a:lvl9pPr>
          </a:lstStyle>
          <a:p/>
        </p:txBody>
      </p:sp>
      <p:sp>
        <p:nvSpPr>
          <p:cNvPr id="620" name="Google Shape;620;p72"/>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Nunito Sans"/>
              <a:ea typeface="Nunito Sans"/>
              <a:cs typeface="Nunito Sans"/>
              <a:sym typeface="Nunito Sans"/>
            </a:endParaRPr>
          </a:p>
        </p:txBody>
      </p:sp>
      <p:sp>
        <p:nvSpPr>
          <p:cNvPr id="621" name="Google Shape;621;p72"/>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Nunito Sans"/>
              <a:ea typeface="Nunito Sans"/>
              <a:cs typeface="Nunito Sans"/>
              <a:sym typeface="Nunito San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622" name="Shape 622"/>
        <p:cNvGrpSpPr/>
        <p:nvPr/>
      </p:nvGrpSpPr>
      <p:grpSpPr>
        <a:xfrm>
          <a:off x="0" y="0"/>
          <a:ext cx="0" cy="0"/>
          <a:chOff x="0" y="0"/>
          <a:chExt cx="0" cy="0"/>
        </a:xfrm>
      </p:grpSpPr>
      <p:sp>
        <p:nvSpPr>
          <p:cNvPr id="623" name="Google Shape;623;p73"/>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Sans"/>
              <a:ea typeface="Nunito Sans"/>
              <a:cs typeface="Nunito Sans"/>
              <a:sym typeface="Nunito Sans"/>
            </a:endParaRPr>
          </a:p>
        </p:txBody>
      </p:sp>
      <p:sp>
        <p:nvSpPr>
          <p:cNvPr id="624" name="Google Shape;624;p73"/>
          <p:cNvSpPr txBox="1"/>
          <p:nvPr>
            <p:ph idx="1" type="subTitle"/>
          </p:nvPr>
        </p:nvSpPr>
        <p:spPr>
          <a:xfrm>
            <a:off x="3584425" y="536550"/>
            <a:ext cx="404100" cy="4002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625" name="Google Shape;625;p73"/>
          <p:cNvSpPr txBox="1"/>
          <p:nvPr>
            <p:ph idx="2" type="subTitle"/>
          </p:nvPr>
        </p:nvSpPr>
        <p:spPr>
          <a:xfrm>
            <a:off x="3584425" y="1920650"/>
            <a:ext cx="404100" cy="4002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626" name="Google Shape;626;p73"/>
          <p:cNvSpPr txBox="1"/>
          <p:nvPr>
            <p:ph idx="3" type="subTitle"/>
          </p:nvPr>
        </p:nvSpPr>
        <p:spPr>
          <a:xfrm>
            <a:off x="3584425" y="3291625"/>
            <a:ext cx="404100" cy="4002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627" name="Google Shape;627;p73"/>
          <p:cNvSpPr txBox="1"/>
          <p:nvPr>
            <p:ph idx="4" type="subTitle"/>
          </p:nvPr>
        </p:nvSpPr>
        <p:spPr>
          <a:xfrm>
            <a:off x="3584425" y="3996800"/>
            <a:ext cx="404100" cy="4002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628" name="Google Shape;628;p73"/>
          <p:cNvSpPr txBox="1"/>
          <p:nvPr>
            <p:ph idx="5" type="subTitle"/>
          </p:nvPr>
        </p:nvSpPr>
        <p:spPr>
          <a:xfrm>
            <a:off x="3584425" y="1228600"/>
            <a:ext cx="404100" cy="4002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629" name="Google Shape;629;p73"/>
          <p:cNvSpPr txBox="1"/>
          <p:nvPr>
            <p:ph idx="6" type="subTitle"/>
          </p:nvPr>
        </p:nvSpPr>
        <p:spPr>
          <a:xfrm>
            <a:off x="3584425" y="2612700"/>
            <a:ext cx="404100" cy="4002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630" name="Google Shape;630;p73"/>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631" name="Google Shape;631;p73"/>
          <p:cNvSpPr txBox="1"/>
          <p:nvPr>
            <p:ph idx="7" type="subTitle"/>
          </p:nvPr>
        </p:nvSpPr>
        <p:spPr>
          <a:xfrm>
            <a:off x="3986175" y="510300"/>
            <a:ext cx="3858900" cy="4527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1pPr>
            <a:lvl2pPr lvl="1"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2pPr>
            <a:lvl3pPr lvl="2"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3pPr>
            <a:lvl4pPr lvl="3"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4pPr>
            <a:lvl5pPr lvl="4"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5pPr>
            <a:lvl6pPr lvl="5"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6pPr>
            <a:lvl7pPr lvl="6"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7pPr>
            <a:lvl8pPr lvl="7"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8pPr>
            <a:lvl9pPr lvl="8"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632" name="Google Shape;632;p73"/>
          <p:cNvSpPr txBox="1"/>
          <p:nvPr>
            <p:ph idx="8" type="subTitle"/>
          </p:nvPr>
        </p:nvSpPr>
        <p:spPr>
          <a:xfrm>
            <a:off x="3986175" y="1202350"/>
            <a:ext cx="3858900" cy="4527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1pPr>
            <a:lvl2pPr lvl="1"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2pPr>
            <a:lvl3pPr lvl="2"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3pPr>
            <a:lvl4pPr lvl="3"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4pPr>
            <a:lvl5pPr lvl="4"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5pPr>
            <a:lvl6pPr lvl="5"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6pPr>
            <a:lvl7pPr lvl="6"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7pPr>
            <a:lvl8pPr lvl="7"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8pPr>
            <a:lvl9pPr lvl="8"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633" name="Google Shape;633;p73"/>
          <p:cNvSpPr txBox="1"/>
          <p:nvPr>
            <p:ph idx="9" type="subTitle"/>
          </p:nvPr>
        </p:nvSpPr>
        <p:spPr>
          <a:xfrm>
            <a:off x="3986175" y="1894400"/>
            <a:ext cx="3858900" cy="4527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1pPr>
            <a:lvl2pPr lvl="1"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2pPr>
            <a:lvl3pPr lvl="2"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3pPr>
            <a:lvl4pPr lvl="3"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4pPr>
            <a:lvl5pPr lvl="4"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5pPr>
            <a:lvl6pPr lvl="5"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6pPr>
            <a:lvl7pPr lvl="6"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7pPr>
            <a:lvl8pPr lvl="7"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8pPr>
            <a:lvl9pPr lvl="8"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634" name="Google Shape;634;p73"/>
          <p:cNvSpPr txBox="1"/>
          <p:nvPr>
            <p:ph idx="13" type="subTitle"/>
          </p:nvPr>
        </p:nvSpPr>
        <p:spPr>
          <a:xfrm>
            <a:off x="3986175" y="2586450"/>
            <a:ext cx="3858900" cy="4527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1pPr>
            <a:lvl2pPr lvl="1"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2pPr>
            <a:lvl3pPr lvl="2"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3pPr>
            <a:lvl4pPr lvl="3"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4pPr>
            <a:lvl5pPr lvl="4"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5pPr>
            <a:lvl6pPr lvl="5"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6pPr>
            <a:lvl7pPr lvl="6"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7pPr>
            <a:lvl8pPr lvl="7"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8pPr>
            <a:lvl9pPr lvl="8"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635" name="Google Shape;635;p73"/>
          <p:cNvSpPr txBox="1"/>
          <p:nvPr>
            <p:ph idx="14" type="subTitle"/>
          </p:nvPr>
        </p:nvSpPr>
        <p:spPr>
          <a:xfrm>
            <a:off x="3986175" y="3278500"/>
            <a:ext cx="3858900" cy="4527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1pPr>
            <a:lvl2pPr lvl="1"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2pPr>
            <a:lvl3pPr lvl="2"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3pPr>
            <a:lvl4pPr lvl="3"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4pPr>
            <a:lvl5pPr lvl="4"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5pPr>
            <a:lvl6pPr lvl="5"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6pPr>
            <a:lvl7pPr lvl="6"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7pPr>
            <a:lvl8pPr lvl="7"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8pPr>
            <a:lvl9pPr lvl="8"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636" name="Google Shape;636;p73"/>
          <p:cNvSpPr txBox="1"/>
          <p:nvPr>
            <p:ph idx="15" type="subTitle"/>
          </p:nvPr>
        </p:nvSpPr>
        <p:spPr>
          <a:xfrm>
            <a:off x="3986175" y="3970550"/>
            <a:ext cx="3858900" cy="4527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1pPr>
            <a:lvl2pPr lvl="1"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2pPr>
            <a:lvl3pPr lvl="2"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3pPr>
            <a:lvl4pPr lvl="3"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4pPr>
            <a:lvl5pPr lvl="4"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5pPr>
            <a:lvl6pPr lvl="5"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6pPr>
            <a:lvl7pPr lvl="6"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7pPr>
            <a:lvl8pPr lvl="7"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8pPr>
            <a:lvl9pPr lvl="8" algn="l">
              <a:lnSpc>
                <a:spcPct val="115000"/>
              </a:lnSpc>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637" name="Google Shape;637;p73"/>
          <p:cNvSpPr txBox="1"/>
          <p:nvPr>
            <p:ph type="title"/>
          </p:nvPr>
        </p:nvSpPr>
        <p:spPr>
          <a:xfrm>
            <a:off x="228600" y="228600"/>
            <a:ext cx="2926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638" name="Google Shape;638;p7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639" name="Google Shape;639;p73"/>
          <p:cNvSpPr txBox="1"/>
          <p:nvPr>
            <p:ph idx="16" type="subTitle"/>
          </p:nvPr>
        </p:nvSpPr>
        <p:spPr>
          <a:xfrm>
            <a:off x="7851925" y="510300"/>
            <a:ext cx="1063200" cy="4527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r">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r">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r">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r">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r">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r">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r">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r">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40" name="Google Shape;640;p73"/>
          <p:cNvSpPr txBox="1"/>
          <p:nvPr>
            <p:ph idx="17" type="subTitle"/>
          </p:nvPr>
        </p:nvSpPr>
        <p:spPr>
          <a:xfrm>
            <a:off x="7851925" y="1202350"/>
            <a:ext cx="1063200" cy="4527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r">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r">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r">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r">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r">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r">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r">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r">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41" name="Google Shape;641;p73"/>
          <p:cNvSpPr txBox="1"/>
          <p:nvPr>
            <p:ph idx="18" type="subTitle"/>
          </p:nvPr>
        </p:nvSpPr>
        <p:spPr>
          <a:xfrm>
            <a:off x="7851925" y="1894400"/>
            <a:ext cx="1063200" cy="4527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r">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r">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r">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r">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r">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r">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r">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r">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42" name="Google Shape;642;p73"/>
          <p:cNvSpPr txBox="1"/>
          <p:nvPr>
            <p:ph idx="19" type="subTitle"/>
          </p:nvPr>
        </p:nvSpPr>
        <p:spPr>
          <a:xfrm>
            <a:off x="7851925" y="2586450"/>
            <a:ext cx="1063200" cy="4527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r">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r">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r">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r">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r">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r">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r">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r">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43" name="Google Shape;643;p73"/>
          <p:cNvSpPr txBox="1"/>
          <p:nvPr>
            <p:ph idx="20" type="subTitle"/>
          </p:nvPr>
        </p:nvSpPr>
        <p:spPr>
          <a:xfrm>
            <a:off x="7851925" y="3278500"/>
            <a:ext cx="1063200" cy="4527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r">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r">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r">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r">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r">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r">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r">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r">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44" name="Google Shape;644;p73"/>
          <p:cNvSpPr txBox="1"/>
          <p:nvPr>
            <p:ph idx="21" type="subTitle"/>
          </p:nvPr>
        </p:nvSpPr>
        <p:spPr>
          <a:xfrm>
            <a:off x="7851925" y="3970550"/>
            <a:ext cx="1063200" cy="452700"/>
          </a:xfrm>
          <a:prstGeom prst="rect">
            <a:avLst/>
          </a:prstGeom>
          <a:noFill/>
          <a:ln>
            <a:noFill/>
          </a:ln>
        </p:spPr>
        <p:txBody>
          <a:bodyPr anchorCtr="0" anchor="ctr" bIns="91425" lIns="91425" spcFirstLastPara="1" rIns="91425" wrap="square" tIns="91425">
            <a:noAutofit/>
          </a:bodyPr>
          <a:lstStyle>
            <a:lvl1pPr lvl="0" algn="r">
              <a:lnSpc>
                <a:spcPct val="115000"/>
              </a:lnSpc>
              <a:spcBef>
                <a:spcPts val="0"/>
              </a:spcBef>
              <a:spcAft>
                <a:spcPts val="0"/>
              </a:spcAft>
              <a:buSzPts val="1600"/>
              <a:buFont typeface="Nunito Sans"/>
              <a:buNone/>
              <a:defRPr>
                <a:latin typeface="Nunito Sans"/>
                <a:ea typeface="Nunito Sans"/>
                <a:cs typeface="Nunito Sans"/>
                <a:sym typeface="Nunito Sans"/>
              </a:defRPr>
            </a:lvl1pPr>
            <a:lvl2pPr lvl="1" algn="r">
              <a:lnSpc>
                <a:spcPct val="115000"/>
              </a:lnSpc>
              <a:spcBef>
                <a:spcPts val="0"/>
              </a:spcBef>
              <a:spcAft>
                <a:spcPts val="0"/>
              </a:spcAft>
              <a:buSzPts val="1600"/>
              <a:buFont typeface="Nunito Sans"/>
              <a:buNone/>
              <a:defRPr>
                <a:latin typeface="Nunito Sans"/>
                <a:ea typeface="Nunito Sans"/>
                <a:cs typeface="Nunito Sans"/>
                <a:sym typeface="Nunito Sans"/>
              </a:defRPr>
            </a:lvl2pPr>
            <a:lvl3pPr lvl="2" algn="r">
              <a:lnSpc>
                <a:spcPct val="115000"/>
              </a:lnSpc>
              <a:spcBef>
                <a:spcPts val="0"/>
              </a:spcBef>
              <a:spcAft>
                <a:spcPts val="0"/>
              </a:spcAft>
              <a:buSzPts val="1600"/>
              <a:buFont typeface="Nunito Sans"/>
              <a:buNone/>
              <a:defRPr>
                <a:latin typeface="Nunito Sans"/>
                <a:ea typeface="Nunito Sans"/>
                <a:cs typeface="Nunito Sans"/>
                <a:sym typeface="Nunito Sans"/>
              </a:defRPr>
            </a:lvl3pPr>
            <a:lvl4pPr lvl="3" algn="r">
              <a:lnSpc>
                <a:spcPct val="115000"/>
              </a:lnSpc>
              <a:spcBef>
                <a:spcPts val="0"/>
              </a:spcBef>
              <a:spcAft>
                <a:spcPts val="0"/>
              </a:spcAft>
              <a:buSzPts val="1600"/>
              <a:buFont typeface="Nunito Sans"/>
              <a:buNone/>
              <a:defRPr>
                <a:latin typeface="Nunito Sans"/>
                <a:ea typeface="Nunito Sans"/>
                <a:cs typeface="Nunito Sans"/>
                <a:sym typeface="Nunito Sans"/>
              </a:defRPr>
            </a:lvl4pPr>
            <a:lvl5pPr lvl="4" algn="r">
              <a:lnSpc>
                <a:spcPct val="115000"/>
              </a:lnSpc>
              <a:spcBef>
                <a:spcPts val="0"/>
              </a:spcBef>
              <a:spcAft>
                <a:spcPts val="0"/>
              </a:spcAft>
              <a:buSzPts val="1600"/>
              <a:buFont typeface="Nunito Sans"/>
              <a:buNone/>
              <a:defRPr>
                <a:latin typeface="Nunito Sans"/>
                <a:ea typeface="Nunito Sans"/>
                <a:cs typeface="Nunito Sans"/>
                <a:sym typeface="Nunito Sans"/>
              </a:defRPr>
            </a:lvl5pPr>
            <a:lvl6pPr lvl="5" algn="r">
              <a:lnSpc>
                <a:spcPct val="115000"/>
              </a:lnSpc>
              <a:spcBef>
                <a:spcPts val="0"/>
              </a:spcBef>
              <a:spcAft>
                <a:spcPts val="0"/>
              </a:spcAft>
              <a:buSzPts val="1600"/>
              <a:buFont typeface="Nunito Sans"/>
              <a:buNone/>
              <a:defRPr>
                <a:latin typeface="Nunito Sans"/>
                <a:ea typeface="Nunito Sans"/>
                <a:cs typeface="Nunito Sans"/>
                <a:sym typeface="Nunito Sans"/>
              </a:defRPr>
            </a:lvl6pPr>
            <a:lvl7pPr lvl="6" algn="r">
              <a:lnSpc>
                <a:spcPct val="115000"/>
              </a:lnSpc>
              <a:spcBef>
                <a:spcPts val="0"/>
              </a:spcBef>
              <a:spcAft>
                <a:spcPts val="0"/>
              </a:spcAft>
              <a:buSzPts val="1600"/>
              <a:buFont typeface="Nunito Sans"/>
              <a:buNone/>
              <a:defRPr>
                <a:latin typeface="Nunito Sans"/>
                <a:ea typeface="Nunito Sans"/>
                <a:cs typeface="Nunito Sans"/>
                <a:sym typeface="Nunito Sans"/>
              </a:defRPr>
            </a:lvl7pPr>
            <a:lvl8pPr lvl="7" algn="r">
              <a:lnSpc>
                <a:spcPct val="115000"/>
              </a:lnSpc>
              <a:spcBef>
                <a:spcPts val="0"/>
              </a:spcBef>
              <a:spcAft>
                <a:spcPts val="0"/>
              </a:spcAft>
              <a:buSzPts val="1600"/>
              <a:buFont typeface="Nunito Sans"/>
              <a:buNone/>
              <a:defRPr>
                <a:latin typeface="Nunito Sans"/>
                <a:ea typeface="Nunito Sans"/>
                <a:cs typeface="Nunito Sans"/>
                <a:sym typeface="Nunito Sans"/>
              </a:defRPr>
            </a:lvl8pPr>
            <a:lvl9pPr lvl="8" algn="r">
              <a:lnSpc>
                <a:spcPct val="115000"/>
              </a:lnSpc>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45" name="Google Shape;645;p73"/>
          <p:cNvSpPr txBox="1"/>
          <p:nvPr>
            <p:ph idx="22"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dk2"/>
                </a:solidFill>
                <a:latin typeface="Nunito Sans"/>
                <a:ea typeface="Nunito Sans"/>
                <a:cs typeface="Nunito Sans"/>
                <a:sym typeface="Nunito Sans"/>
              </a:defRPr>
            </a:lvl1pPr>
            <a:lvl2pPr lvl="1"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646" name="Shape 646"/>
        <p:cNvGrpSpPr/>
        <p:nvPr/>
      </p:nvGrpSpPr>
      <p:grpSpPr>
        <a:xfrm>
          <a:off x="0" y="0"/>
          <a:ext cx="0" cy="0"/>
          <a:chOff x="0" y="0"/>
          <a:chExt cx="0" cy="0"/>
        </a:xfrm>
      </p:grpSpPr>
      <p:pic>
        <p:nvPicPr>
          <p:cNvPr id="647" name="Google Shape;647;p74"/>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648" name="Google Shape;648;p74"/>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Nunito Sans"/>
              <a:ea typeface="Nunito Sans"/>
              <a:cs typeface="Nunito Sans"/>
              <a:sym typeface="Nunito Sans"/>
            </a:endParaRPr>
          </a:p>
        </p:txBody>
      </p:sp>
      <p:sp>
        <p:nvSpPr>
          <p:cNvPr id="649" name="Google Shape;649;p74"/>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650" name="Google Shape;650;p7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651" name="Google Shape;651;p74"/>
          <p:cNvSpPr txBox="1"/>
          <p:nvPr>
            <p:ph idx="1" type="body"/>
          </p:nvPr>
        </p:nvSpPr>
        <p:spPr>
          <a:xfrm>
            <a:off x="228600" y="1646991"/>
            <a:ext cx="4296600" cy="3063300"/>
          </a:xfrm>
          <a:prstGeom prst="rect">
            <a:avLst/>
          </a:prstGeom>
          <a:noFill/>
          <a:ln>
            <a:noFill/>
          </a:ln>
        </p:spPr>
        <p:txBody>
          <a:bodyPr anchorCtr="0" anchor="b" bIns="91425" lIns="91425" spcFirstLastPara="1" rIns="91425" wrap="square" tIns="91425">
            <a:noAutofit/>
          </a:bodyPr>
          <a:lstStyle>
            <a:lvl1pPr indent="-304800" lvl="0" marL="457200" algn="l">
              <a:lnSpc>
                <a:spcPct val="115000"/>
              </a:lnSpc>
              <a:spcBef>
                <a:spcPts val="0"/>
              </a:spcBef>
              <a:spcAft>
                <a:spcPts val="0"/>
              </a:spcAft>
              <a:buSzPts val="1200"/>
              <a:buFont typeface="Nunito Sans"/>
              <a:buChar char="●"/>
              <a:defRPr/>
            </a:lvl1pPr>
            <a:lvl2pPr indent="-304800" lvl="1" marL="914400" algn="l">
              <a:lnSpc>
                <a:spcPct val="115000"/>
              </a:lnSpc>
              <a:spcBef>
                <a:spcPts val="800"/>
              </a:spcBef>
              <a:spcAft>
                <a:spcPts val="0"/>
              </a:spcAft>
              <a:buSzPts val="1200"/>
              <a:buFont typeface="Nunito Sans"/>
              <a:buChar char="○"/>
              <a:defRPr/>
            </a:lvl2pPr>
            <a:lvl3pPr indent="-304800" lvl="2" marL="1371600" algn="l">
              <a:lnSpc>
                <a:spcPct val="115000"/>
              </a:lnSpc>
              <a:spcBef>
                <a:spcPts val="800"/>
              </a:spcBef>
              <a:spcAft>
                <a:spcPts val="0"/>
              </a:spcAft>
              <a:buSzPts val="1200"/>
              <a:buFont typeface="Nunito Sans"/>
              <a:buChar char="■"/>
              <a:defRPr/>
            </a:lvl3pPr>
            <a:lvl4pPr indent="-304800" lvl="3" marL="1828800" algn="l">
              <a:lnSpc>
                <a:spcPct val="115000"/>
              </a:lnSpc>
              <a:spcBef>
                <a:spcPts val="800"/>
              </a:spcBef>
              <a:spcAft>
                <a:spcPts val="0"/>
              </a:spcAft>
              <a:buSzPts val="1200"/>
              <a:buFont typeface="Nunito Sans"/>
              <a:buChar char="●"/>
              <a:defRPr/>
            </a:lvl4pPr>
            <a:lvl5pPr indent="-304800" lvl="4" marL="2286000" algn="l">
              <a:lnSpc>
                <a:spcPct val="115000"/>
              </a:lnSpc>
              <a:spcBef>
                <a:spcPts val="800"/>
              </a:spcBef>
              <a:spcAft>
                <a:spcPts val="0"/>
              </a:spcAft>
              <a:buSzPts val="1200"/>
              <a:buFont typeface="Nunito Sans"/>
              <a:buChar char="○"/>
              <a:defRPr/>
            </a:lvl5pPr>
            <a:lvl6pPr indent="-304800" lvl="5" marL="2743200" algn="l">
              <a:lnSpc>
                <a:spcPct val="115000"/>
              </a:lnSpc>
              <a:spcBef>
                <a:spcPts val="800"/>
              </a:spcBef>
              <a:spcAft>
                <a:spcPts val="0"/>
              </a:spcAft>
              <a:buSzPts val="1200"/>
              <a:buFont typeface="Nunito Sans"/>
              <a:buChar char="■"/>
              <a:defRPr/>
            </a:lvl6pPr>
            <a:lvl7pPr indent="-304800" lvl="6" marL="3200400" algn="l">
              <a:lnSpc>
                <a:spcPct val="115000"/>
              </a:lnSpc>
              <a:spcBef>
                <a:spcPts val="800"/>
              </a:spcBef>
              <a:spcAft>
                <a:spcPts val="0"/>
              </a:spcAft>
              <a:buSzPts val="1200"/>
              <a:buFont typeface="Nunito Sans"/>
              <a:buChar char="●"/>
              <a:defRPr/>
            </a:lvl7pPr>
            <a:lvl8pPr indent="-304800" lvl="7" marL="3657600" algn="l">
              <a:lnSpc>
                <a:spcPct val="115000"/>
              </a:lnSpc>
              <a:spcBef>
                <a:spcPts val="800"/>
              </a:spcBef>
              <a:spcAft>
                <a:spcPts val="0"/>
              </a:spcAft>
              <a:buSzPts val="1200"/>
              <a:buFont typeface="Nunito Sans"/>
              <a:buChar char="○"/>
              <a:defRPr/>
            </a:lvl8pPr>
            <a:lvl9pPr indent="-304800" lvl="8" marL="4114800" algn="l">
              <a:lnSpc>
                <a:spcPct val="115000"/>
              </a:lnSpc>
              <a:spcBef>
                <a:spcPts val="800"/>
              </a:spcBef>
              <a:spcAft>
                <a:spcPts val="800"/>
              </a:spcAft>
              <a:buSzPts val="1200"/>
              <a:buFont typeface="Nunito Sans"/>
              <a:buChar char="■"/>
              <a:defRPr/>
            </a:lvl9pPr>
          </a:lstStyle>
          <a:p/>
        </p:txBody>
      </p:sp>
      <p:sp>
        <p:nvSpPr>
          <p:cNvPr id="652" name="Google Shape;652;p74"/>
          <p:cNvSpPr/>
          <p:nvPr>
            <p:ph idx="2" type="pic"/>
          </p:nvPr>
        </p:nvSpPr>
        <p:spPr>
          <a:xfrm>
            <a:off x="5212300" y="460300"/>
            <a:ext cx="3702900" cy="4136100"/>
          </a:xfrm>
          <a:prstGeom prst="roundRect">
            <a:avLst>
              <a:gd fmla="val 6865" name="adj"/>
            </a:avLst>
          </a:prstGeom>
          <a:noFill/>
          <a:ln>
            <a:noFill/>
          </a:ln>
        </p:spPr>
      </p:sp>
      <p:sp>
        <p:nvSpPr>
          <p:cNvPr id="653" name="Google Shape;653;p74"/>
          <p:cNvSpPr txBox="1"/>
          <p:nvPr>
            <p:ph type="title"/>
          </p:nvPr>
        </p:nvSpPr>
        <p:spPr>
          <a:xfrm>
            <a:off x="228600" y="228600"/>
            <a:ext cx="4296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654" name="Google Shape;654;p74"/>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655" name="Google Shape;655;p7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dk2"/>
                </a:solidFill>
                <a:latin typeface="Nunito Sans"/>
                <a:ea typeface="Nunito Sans"/>
                <a:cs typeface="Nunito Sans"/>
                <a:sym typeface="Nunito Sans"/>
              </a:rPr>
              <a:t>‹#›</a:t>
            </a:fld>
            <a:endParaRPr b="0" i="0" sz="700" u="none" cap="none" strike="noStrike">
              <a:solidFill>
                <a:schemeClr val="dk2"/>
              </a:solidFill>
              <a:latin typeface="Nunito Sans"/>
              <a:ea typeface="Nunito Sans"/>
              <a:cs typeface="Nunito Sans"/>
              <a:sym typeface="Nunito Sans"/>
            </a:endParaRPr>
          </a:p>
        </p:txBody>
      </p:sp>
      <p:sp>
        <p:nvSpPr>
          <p:cNvPr id="656" name="Google Shape;656;p74"/>
          <p:cNvSpPr txBox="1"/>
          <p:nvPr>
            <p:ph idx="3"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657" name="Shape 657"/>
        <p:cNvGrpSpPr/>
        <p:nvPr/>
      </p:nvGrpSpPr>
      <p:grpSpPr>
        <a:xfrm>
          <a:off x="0" y="0"/>
          <a:ext cx="0" cy="0"/>
          <a:chOff x="0" y="0"/>
          <a:chExt cx="0" cy="0"/>
        </a:xfrm>
      </p:grpSpPr>
      <p:pic>
        <p:nvPicPr>
          <p:cNvPr id="658" name="Google Shape;658;p7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659" name="Google Shape;659;p7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Nunito Sans"/>
              <a:ea typeface="Nunito Sans"/>
              <a:cs typeface="Nunito Sans"/>
              <a:sym typeface="Nunito Sans"/>
            </a:endParaRPr>
          </a:p>
        </p:txBody>
      </p:sp>
      <p:pic>
        <p:nvPicPr>
          <p:cNvPr id="660" name="Google Shape;660;p7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661" name="Google Shape;661;p7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Nunito Sans"/>
              <a:ea typeface="Nunito Sans"/>
              <a:cs typeface="Nunito Sans"/>
              <a:sym typeface="Nunito Sans"/>
            </a:endParaRPr>
          </a:p>
        </p:txBody>
      </p:sp>
      <p:sp>
        <p:nvSpPr>
          <p:cNvPr id="662" name="Google Shape;662;p75"/>
          <p:cNvSpPr txBox="1"/>
          <p:nvPr>
            <p:ph idx="1" type="body"/>
          </p:nvPr>
        </p:nvSpPr>
        <p:spPr>
          <a:xfrm>
            <a:off x="228600" y="1646991"/>
            <a:ext cx="4296600" cy="3063300"/>
          </a:xfrm>
          <a:prstGeom prst="rect">
            <a:avLst/>
          </a:prstGeom>
          <a:noFill/>
          <a:ln>
            <a:noFill/>
          </a:ln>
        </p:spPr>
        <p:txBody>
          <a:bodyPr anchorCtr="0" anchor="b" bIns="91425" lIns="91425" spcFirstLastPara="1" rIns="91425" wrap="square" tIns="91425">
            <a:noAutofit/>
          </a:bodyPr>
          <a:lstStyle>
            <a:lvl1pPr indent="-304800" lvl="0" marL="457200" algn="l">
              <a:lnSpc>
                <a:spcPct val="115000"/>
              </a:lnSpc>
              <a:spcBef>
                <a:spcPts val="0"/>
              </a:spcBef>
              <a:spcAft>
                <a:spcPts val="0"/>
              </a:spcAft>
              <a:buClr>
                <a:schemeClr val="dk1"/>
              </a:buClr>
              <a:buSzPts val="1200"/>
              <a:buFont typeface="Nunito Sans"/>
              <a:buChar char="●"/>
              <a:defRPr/>
            </a:lvl1pPr>
            <a:lvl2pPr indent="-304800" lvl="1" marL="914400" algn="l">
              <a:lnSpc>
                <a:spcPct val="115000"/>
              </a:lnSpc>
              <a:spcBef>
                <a:spcPts val="800"/>
              </a:spcBef>
              <a:spcAft>
                <a:spcPts val="0"/>
              </a:spcAft>
              <a:buClr>
                <a:schemeClr val="dk1"/>
              </a:buClr>
              <a:buSzPts val="1200"/>
              <a:buFont typeface="Nunito Sans"/>
              <a:buChar char="○"/>
              <a:defRPr/>
            </a:lvl2pPr>
            <a:lvl3pPr indent="-304800" lvl="2" marL="1371600" algn="l">
              <a:lnSpc>
                <a:spcPct val="115000"/>
              </a:lnSpc>
              <a:spcBef>
                <a:spcPts val="800"/>
              </a:spcBef>
              <a:spcAft>
                <a:spcPts val="0"/>
              </a:spcAft>
              <a:buClr>
                <a:schemeClr val="dk1"/>
              </a:buClr>
              <a:buSzPts val="1200"/>
              <a:buFont typeface="Nunito Sans"/>
              <a:buChar char="■"/>
              <a:defRPr/>
            </a:lvl3pPr>
            <a:lvl4pPr indent="-304800" lvl="3" marL="1828800" algn="l">
              <a:lnSpc>
                <a:spcPct val="115000"/>
              </a:lnSpc>
              <a:spcBef>
                <a:spcPts val="800"/>
              </a:spcBef>
              <a:spcAft>
                <a:spcPts val="0"/>
              </a:spcAft>
              <a:buClr>
                <a:schemeClr val="dk1"/>
              </a:buClr>
              <a:buSzPts val="1200"/>
              <a:buFont typeface="Nunito Sans"/>
              <a:buChar char="●"/>
              <a:defRPr/>
            </a:lvl4pPr>
            <a:lvl5pPr indent="-304800" lvl="4" marL="2286000" algn="l">
              <a:lnSpc>
                <a:spcPct val="115000"/>
              </a:lnSpc>
              <a:spcBef>
                <a:spcPts val="800"/>
              </a:spcBef>
              <a:spcAft>
                <a:spcPts val="0"/>
              </a:spcAft>
              <a:buClr>
                <a:schemeClr val="dk1"/>
              </a:buClr>
              <a:buSzPts val="1200"/>
              <a:buFont typeface="Nunito Sans"/>
              <a:buChar char="○"/>
              <a:defRPr/>
            </a:lvl5pPr>
            <a:lvl6pPr indent="-304800" lvl="5" marL="2743200" algn="l">
              <a:lnSpc>
                <a:spcPct val="115000"/>
              </a:lnSpc>
              <a:spcBef>
                <a:spcPts val="800"/>
              </a:spcBef>
              <a:spcAft>
                <a:spcPts val="0"/>
              </a:spcAft>
              <a:buClr>
                <a:schemeClr val="dk1"/>
              </a:buClr>
              <a:buSzPts val="1200"/>
              <a:buFont typeface="Nunito Sans"/>
              <a:buChar char="■"/>
              <a:defRPr/>
            </a:lvl6pPr>
            <a:lvl7pPr indent="-304800" lvl="6" marL="3200400" algn="l">
              <a:lnSpc>
                <a:spcPct val="115000"/>
              </a:lnSpc>
              <a:spcBef>
                <a:spcPts val="800"/>
              </a:spcBef>
              <a:spcAft>
                <a:spcPts val="0"/>
              </a:spcAft>
              <a:buClr>
                <a:schemeClr val="dk1"/>
              </a:buClr>
              <a:buSzPts val="1200"/>
              <a:buFont typeface="Nunito Sans"/>
              <a:buChar char="●"/>
              <a:defRPr/>
            </a:lvl7pPr>
            <a:lvl8pPr indent="-304800" lvl="7" marL="3657600" algn="l">
              <a:lnSpc>
                <a:spcPct val="115000"/>
              </a:lnSpc>
              <a:spcBef>
                <a:spcPts val="800"/>
              </a:spcBef>
              <a:spcAft>
                <a:spcPts val="0"/>
              </a:spcAft>
              <a:buClr>
                <a:schemeClr val="dk1"/>
              </a:buClr>
              <a:buSzPts val="1200"/>
              <a:buFont typeface="Nunito Sans"/>
              <a:buChar char="○"/>
              <a:defRPr/>
            </a:lvl8pPr>
            <a:lvl9pPr indent="-304800" lvl="8" marL="4114800" algn="l">
              <a:lnSpc>
                <a:spcPct val="115000"/>
              </a:lnSpc>
              <a:spcBef>
                <a:spcPts val="800"/>
              </a:spcBef>
              <a:spcAft>
                <a:spcPts val="800"/>
              </a:spcAft>
              <a:buClr>
                <a:schemeClr val="dk1"/>
              </a:buClr>
              <a:buSzPts val="1200"/>
              <a:buFont typeface="Nunito Sans"/>
              <a:buChar char="■"/>
              <a:defRPr/>
            </a:lvl9pPr>
          </a:lstStyle>
          <a:p/>
        </p:txBody>
      </p:sp>
      <p:sp>
        <p:nvSpPr>
          <p:cNvPr id="663" name="Google Shape;663;p75"/>
          <p:cNvSpPr/>
          <p:nvPr>
            <p:ph idx="2" type="pic"/>
          </p:nvPr>
        </p:nvSpPr>
        <p:spPr>
          <a:xfrm>
            <a:off x="5212300" y="460300"/>
            <a:ext cx="3702900" cy="4136100"/>
          </a:xfrm>
          <a:prstGeom prst="roundRect">
            <a:avLst>
              <a:gd fmla="val 6865" name="adj"/>
            </a:avLst>
          </a:prstGeom>
          <a:noFill/>
          <a:ln>
            <a:noFill/>
          </a:ln>
        </p:spPr>
      </p:sp>
      <p:sp>
        <p:nvSpPr>
          <p:cNvPr id="664" name="Google Shape;664;p75"/>
          <p:cNvSpPr txBox="1"/>
          <p:nvPr>
            <p:ph type="title"/>
          </p:nvPr>
        </p:nvSpPr>
        <p:spPr>
          <a:xfrm>
            <a:off x="228600" y="228600"/>
            <a:ext cx="4296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665" name="Google Shape;665;p7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Nunito Sans"/>
              <a:ea typeface="Nunito Sans"/>
              <a:cs typeface="Nunito Sans"/>
              <a:sym typeface="Nunito Sans"/>
            </a:endParaRPr>
          </a:p>
        </p:txBody>
      </p:sp>
      <p:sp>
        <p:nvSpPr>
          <p:cNvPr id="666" name="Google Shape;666;p7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dk2"/>
                </a:solidFill>
                <a:latin typeface="Nunito Sans"/>
                <a:ea typeface="Nunito Sans"/>
                <a:cs typeface="Nunito Sans"/>
                <a:sym typeface="Nunito Sans"/>
              </a:rPr>
              <a:t>‹#›</a:t>
            </a:fld>
            <a:endParaRPr b="0" i="0" sz="700" u="none" cap="none" strike="noStrike">
              <a:solidFill>
                <a:schemeClr val="dk2"/>
              </a:solidFill>
              <a:latin typeface="Nunito Sans"/>
              <a:ea typeface="Nunito Sans"/>
              <a:cs typeface="Nunito Sans"/>
              <a:sym typeface="Nunito Sans"/>
            </a:endParaRPr>
          </a:p>
        </p:txBody>
      </p:sp>
      <p:sp>
        <p:nvSpPr>
          <p:cNvPr id="667" name="Google Shape;667;p75"/>
          <p:cNvSpPr txBox="1"/>
          <p:nvPr>
            <p:ph idx="3"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668" name="Shape 668"/>
        <p:cNvGrpSpPr/>
        <p:nvPr/>
      </p:nvGrpSpPr>
      <p:grpSpPr>
        <a:xfrm>
          <a:off x="0" y="0"/>
          <a:ext cx="0" cy="0"/>
          <a:chOff x="0" y="0"/>
          <a:chExt cx="0" cy="0"/>
        </a:xfrm>
      </p:grpSpPr>
      <p:pic>
        <p:nvPicPr>
          <p:cNvPr id="669" name="Google Shape;669;p76"/>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670" name="Google Shape;670;p76"/>
          <p:cNvSpPr txBox="1"/>
          <p:nvPr>
            <p:ph idx="1" type="body"/>
          </p:nvPr>
        </p:nvSpPr>
        <p:spPr>
          <a:xfrm>
            <a:off x="3154650" y="3337800"/>
            <a:ext cx="2834700" cy="1346100"/>
          </a:xfrm>
          <a:prstGeom prst="rect">
            <a:avLst/>
          </a:prstGeom>
          <a:noFill/>
          <a:ln>
            <a:noFill/>
          </a:ln>
        </p:spPr>
        <p:txBody>
          <a:bodyPr anchorCtr="0" anchor="t" bIns="91425" lIns="91425" spcFirstLastPara="1" rIns="91425" wrap="square" tIns="91425">
            <a:spAutoFit/>
          </a:bodyPr>
          <a:lstStyle>
            <a:lvl1pPr indent="-285750" lvl="0" marL="457200" algn="l">
              <a:lnSpc>
                <a:spcPct val="100000"/>
              </a:lnSpc>
              <a:spcBef>
                <a:spcPts val="0"/>
              </a:spcBef>
              <a:spcAft>
                <a:spcPts val="0"/>
              </a:spcAft>
              <a:buSzPts val="900"/>
              <a:buFont typeface="Nunito Sans"/>
              <a:buChar char="●"/>
              <a:defRPr sz="900"/>
            </a:lvl1pPr>
            <a:lvl2pPr indent="-285750" lvl="1" marL="914400" algn="l">
              <a:lnSpc>
                <a:spcPct val="100000"/>
              </a:lnSpc>
              <a:spcBef>
                <a:spcPts val="0"/>
              </a:spcBef>
              <a:spcAft>
                <a:spcPts val="0"/>
              </a:spcAft>
              <a:buSzPts val="900"/>
              <a:buFont typeface="Nunito Sans"/>
              <a:buChar char="○"/>
              <a:defRPr sz="900"/>
            </a:lvl2pPr>
            <a:lvl3pPr indent="-285750" lvl="2" marL="1371600" algn="l">
              <a:lnSpc>
                <a:spcPct val="100000"/>
              </a:lnSpc>
              <a:spcBef>
                <a:spcPts val="0"/>
              </a:spcBef>
              <a:spcAft>
                <a:spcPts val="0"/>
              </a:spcAft>
              <a:buSzPts val="900"/>
              <a:buFont typeface="Nunito Sans"/>
              <a:buChar char="■"/>
              <a:defRPr sz="900"/>
            </a:lvl3pPr>
            <a:lvl4pPr indent="-285750" lvl="3" marL="1828800" algn="l">
              <a:lnSpc>
                <a:spcPct val="100000"/>
              </a:lnSpc>
              <a:spcBef>
                <a:spcPts val="0"/>
              </a:spcBef>
              <a:spcAft>
                <a:spcPts val="0"/>
              </a:spcAft>
              <a:buSzPts val="900"/>
              <a:buFont typeface="Nunito Sans"/>
              <a:buChar char="●"/>
              <a:defRPr sz="900"/>
            </a:lvl4pPr>
            <a:lvl5pPr indent="-285750" lvl="4" marL="2286000" algn="l">
              <a:lnSpc>
                <a:spcPct val="100000"/>
              </a:lnSpc>
              <a:spcBef>
                <a:spcPts val="0"/>
              </a:spcBef>
              <a:spcAft>
                <a:spcPts val="0"/>
              </a:spcAft>
              <a:buSzPts val="900"/>
              <a:buFont typeface="Nunito Sans"/>
              <a:buChar char="○"/>
              <a:defRPr sz="900"/>
            </a:lvl5pPr>
            <a:lvl6pPr indent="-285750" lvl="5" marL="2743200" algn="l">
              <a:lnSpc>
                <a:spcPct val="100000"/>
              </a:lnSpc>
              <a:spcBef>
                <a:spcPts val="0"/>
              </a:spcBef>
              <a:spcAft>
                <a:spcPts val="0"/>
              </a:spcAft>
              <a:buSzPts val="900"/>
              <a:buFont typeface="Nunito Sans"/>
              <a:buChar char="■"/>
              <a:defRPr sz="900"/>
            </a:lvl6pPr>
            <a:lvl7pPr indent="-285750" lvl="6" marL="3200400" algn="l">
              <a:lnSpc>
                <a:spcPct val="100000"/>
              </a:lnSpc>
              <a:spcBef>
                <a:spcPts val="0"/>
              </a:spcBef>
              <a:spcAft>
                <a:spcPts val="0"/>
              </a:spcAft>
              <a:buSzPts val="900"/>
              <a:buFont typeface="Nunito Sans"/>
              <a:buChar char="●"/>
              <a:defRPr sz="900"/>
            </a:lvl7pPr>
            <a:lvl8pPr indent="-285750" lvl="7" marL="3657600" algn="l">
              <a:lnSpc>
                <a:spcPct val="100000"/>
              </a:lnSpc>
              <a:spcBef>
                <a:spcPts val="0"/>
              </a:spcBef>
              <a:spcAft>
                <a:spcPts val="0"/>
              </a:spcAft>
              <a:buSzPts val="900"/>
              <a:buFont typeface="Nunito Sans"/>
              <a:buChar char="○"/>
              <a:defRPr sz="900"/>
            </a:lvl8pPr>
            <a:lvl9pPr indent="-285750" lvl="8" marL="4114800" algn="l">
              <a:lnSpc>
                <a:spcPct val="100000"/>
              </a:lnSpc>
              <a:spcBef>
                <a:spcPts val="0"/>
              </a:spcBef>
              <a:spcAft>
                <a:spcPts val="0"/>
              </a:spcAft>
              <a:buSzPts val="900"/>
              <a:buFont typeface="Nunito Sans"/>
              <a:buChar char="■"/>
              <a:defRPr sz="900"/>
            </a:lvl9pPr>
          </a:lstStyle>
          <a:p/>
        </p:txBody>
      </p:sp>
      <p:sp>
        <p:nvSpPr>
          <p:cNvPr id="671" name="Google Shape;671;p76"/>
          <p:cNvSpPr txBox="1"/>
          <p:nvPr>
            <p:ph idx="2" type="body"/>
          </p:nvPr>
        </p:nvSpPr>
        <p:spPr>
          <a:xfrm>
            <a:off x="228600" y="3337800"/>
            <a:ext cx="2834700" cy="1346100"/>
          </a:xfrm>
          <a:prstGeom prst="rect">
            <a:avLst/>
          </a:prstGeom>
          <a:noFill/>
          <a:ln>
            <a:noFill/>
          </a:ln>
        </p:spPr>
        <p:txBody>
          <a:bodyPr anchorCtr="0" anchor="t" bIns="91425" lIns="91425" spcFirstLastPara="1" rIns="91425" wrap="square" tIns="91425">
            <a:sp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672" name="Google Shape;672;p76"/>
          <p:cNvSpPr txBox="1"/>
          <p:nvPr>
            <p:ph idx="3" type="body"/>
          </p:nvPr>
        </p:nvSpPr>
        <p:spPr>
          <a:xfrm>
            <a:off x="6080700" y="3337800"/>
            <a:ext cx="2834700" cy="1346100"/>
          </a:xfrm>
          <a:prstGeom prst="rect">
            <a:avLst/>
          </a:prstGeom>
          <a:noFill/>
          <a:ln>
            <a:noFill/>
          </a:ln>
        </p:spPr>
        <p:txBody>
          <a:bodyPr anchorCtr="0" anchor="t" bIns="91425" lIns="91425" spcFirstLastPara="1" rIns="91425" wrap="square" tIns="91425">
            <a:sp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0"/>
              </a:spcBef>
              <a:spcAft>
                <a:spcPts val="0"/>
              </a:spcAft>
              <a:buClr>
                <a:schemeClr val="dk1"/>
              </a:buClr>
              <a:buSzPts val="900"/>
              <a:buFont typeface="Nunito Sans"/>
              <a:buChar char="○"/>
              <a:defRPr sz="900"/>
            </a:lvl2pPr>
            <a:lvl3pPr indent="-285750" lvl="2" marL="1371600" algn="l">
              <a:lnSpc>
                <a:spcPct val="115000"/>
              </a:lnSpc>
              <a:spcBef>
                <a:spcPts val="0"/>
              </a:spcBef>
              <a:spcAft>
                <a:spcPts val="0"/>
              </a:spcAft>
              <a:buClr>
                <a:schemeClr val="dk1"/>
              </a:buClr>
              <a:buSzPts val="900"/>
              <a:buFont typeface="Nunito Sans"/>
              <a:buChar char="■"/>
              <a:defRPr sz="900"/>
            </a:lvl3pPr>
            <a:lvl4pPr indent="-285750" lvl="3" marL="1828800" algn="l">
              <a:lnSpc>
                <a:spcPct val="115000"/>
              </a:lnSpc>
              <a:spcBef>
                <a:spcPts val="0"/>
              </a:spcBef>
              <a:spcAft>
                <a:spcPts val="0"/>
              </a:spcAft>
              <a:buClr>
                <a:schemeClr val="dk1"/>
              </a:buClr>
              <a:buSzPts val="900"/>
              <a:buFont typeface="Nunito Sans"/>
              <a:buChar char="●"/>
              <a:defRPr sz="900"/>
            </a:lvl4pPr>
            <a:lvl5pPr indent="-285750" lvl="4" marL="2286000" algn="l">
              <a:lnSpc>
                <a:spcPct val="115000"/>
              </a:lnSpc>
              <a:spcBef>
                <a:spcPts val="0"/>
              </a:spcBef>
              <a:spcAft>
                <a:spcPts val="0"/>
              </a:spcAft>
              <a:buClr>
                <a:schemeClr val="dk1"/>
              </a:buClr>
              <a:buSzPts val="900"/>
              <a:buFont typeface="Nunito Sans"/>
              <a:buChar char="○"/>
              <a:defRPr sz="900"/>
            </a:lvl5pPr>
            <a:lvl6pPr indent="-285750" lvl="5" marL="2743200" algn="l">
              <a:lnSpc>
                <a:spcPct val="115000"/>
              </a:lnSpc>
              <a:spcBef>
                <a:spcPts val="0"/>
              </a:spcBef>
              <a:spcAft>
                <a:spcPts val="0"/>
              </a:spcAft>
              <a:buClr>
                <a:schemeClr val="dk1"/>
              </a:buClr>
              <a:buSzPts val="900"/>
              <a:buFont typeface="Nunito Sans"/>
              <a:buChar char="■"/>
              <a:defRPr sz="900"/>
            </a:lvl6pPr>
            <a:lvl7pPr indent="-285750" lvl="6" marL="3200400" algn="l">
              <a:lnSpc>
                <a:spcPct val="115000"/>
              </a:lnSpc>
              <a:spcBef>
                <a:spcPts val="0"/>
              </a:spcBef>
              <a:spcAft>
                <a:spcPts val="0"/>
              </a:spcAft>
              <a:buClr>
                <a:schemeClr val="dk1"/>
              </a:buClr>
              <a:buSzPts val="900"/>
              <a:buFont typeface="Nunito Sans"/>
              <a:buChar char="●"/>
              <a:defRPr sz="900"/>
            </a:lvl7pPr>
            <a:lvl8pPr indent="-285750" lvl="7" marL="3657600" algn="l">
              <a:lnSpc>
                <a:spcPct val="115000"/>
              </a:lnSpc>
              <a:spcBef>
                <a:spcPts val="0"/>
              </a:spcBef>
              <a:spcAft>
                <a:spcPts val="0"/>
              </a:spcAft>
              <a:buClr>
                <a:schemeClr val="dk1"/>
              </a:buClr>
              <a:buSzPts val="900"/>
              <a:buFont typeface="Nunito Sans"/>
              <a:buChar char="○"/>
              <a:defRPr sz="900"/>
            </a:lvl8pPr>
            <a:lvl9pPr indent="-285750" lvl="8" marL="4114800" algn="l">
              <a:lnSpc>
                <a:spcPct val="115000"/>
              </a:lnSpc>
              <a:spcBef>
                <a:spcPts val="0"/>
              </a:spcBef>
              <a:spcAft>
                <a:spcPts val="0"/>
              </a:spcAft>
              <a:buClr>
                <a:schemeClr val="dk1"/>
              </a:buClr>
              <a:buSzPts val="900"/>
              <a:buFont typeface="Nunito Sans"/>
              <a:buChar char="■"/>
              <a:defRPr sz="900"/>
            </a:lvl9pPr>
          </a:lstStyle>
          <a:p/>
        </p:txBody>
      </p:sp>
      <p:sp>
        <p:nvSpPr>
          <p:cNvPr id="673" name="Google Shape;673;p76"/>
          <p:cNvSpPr txBox="1"/>
          <p:nvPr>
            <p:ph type="title"/>
          </p:nvPr>
        </p:nvSpPr>
        <p:spPr>
          <a:xfrm>
            <a:off x="1877050" y="1578774"/>
            <a:ext cx="30030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1400"/>
              <a:buNone/>
              <a:defRPr b="0" sz="1400">
                <a:solidFill>
                  <a:schemeClr val="accent1"/>
                </a:solidFill>
                <a:latin typeface="Poppins SemiBold"/>
                <a:ea typeface="Poppins SemiBold"/>
                <a:cs typeface="Poppins SemiBold"/>
                <a:sym typeface="Poppins SemiBold"/>
              </a:defRPr>
            </a:lvl1pPr>
            <a:lvl2pPr lvl="1"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2pPr>
            <a:lvl3pPr lvl="2"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3pPr>
            <a:lvl4pPr lvl="3"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4pPr>
            <a:lvl5pPr lvl="4"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5pPr>
            <a:lvl6pPr lvl="5"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6pPr>
            <a:lvl7pPr lvl="6"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7pPr>
            <a:lvl8pPr lvl="7"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8pPr>
            <a:lvl9pPr lvl="8" algn="l">
              <a:lnSpc>
                <a:spcPct val="100000"/>
              </a:lnSpc>
              <a:spcBef>
                <a:spcPts val="0"/>
              </a:spcBef>
              <a:spcAft>
                <a:spcPts val="0"/>
              </a:spcAft>
              <a:buSzPts val="2000"/>
              <a:buNone/>
              <a:defRPr sz="2000">
                <a:solidFill>
                  <a:schemeClr val="accent1"/>
                </a:solidFill>
                <a:latin typeface="Poppins SemiBold"/>
                <a:ea typeface="Poppins SemiBold"/>
                <a:cs typeface="Poppins SemiBold"/>
                <a:sym typeface="Poppins SemiBold"/>
              </a:defRPr>
            </a:lvl9pPr>
          </a:lstStyle>
          <a:p/>
        </p:txBody>
      </p:sp>
      <p:sp>
        <p:nvSpPr>
          <p:cNvPr id="674" name="Google Shape;674;p76"/>
          <p:cNvSpPr txBox="1"/>
          <p:nvPr>
            <p:ph idx="4" type="title"/>
          </p:nvPr>
        </p:nvSpPr>
        <p:spPr>
          <a:xfrm>
            <a:off x="1877050" y="1944332"/>
            <a:ext cx="3598500" cy="7422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200"/>
              <a:buNone/>
              <a:defRPr b="0" sz="1200">
                <a:latin typeface="Nunito Sans"/>
                <a:ea typeface="Nunito Sans"/>
                <a:cs typeface="Nunito Sans"/>
                <a:sym typeface="Nunito Sans"/>
              </a:defRPr>
            </a:lvl1pPr>
            <a:lvl2pPr lvl="1" algn="l">
              <a:lnSpc>
                <a:spcPct val="100000"/>
              </a:lnSpc>
              <a:spcBef>
                <a:spcPts val="0"/>
              </a:spcBef>
              <a:spcAft>
                <a:spcPts val="0"/>
              </a:spcAft>
              <a:buSzPts val="2000"/>
              <a:buNone/>
              <a:defRPr sz="2000">
                <a:latin typeface="Nunito Sans"/>
                <a:ea typeface="Nunito Sans"/>
                <a:cs typeface="Nunito Sans"/>
                <a:sym typeface="Nunito Sans"/>
              </a:defRPr>
            </a:lvl2pPr>
            <a:lvl3pPr lvl="2" algn="l">
              <a:lnSpc>
                <a:spcPct val="100000"/>
              </a:lnSpc>
              <a:spcBef>
                <a:spcPts val="0"/>
              </a:spcBef>
              <a:spcAft>
                <a:spcPts val="0"/>
              </a:spcAft>
              <a:buSzPts val="2000"/>
              <a:buNone/>
              <a:defRPr sz="2000">
                <a:latin typeface="Nunito Sans"/>
                <a:ea typeface="Nunito Sans"/>
                <a:cs typeface="Nunito Sans"/>
                <a:sym typeface="Nunito Sans"/>
              </a:defRPr>
            </a:lvl3pPr>
            <a:lvl4pPr lvl="3" algn="l">
              <a:lnSpc>
                <a:spcPct val="100000"/>
              </a:lnSpc>
              <a:spcBef>
                <a:spcPts val="0"/>
              </a:spcBef>
              <a:spcAft>
                <a:spcPts val="0"/>
              </a:spcAft>
              <a:buSzPts val="2000"/>
              <a:buNone/>
              <a:defRPr sz="2000">
                <a:latin typeface="Nunito Sans"/>
                <a:ea typeface="Nunito Sans"/>
                <a:cs typeface="Nunito Sans"/>
                <a:sym typeface="Nunito Sans"/>
              </a:defRPr>
            </a:lvl4pPr>
            <a:lvl5pPr lvl="4" algn="l">
              <a:lnSpc>
                <a:spcPct val="100000"/>
              </a:lnSpc>
              <a:spcBef>
                <a:spcPts val="0"/>
              </a:spcBef>
              <a:spcAft>
                <a:spcPts val="0"/>
              </a:spcAft>
              <a:buSzPts val="2000"/>
              <a:buNone/>
              <a:defRPr sz="2000">
                <a:latin typeface="Nunito Sans"/>
                <a:ea typeface="Nunito Sans"/>
                <a:cs typeface="Nunito Sans"/>
                <a:sym typeface="Nunito Sans"/>
              </a:defRPr>
            </a:lvl5pPr>
            <a:lvl6pPr lvl="5" algn="l">
              <a:lnSpc>
                <a:spcPct val="100000"/>
              </a:lnSpc>
              <a:spcBef>
                <a:spcPts val="0"/>
              </a:spcBef>
              <a:spcAft>
                <a:spcPts val="0"/>
              </a:spcAft>
              <a:buSzPts val="2000"/>
              <a:buNone/>
              <a:defRPr sz="2000">
                <a:latin typeface="Nunito Sans"/>
                <a:ea typeface="Nunito Sans"/>
                <a:cs typeface="Nunito Sans"/>
                <a:sym typeface="Nunito Sans"/>
              </a:defRPr>
            </a:lvl6pPr>
            <a:lvl7pPr lvl="6" algn="l">
              <a:lnSpc>
                <a:spcPct val="100000"/>
              </a:lnSpc>
              <a:spcBef>
                <a:spcPts val="0"/>
              </a:spcBef>
              <a:spcAft>
                <a:spcPts val="0"/>
              </a:spcAft>
              <a:buSzPts val="2000"/>
              <a:buNone/>
              <a:defRPr sz="2000">
                <a:latin typeface="Nunito Sans"/>
                <a:ea typeface="Nunito Sans"/>
                <a:cs typeface="Nunito Sans"/>
                <a:sym typeface="Nunito Sans"/>
              </a:defRPr>
            </a:lvl7pPr>
            <a:lvl8pPr lvl="7" algn="l">
              <a:lnSpc>
                <a:spcPct val="100000"/>
              </a:lnSpc>
              <a:spcBef>
                <a:spcPts val="0"/>
              </a:spcBef>
              <a:spcAft>
                <a:spcPts val="0"/>
              </a:spcAft>
              <a:buSzPts val="2000"/>
              <a:buNone/>
              <a:defRPr sz="2000">
                <a:latin typeface="Nunito Sans"/>
                <a:ea typeface="Nunito Sans"/>
                <a:cs typeface="Nunito Sans"/>
                <a:sym typeface="Nunito Sans"/>
              </a:defRPr>
            </a:lvl8pPr>
            <a:lvl9pPr lvl="8" algn="l">
              <a:lnSpc>
                <a:spcPct val="100000"/>
              </a:lnSpc>
              <a:spcBef>
                <a:spcPts val="0"/>
              </a:spcBef>
              <a:spcAft>
                <a:spcPts val="0"/>
              </a:spcAft>
              <a:buSzPts val="2000"/>
              <a:buNone/>
              <a:defRPr sz="2000">
                <a:latin typeface="Nunito Sans"/>
                <a:ea typeface="Nunito Sans"/>
                <a:cs typeface="Nunito Sans"/>
                <a:sym typeface="Nunito Sans"/>
              </a:defRPr>
            </a:lvl9pPr>
          </a:lstStyle>
          <a:p/>
        </p:txBody>
      </p:sp>
      <p:sp>
        <p:nvSpPr>
          <p:cNvPr id="675" name="Google Shape;675;p76"/>
          <p:cNvSpPr/>
          <p:nvPr>
            <p:ph idx="5" type="pic"/>
          </p:nvPr>
        </p:nvSpPr>
        <p:spPr>
          <a:xfrm>
            <a:off x="309350" y="1425725"/>
            <a:ext cx="1409700" cy="1409700"/>
          </a:xfrm>
          <a:prstGeom prst="roundRect">
            <a:avLst>
              <a:gd fmla="val 16667" name="adj"/>
            </a:avLst>
          </a:prstGeom>
          <a:noFill/>
          <a:ln>
            <a:noFill/>
          </a:ln>
        </p:spPr>
      </p:sp>
      <p:pic>
        <p:nvPicPr>
          <p:cNvPr id="676" name="Google Shape;676;p76"/>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677" name="Google Shape;677;p76"/>
          <p:cNvSpPr txBox="1"/>
          <p:nvPr>
            <p:ph idx="6" type="title"/>
          </p:nvPr>
        </p:nvSpPr>
        <p:spPr>
          <a:xfrm>
            <a:off x="228600" y="228600"/>
            <a:ext cx="57606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atin typeface="Poppins SemiBold"/>
                <a:ea typeface="Poppins SemiBold"/>
                <a:cs typeface="Poppins SemiBold"/>
                <a:sym typeface="Poppins SemiBold"/>
              </a:defRPr>
            </a:lvl2pPr>
            <a:lvl3pPr lvl="2" algn="l">
              <a:lnSpc>
                <a:spcPct val="100000"/>
              </a:lnSpc>
              <a:spcBef>
                <a:spcPts val="0"/>
              </a:spcBef>
              <a:spcAft>
                <a:spcPts val="0"/>
              </a:spcAft>
              <a:buSzPts val="2000"/>
              <a:buNone/>
              <a:defRPr sz="2000">
                <a:latin typeface="Poppins SemiBold"/>
                <a:ea typeface="Poppins SemiBold"/>
                <a:cs typeface="Poppins SemiBold"/>
                <a:sym typeface="Poppins SemiBold"/>
              </a:defRPr>
            </a:lvl3pPr>
            <a:lvl4pPr lvl="3" algn="l">
              <a:lnSpc>
                <a:spcPct val="100000"/>
              </a:lnSpc>
              <a:spcBef>
                <a:spcPts val="0"/>
              </a:spcBef>
              <a:spcAft>
                <a:spcPts val="0"/>
              </a:spcAft>
              <a:buSzPts val="2000"/>
              <a:buNone/>
              <a:defRPr sz="2000">
                <a:latin typeface="Poppins SemiBold"/>
                <a:ea typeface="Poppins SemiBold"/>
                <a:cs typeface="Poppins SemiBold"/>
                <a:sym typeface="Poppins SemiBold"/>
              </a:defRPr>
            </a:lvl4pPr>
            <a:lvl5pPr lvl="4" algn="l">
              <a:lnSpc>
                <a:spcPct val="100000"/>
              </a:lnSpc>
              <a:spcBef>
                <a:spcPts val="0"/>
              </a:spcBef>
              <a:spcAft>
                <a:spcPts val="0"/>
              </a:spcAft>
              <a:buSzPts val="2000"/>
              <a:buNone/>
              <a:defRPr sz="2000">
                <a:latin typeface="Poppins SemiBold"/>
                <a:ea typeface="Poppins SemiBold"/>
                <a:cs typeface="Poppins SemiBold"/>
                <a:sym typeface="Poppins SemiBold"/>
              </a:defRPr>
            </a:lvl5pPr>
            <a:lvl6pPr lvl="5" algn="l">
              <a:lnSpc>
                <a:spcPct val="100000"/>
              </a:lnSpc>
              <a:spcBef>
                <a:spcPts val="0"/>
              </a:spcBef>
              <a:spcAft>
                <a:spcPts val="0"/>
              </a:spcAft>
              <a:buSzPts val="2000"/>
              <a:buNone/>
              <a:defRPr sz="2000">
                <a:latin typeface="Poppins SemiBold"/>
                <a:ea typeface="Poppins SemiBold"/>
                <a:cs typeface="Poppins SemiBold"/>
                <a:sym typeface="Poppins SemiBold"/>
              </a:defRPr>
            </a:lvl6pPr>
            <a:lvl7pPr lvl="6" algn="l">
              <a:lnSpc>
                <a:spcPct val="100000"/>
              </a:lnSpc>
              <a:spcBef>
                <a:spcPts val="0"/>
              </a:spcBef>
              <a:spcAft>
                <a:spcPts val="0"/>
              </a:spcAft>
              <a:buSzPts val="2000"/>
              <a:buNone/>
              <a:defRPr sz="2000">
                <a:latin typeface="Poppins SemiBold"/>
                <a:ea typeface="Poppins SemiBold"/>
                <a:cs typeface="Poppins SemiBold"/>
                <a:sym typeface="Poppins SemiBold"/>
              </a:defRPr>
            </a:lvl7pPr>
            <a:lvl8pPr lvl="7" algn="l">
              <a:lnSpc>
                <a:spcPct val="100000"/>
              </a:lnSpc>
              <a:spcBef>
                <a:spcPts val="0"/>
              </a:spcBef>
              <a:spcAft>
                <a:spcPts val="0"/>
              </a:spcAft>
              <a:buSzPts val="2000"/>
              <a:buNone/>
              <a:defRPr sz="2000">
                <a:latin typeface="Poppins SemiBold"/>
                <a:ea typeface="Poppins SemiBold"/>
                <a:cs typeface="Poppins SemiBold"/>
                <a:sym typeface="Poppins SemiBold"/>
              </a:defRPr>
            </a:lvl8pPr>
            <a:lvl9pPr lvl="8" algn="l">
              <a:lnSpc>
                <a:spcPct val="100000"/>
              </a:lnSpc>
              <a:spcBef>
                <a:spcPts val="0"/>
              </a:spcBef>
              <a:spcAft>
                <a:spcPts val="0"/>
              </a:spcAft>
              <a:buSzPts val="2000"/>
              <a:buNone/>
              <a:defRPr sz="2000">
                <a:latin typeface="Poppins SemiBold"/>
                <a:ea typeface="Poppins SemiBold"/>
                <a:cs typeface="Poppins SemiBold"/>
                <a:sym typeface="Poppins SemiBold"/>
              </a:defRPr>
            </a:lvl9pPr>
          </a:lstStyle>
          <a:p/>
        </p:txBody>
      </p:sp>
      <p:sp>
        <p:nvSpPr>
          <p:cNvPr id="678" name="Google Shape;678;p76"/>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679" name="Google Shape;679;p7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680" name="Google Shape;680;p76"/>
          <p:cNvSpPr txBox="1"/>
          <p:nvPr>
            <p:ph idx="7"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681" name="Shape 681"/>
        <p:cNvGrpSpPr/>
        <p:nvPr/>
      </p:nvGrpSpPr>
      <p:grpSpPr>
        <a:xfrm>
          <a:off x="0" y="0"/>
          <a:ext cx="0" cy="0"/>
          <a:chOff x="0" y="0"/>
          <a:chExt cx="0" cy="0"/>
        </a:xfrm>
      </p:grpSpPr>
      <p:pic>
        <p:nvPicPr>
          <p:cNvPr id="682" name="Google Shape;682;p77"/>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683" name="Google Shape;683;p77"/>
          <p:cNvSpPr txBox="1"/>
          <p:nvPr>
            <p:ph idx="1" type="body"/>
          </p:nvPr>
        </p:nvSpPr>
        <p:spPr>
          <a:xfrm>
            <a:off x="1238400" y="1312275"/>
            <a:ext cx="1204200" cy="514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84" name="Google Shape;684;p77"/>
          <p:cNvSpPr txBox="1"/>
          <p:nvPr>
            <p:ph idx="2" type="body"/>
          </p:nvPr>
        </p:nvSpPr>
        <p:spPr>
          <a:xfrm>
            <a:off x="2459068" y="1312275"/>
            <a:ext cx="1204200" cy="514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85" name="Google Shape;685;p77"/>
          <p:cNvSpPr txBox="1"/>
          <p:nvPr>
            <p:ph idx="3" type="body"/>
          </p:nvPr>
        </p:nvSpPr>
        <p:spPr>
          <a:xfrm>
            <a:off x="3833097" y="1312275"/>
            <a:ext cx="1204200" cy="514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86" name="Google Shape;686;p77"/>
          <p:cNvSpPr txBox="1"/>
          <p:nvPr>
            <p:ph idx="4" type="body"/>
          </p:nvPr>
        </p:nvSpPr>
        <p:spPr>
          <a:xfrm>
            <a:off x="5053765" y="1312275"/>
            <a:ext cx="1204200" cy="514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87" name="Google Shape;687;p77"/>
          <p:cNvSpPr txBox="1"/>
          <p:nvPr>
            <p:ph idx="5" type="body"/>
          </p:nvPr>
        </p:nvSpPr>
        <p:spPr>
          <a:xfrm>
            <a:off x="6427794" y="1312275"/>
            <a:ext cx="1204200" cy="514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88" name="Google Shape;688;p77"/>
          <p:cNvSpPr txBox="1"/>
          <p:nvPr>
            <p:ph idx="6" type="body"/>
          </p:nvPr>
        </p:nvSpPr>
        <p:spPr>
          <a:xfrm>
            <a:off x="7648462" y="1312275"/>
            <a:ext cx="1204200" cy="514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89" name="Google Shape;689;p77"/>
          <p:cNvSpPr txBox="1"/>
          <p:nvPr>
            <p:ph idx="7" type="body"/>
          </p:nvPr>
        </p:nvSpPr>
        <p:spPr>
          <a:xfrm>
            <a:off x="6399275" y="350285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0" name="Google Shape;690;p77"/>
          <p:cNvSpPr txBox="1"/>
          <p:nvPr>
            <p:ph idx="8" type="body"/>
          </p:nvPr>
        </p:nvSpPr>
        <p:spPr>
          <a:xfrm>
            <a:off x="6399275" y="281600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1" name="Google Shape;691;p77"/>
          <p:cNvSpPr txBox="1"/>
          <p:nvPr>
            <p:ph idx="9" type="body"/>
          </p:nvPr>
        </p:nvSpPr>
        <p:spPr>
          <a:xfrm>
            <a:off x="3833097" y="418970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2" name="Google Shape;692;p77"/>
          <p:cNvSpPr txBox="1"/>
          <p:nvPr>
            <p:ph idx="13" type="body"/>
          </p:nvPr>
        </p:nvSpPr>
        <p:spPr>
          <a:xfrm>
            <a:off x="3833097" y="350285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SzPts val="650"/>
              <a:buFont typeface="Nunito Sans"/>
              <a:buChar char="●"/>
              <a:defRPr sz="650"/>
            </a:lvl1pPr>
            <a:lvl2pPr indent="-269875" lvl="1" marL="914400" algn="l">
              <a:lnSpc>
                <a:spcPct val="115000"/>
              </a:lnSpc>
              <a:spcBef>
                <a:spcPts val="0"/>
              </a:spcBef>
              <a:spcAft>
                <a:spcPts val="0"/>
              </a:spcAft>
              <a:buSzPts val="650"/>
              <a:buFont typeface="Nunito Sans"/>
              <a:buChar char="○"/>
              <a:defRPr sz="650"/>
            </a:lvl2pPr>
            <a:lvl3pPr indent="-269875" lvl="2" marL="1371600" algn="l">
              <a:lnSpc>
                <a:spcPct val="115000"/>
              </a:lnSpc>
              <a:spcBef>
                <a:spcPts val="0"/>
              </a:spcBef>
              <a:spcAft>
                <a:spcPts val="0"/>
              </a:spcAft>
              <a:buSzPts val="650"/>
              <a:buFont typeface="Nunito Sans"/>
              <a:buChar char="■"/>
              <a:defRPr sz="650"/>
            </a:lvl3pPr>
            <a:lvl4pPr indent="-269875" lvl="3" marL="1828800" algn="l">
              <a:lnSpc>
                <a:spcPct val="115000"/>
              </a:lnSpc>
              <a:spcBef>
                <a:spcPts val="0"/>
              </a:spcBef>
              <a:spcAft>
                <a:spcPts val="0"/>
              </a:spcAft>
              <a:buSzPts val="650"/>
              <a:buFont typeface="Nunito Sans"/>
              <a:buChar char="●"/>
              <a:defRPr sz="650"/>
            </a:lvl4pPr>
            <a:lvl5pPr indent="-269875" lvl="4" marL="2286000" algn="l">
              <a:lnSpc>
                <a:spcPct val="115000"/>
              </a:lnSpc>
              <a:spcBef>
                <a:spcPts val="0"/>
              </a:spcBef>
              <a:spcAft>
                <a:spcPts val="0"/>
              </a:spcAft>
              <a:buSzPts val="650"/>
              <a:buFont typeface="Nunito Sans"/>
              <a:buChar char="○"/>
              <a:defRPr sz="650"/>
            </a:lvl5pPr>
            <a:lvl6pPr indent="-269875" lvl="5" marL="2743200" algn="l">
              <a:lnSpc>
                <a:spcPct val="115000"/>
              </a:lnSpc>
              <a:spcBef>
                <a:spcPts val="0"/>
              </a:spcBef>
              <a:spcAft>
                <a:spcPts val="0"/>
              </a:spcAft>
              <a:buSzPts val="650"/>
              <a:buFont typeface="Nunito Sans"/>
              <a:buChar char="■"/>
              <a:defRPr sz="650"/>
            </a:lvl6pPr>
            <a:lvl7pPr indent="-269875" lvl="6" marL="3200400" algn="l">
              <a:lnSpc>
                <a:spcPct val="115000"/>
              </a:lnSpc>
              <a:spcBef>
                <a:spcPts val="0"/>
              </a:spcBef>
              <a:spcAft>
                <a:spcPts val="0"/>
              </a:spcAft>
              <a:buSzPts val="650"/>
              <a:buFont typeface="Nunito Sans"/>
              <a:buChar char="●"/>
              <a:defRPr sz="650"/>
            </a:lvl7pPr>
            <a:lvl8pPr indent="-269875" lvl="7" marL="3657600" algn="l">
              <a:lnSpc>
                <a:spcPct val="115000"/>
              </a:lnSpc>
              <a:spcBef>
                <a:spcPts val="0"/>
              </a:spcBef>
              <a:spcAft>
                <a:spcPts val="0"/>
              </a:spcAft>
              <a:buSzPts val="650"/>
              <a:buFont typeface="Nunito Sans"/>
              <a:buChar char="○"/>
              <a:defRPr sz="650"/>
            </a:lvl8pPr>
            <a:lvl9pPr indent="-269875" lvl="8" marL="4114800" algn="l">
              <a:lnSpc>
                <a:spcPct val="115000"/>
              </a:lnSpc>
              <a:spcBef>
                <a:spcPts val="0"/>
              </a:spcBef>
              <a:spcAft>
                <a:spcPts val="0"/>
              </a:spcAft>
              <a:buSzPts val="650"/>
              <a:buFont typeface="Nunito Sans"/>
              <a:buChar char="■"/>
              <a:defRPr sz="650"/>
            </a:lvl9pPr>
          </a:lstStyle>
          <a:p/>
        </p:txBody>
      </p:sp>
      <p:sp>
        <p:nvSpPr>
          <p:cNvPr id="693" name="Google Shape;693;p77"/>
          <p:cNvSpPr txBox="1"/>
          <p:nvPr>
            <p:ph idx="14" type="body"/>
          </p:nvPr>
        </p:nvSpPr>
        <p:spPr>
          <a:xfrm>
            <a:off x="3833097" y="281600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4" name="Google Shape;694;p77"/>
          <p:cNvSpPr txBox="1"/>
          <p:nvPr>
            <p:ph idx="15" type="body"/>
          </p:nvPr>
        </p:nvSpPr>
        <p:spPr>
          <a:xfrm>
            <a:off x="1238400" y="418970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5" name="Google Shape;695;p77"/>
          <p:cNvSpPr txBox="1"/>
          <p:nvPr>
            <p:ph idx="16" type="body"/>
          </p:nvPr>
        </p:nvSpPr>
        <p:spPr>
          <a:xfrm>
            <a:off x="1238400" y="350285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6" name="Google Shape;696;p77"/>
          <p:cNvSpPr txBox="1"/>
          <p:nvPr>
            <p:ph idx="17" type="body"/>
          </p:nvPr>
        </p:nvSpPr>
        <p:spPr>
          <a:xfrm>
            <a:off x="1238400" y="281600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697" name="Google Shape;697;p77"/>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698" name="Google Shape;698;p77"/>
          <p:cNvSpPr txBox="1"/>
          <p:nvPr>
            <p:ph idx="18" type="title"/>
          </p:nvPr>
        </p:nvSpPr>
        <p:spPr>
          <a:xfrm>
            <a:off x="228600" y="2817305"/>
            <a:ext cx="1009800" cy="3078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800"/>
              <a:buNone/>
              <a:defRPr sz="8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699" name="Google Shape;699;p77"/>
          <p:cNvSpPr txBox="1"/>
          <p:nvPr>
            <p:ph idx="19" type="title"/>
          </p:nvPr>
        </p:nvSpPr>
        <p:spPr>
          <a:xfrm>
            <a:off x="228600" y="1887327"/>
            <a:ext cx="1009800" cy="3078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800"/>
              <a:buNone/>
              <a:defRPr sz="8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00" name="Google Shape;700;p77"/>
          <p:cNvSpPr txBox="1"/>
          <p:nvPr>
            <p:ph idx="20" type="title"/>
          </p:nvPr>
        </p:nvSpPr>
        <p:spPr>
          <a:xfrm>
            <a:off x="228600" y="1312276"/>
            <a:ext cx="1009800" cy="3078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800"/>
              <a:buNone/>
              <a:defRPr sz="8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01" name="Google Shape;701;p77"/>
          <p:cNvSpPr txBox="1"/>
          <p:nvPr>
            <p:ph idx="21" type="title"/>
          </p:nvPr>
        </p:nvSpPr>
        <p:spPr>
          <a:xfrm>
            <a:off x="228600" y="924550"/>
            <a:ext cx="1009800" cy="3078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800"/>
              <a:buNone/>
              <a:defRPr sz="8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02" name="Google Shape;702;p77"/>
          <p:cNvSpPr txBox="1"/>
          <p:nvPr>
            <p:ph idx="22" type="title"/>
          </p:nvPr>
        </p:nvSpPr>
        <p:spPr>
          <a:xfrm>
            <a:off x="228600" y="3509306"/>
            <a:ext cx="1009800" cy="3078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800"/>
              <a:buNone/>
              <a:defRPr sz="8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03" name="Google Shape;703;p77"/>
          <p:cNvSpPr txBox="1"/>
          <p:nvPr>
            <p:ph idx="23" type="title"/>
          </p:nvPr>
        </p:nvSpPr>
        <p:spPr>
          <a:xfrm>
            <a:off x="228600" y="4189724"/>
            <a:ext cx="1009800" cy="3078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800"/>
              <a:buNone/>
              <a:defRPr sz="8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04" name="Google Shape;704;p77"/>
          <p:cNvSpPr txBox="1"/>
          <p:nvPr>
            <p:ph idx="24" type="subTitle"/>
          </p:nvPr>
        </p:nvSpPr>
        <p:spPr>
          <a:xfrm>
            <a:off x="1430832" y="957275"/>
            <a:ext cx="2040000" cy="241500"/>
          </a:xfrm>
          <a:prstGeom prst="rect">
            <a:avLst/>
          </a:prstGeom>
          <a:noFill/>
          <a:ln>
            <a:noFill/>
          </a:ln>
        </p:spPr>
        <p:txBody>
          <a:bodyPr anchorCtr="0" anchor="ctr" bIns="0" lIns="274300" spcFirstLastPara="1" rIns="274300" wrap="square" tIns="0">
            <a:noAutofit/>
          </a:bodyPr>
          <a:lstStyle>
            <a:lvl1pPr lvl="0" algn="ctr">
              <a:lnSpc>
                <a:spcPct val="115000"/>
              </a:lnSpc>
              <a:spcBef>
                <a:spcPts val="0"/>
              </a:spcBef>
              <a:spcAft>
                <a:spcPts val="0"/>
              </a:spcAft>
              <a:buSzPts val="1200"/>
              <a:buNone/>
              <a:defRPr sz="8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705" name="Google Shape;705;p77"/>
          <p:cNvSpPr txBox="1"/>
          <p:nvPr>
            <p:ph idx="25" type="subTitle"/>
          </p:nvPr>
        </p:nvSpPr>
        <p:spPr>
          <a:xfrm>
            <a:off x="4025506" y="957275"/>
            <a:ext cx="2040000" cy="241500"/>
          </a:xfrm>
          <a:prstGeom prst="rect">
            <a:avLst/>
          </a:prstGeom>
          <a:noFill/>
          <a:ln>
            <a:noFill/>
          </a:ln>
        </p:spPr>
        <p:txBody>
          <a:bodyPr anchorCtr="0" anchor="ctr" bIns="0" lIns="274300" spcFirstLastPara="1" rIns="274300" wrap="square" tIns="0">
            <a:noAutofit/>
          </a:bodyPr>
          <a:lstStyle>
            <a:lvl1pPr lvl="0" algn="ctr">
              <a:lnSpc>
                <a:spcPct val="115000"/>
              </a:lnSpc>
              <a:spcBef>
                <a:spcPts val="0"/>
              </a:spcBef>
              <a:spcAft>
                <a:spcPts val="0"/>
              </a:spcAft>
              <a:buSzPts val="1200"/>
              <a:buNone/>
              <a:defRPr sz="8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706" name="Google Shape;706;p77"/>
          <p:cNvSpPr txBox="1"/>
          <p:nvPr>
            <p:ph idx="26" type="body"/>
          </p:nvPr>
        </p:nvSpPr>
        <p:spPr>
          <a:xfrm>
            <a:off x="6399275" y="4189700"/>
            <a:ext cx="2463900" cy="658800"/>
          </a:xfrm>
          <a:prstGeom prst="rect">
            <a:avLst/>
          </a:prstGeom>
          <a:noFill/>
          <a:ln>
            <a:noFill/>
          </a:ln>
        </p:spPr>
        <p:txBody>
          <a:bodyPr anchorCtr="0" anchor="t" bIns="91425" lIns="91425" spcFirstLastPara="1" rIns="91425" wrap="square" tIns="91425">
            <a:spAutoFit/>
          </a:bodyPr>
          <a:lstStyle>
            <a:lvl1pPr indent="-269875" lvl="0" marL="457200" algn="l">
              <a:lnSpc>
                <a:spcPct val="115000"/>
              </a:lnSpc>
              <a:spcBef>
                <a:spcPts val="0"/>
              </a:spcBef>
              <a:spcAft>
                <a:spcPts val="0"/>
              </a:spcAft>
              <a:buClr>
                <a:schemeClr val="dk1"/>
              </a:buClr>
              <a:buSzPts val="650"/>
              <a:buFont typeface="Nunito Sans"/>
              <a:buChar char="●"/>
              <a:defRPr sz="650"/>
            </a:lvl1pPr>
            <a:lvl2pPr indent="-269875" lvl="1" marL="914400" algn="l">
              <a:lnSpc>
                <a:spcPct val="115000"/>
              </a:lnSpc>
              <a:spcBef>
                <a:spcPts val="0"/>
              </a:spcBef>
              <a:spcAft>
                <a:spcPts val="0"/>
              </a:spcAft>
              <a:buClr>
                <a:schemeClr val="dk1"/>
              </a:buClr>
              <a:buSzPts val="650"/>
              <a:buFont typeface="Nunito Sans"/>
              <a:buChar char="○"/>
              <a:defRPr sz="650"/>
            </a:lvl2pPr>
            <a:lvl3pPr indent="-269875" lvl="2" marL="1371600" algn="l">
              <a:lnSpc>
                <a:spcPct val="115000"/>
              </a:lnSpc>
              <a:spcBef>
                <a:spcPts val="0"/>
              </a:spcBef>
              <a:spcAft>
                <a:spcPts val="0"/>
              </a:spcAft>
              <a:buClr>
                <a:schemeClr val="dk1"/>
              </a:buClr>
              <a:buSzPts val="650"/>
              <a:buFont typeface="Nunito Sans"/>
              <a:buChar char="■"/>
              <a:defRPr sz="650"/>
            </a:lvl3pPr>
            <a:lvl4pPr indent="-269875" lvl="3" marL="1828800" algn="l">
              <a:lnSpc>
                <a:spcPct val="115000"/>
              </a:lnSpc>
              <a:spcBef>
                <a:spcPts val="0"/>
              </a:spcBef>
              <a:spcAft>
                <a:spcPts val="0"/>
              </a:spcAft>
              <a:buClr>
                <a:schemeClr val="dk1"/>
              </a:buClr>
              <a:buSzPts val="650"/>
              <a:buFont typeface="Nunito Sans"/>
              <a:buChar char="●"/>
              <a:defRPr sz="650"/>
            </a:lvl4pPr>
            <a:lvl5pPr indent="-269875" lvl="4" marL="2286000" algn="l">
              <a:lnSpc>
                <a:spcPct val="115000"/>
              </a:lnSpc>
              <a:spcBef>
                <a:spcPts val="0"/>
              </a:spcBef>
              <a:spcAft>
                <a:spcPts val="0"/>
              </a:spcAft>
              <a:buClr>
                <a:schemeClr val="dk1"/>
              </a:buClr>
              <a:buSzPts val="650"/>
              <a:buFont typeface="Nunito Sans"/>
              <a:buChar char="○"/>
              <a:defRPr sz="650"/>
            </a:lvl5pPr>
            <a:lvl6pPr indent="-269875" lvl="5" marL="2743200" algn="l">
              <a:lnSpc>
                <a:spcPct val="115000"/>
              </a:lnSpc>
              <a:spcBef>
                <a:spcPts val="0"/>
              </a:spcBef>
              <a:spcAft>
                <a:spcPts val="0"/>
              </a:spcAft>
              <a:buClr>
                <a:schemeClr val="dk1"/>
              </a:buClr>
              <a:buSzPts val="650"/>
              <a:buFont typeface="Nunito Sans"/>
              <a:buChar char="■"/>
              <a:defRPr sz="650"/>
            </a:lvl6pPr>
            <a:lvl7pPr indent="-269875" lvl="6" marL="3200400" algn="l">
              <a:lnSpc>
                <a:spcPct val="115000"/>
              </a:lnSpc>
              <a:spcBef>
                <a:spcPts val="0"/>
              </a:spcBef>
              <a:spcAft>
                <a:spcPts val="0"/>
              </a:spcAft>
              <a:buClr>
                <a:schemeClr val="dk1"/>
              </a:buClr>
              <a:buSzPts val="650"/>
              <a:buFont typeface="Nunito Sans"/>
              <a:buChar char="●"/>
              <a:defRPr sz="650"/>
            </a:lvl7pPr>
            <a:lvl8pPr indent="-269875" lvl="7" marL="3657600" algn="l">
              <a:lnSpc>
                <a:spcPct val="115000"/>
              </a:lnSpc>
              <a:spcBef>
                <a:spcPts val="0"/>
              </a:spcBef>
              <a:spcAft>
                <a:spcPts val="0"/>
              </a:spcAft>
              <a:buClr>
                <a:schemeClr val="dk1"/>
              </a:buClr>
              <a:buSzPts val="650"/>
              <a:buFont typeface="Nunito Sans"/>
              <a:buChar char="○"/>
              <a:defRPr sz="650"/>
            </a:lvl8pPr>
            <a:lvl9pPr indent="-269875" lvl="8" marL="4114800" algn="l">
              <a:lnSpc>
                <a:spcPct val="115000"/>
              </a:lnSpc>
              <a:spcBef>
                <a:spcPts val="0"/>
              </a:spcBef>
              <a:spcAft>
                <a:spcPts val="0"/>
              </a:spcAft>
              <a:buClr>
                <a:schemeClr val="dk1"/>
              </a:buClr>
              <a:buSzPts val="650"/>
              <a:buFont typeface="Nunito Sans"/>
              <a:buChar char="■"/>
              <a:defRPr sz="650"/>
            </a:lvl9pPr>
          </a:lstStyle>
          <a:p/>
        </p:txBody>
      </p:sp>
      <p:sp>
        <p:nvSpPr>
          <p:cNvPr id="707" name="Google Shape;707;p77"/>
          <p:cNvSpPr txBox="1"/>
          <p:nvPr>
            <p:ph idx="27" type="subTitle"/>
          </p:nvPr>
        </p:nvSpPr>
        <p:spPr>
          <a:xfrm>
            <a:off x="6620203" y="957275"/>
            <a:ext cx="2040000" cy="241500"/>
          </a:xfrm>
          <a:prstGeom prst="rect">
            <a:avLst/>
          </a:prstGeom>
          <a:noFill/>
          <a:ln>
            <a:noFill/>
          </a:ln>
        </p:spPr>
        <p:txBody>
          <a:bodyPr anchorCtr="0" anchor="ctr" bIns="0" lIns="274300" spcFirstLastPara="1" rIns="274300" wrap="square" tIns="0">
            <a:noAutofit/>
          </a:bodyPr>
          <a:lstStyle>
            <a:lvl1pPr lvl="0" algn="ctr">
              <a:lnSpc>
                <a:spcPct val="115000"/>
              </a:lnSpc>
              <a:spcBef>
                <a:spcPts val="0"/>
              </a:spcBef>
              <a:spcAft>
                <a:spcPts val="0"/>
              </a:spcAft>
              <a:buSzPts val="1200"/>
              <a:buNone/>
              <a:defRPr sz="8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708" name="Google Shape;708;p7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709" name="Google Shape;709;p77"/>
          <p:cNvSpPr txBox="1"/>
          <p:nvPr>
            <p:ph idx="28"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710" name="Shape 710"/>
        <p:cNvGrpSpPr/>
        <p:nvPr/>
      </p:nvGrpSpPr>
      <p:grpSpPr>
        <a:xfrm>
          <a:off x="0" y="0"/>
          <a:ext cx="0" cy="0"/>
          <a:chOff x="0" y="0"/>
          <a:chExt cx="0" cy="0"/>
        </a:xfrm>
      </p:grpSpPr>
      <p:pic>
        <p:nvPicPr>
          <p:cNvPr id="711" name="Google Shape;711;p7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712" name="Google Shape;712;p78"/>
          <p:cNvSpPr txBox="1"/>
          <p:nvPr>
            <p:ph idx="1" type="body"/>
          </p:nvPr>
        </p:nvSpPr>
        <p:spPr>
          <a:xfrm>
            <a:off x="6080825" y="2545247"/>
            <a:ext cx="2834700" cy="703800"/>
          </a:xfrm>
          <a:prstGeom prst="rect">
            <a:avLst/>
          </a:prstGeom>
          <a:noFill/>
          <a:ln>
            <a:noFill/>
          </a:ln>
        </p:spPr>
        <p:txBody>
          <a:bodyPr anchorCtr="0" anchor="t" bIns="91425" lIns="91425" spcFirstLastPara="1" rIns="91425" wrap="square" tIns="91425">
            <a:sp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0"/>
              </a:spcBef>
              <a:spcAft>
                <a:spcPts val="0"/>
              </a:spcAft>
              <a:buClr>
                <a:schemeClr val="dk1"/>
              </a:buClr>
              <a:buSzPts val="1000"/>
              <a:buFont typeface="Nunito Sans"/>
              <a:buChar char="○"/>
              <a:defRPr sz="1000"/>
            </a:lvl2pPr>
            <a:lvl3pPr indent="-292100" lvl="2" marL="1371600" algn="l">
              <a:lnSpc>
                <a:spcPct val="115000"/>
              </a:lnSpc>
              <a:spcBef>
                <a:spcPts val="0"/>
              </a:spcBef>
              <a:spcAft>
                <a:spcPts val="0"/>
              </a:spcAft>
              <a:buClr>
                <a:schemeClr val="dk1"/>
              </a:buClr>
              <a:buSzPts val="1000"/>
              <a:buFont typeface="Nunito Sans"/>
              <a:buChar char="■"/>
              <a:defRPr sz="1000"/>
            </a:lvl3pPr>
            <a:lvl4pPr indent="-292100" lvl="3" marL="1828800" algn="l">
              <a:lnSpc>
                <a:spcPct val="115000"/>
              </a:lnSpc>
              <a:spcBef>
                <a:spcPts val="0"/>
              </a:spcBef>
              <a:spcAft>
                <a:spcPts val="0"/>
              </a:spcAft>
              <a:buClr>
                <a:schemeClr val="dk1"/>
              </a:buClr>
              <a:buSzPts val="1000"/>
              <a:buFont typeface="Nunito Sans"/>
              <a:buChar char="●"/>
              <a:defRPr sz="1000"/>
            </a:lvl4pPr>
            <a:lvl5pPr indent="-292100" lvl="4" marL="2286000" algn="l">
              <a:lnSpc>
                <a:spcPct val="115000"/>
              </a:lnSpc>
              <a:spcBef>
                <a:spcPts val="0"/>
              </a:spcBef>
              <a:spcAft>
                <a:spcPts val="0"/>
              </a:spcAft>
              <a:buClr>
                <a:schemeClr val="dk1"/>
              </a:buClr>
              <a:buSzPts val="1000"/>
              <a:buFont typeface="Nunito Sans"/>
              <a:buChar char="○"/>
              <a:defRPr sz="1000"/>
            </a:lvl5pPr>
            <a:lvl6pPr indent="-292100" lvl="5" marL="2743200" algn="l">
              <a:lnSpc>
                <a:spcPct val="115000"/>
              </a:lnSpc>
              <a:spcBef>
                <a:spcPts val="0"/>
              </a:spcBef>
              <a:spcAft>
                <a:spcPts val="0"/>
              </a:spcAft>
              <a:buClr>
                <a:schemeClr val="dk1"/>
              </a:buClr>
              <a:buSzPts val="1000"/>
              <a:buFont typeface="Nunito Sans"/>
              <a:buChar char="■"/>
              <a:defRPr sz="1000"/>
            </a:lvl6pPr>
            <a:lvl7pPr indent="-292100" lvl="6" marL="3200400" algn="l">
              <a:lnSpc>
                <a:spcPct val="115000"/>
              </a:lnSpc>
              <a:spcBef>
                <a:spcPts val="0"/>
              </a:spcBef>
              <a:spcAft>
                <a:spcPts val="0"/>
              </a:spcAft>
              <a:buClr>
                <a:schemeClr val="dk1"/>
              </a:buClr>
              <a:buSzPts val="1000"/>
              <a:buFont typeface="Nunito Sans"/>
              <a:buChar char="●"/>
              <a:defRPr sz="1000"/>
            </a:lvl7pPr>
            <a:lvl8pPr indent="-292100" lvl="7" marL="3657600" algn="l">
              <a:lnSpc>
                <a:spcPct val="115000"/>
              </a:lnSpc>
              <a:spcBef>
                <a:spcPts val="0"/>
              </a:spcBef>
              <a:spcAft>
                <a:spcPts val="0"/>
              </a:spcAft>
              <a:buClr>
                <a:schemeClr val="dk1"/>
              </a:buClr>
              <a:buSzPts val="1000"/>
              <a:buFont typeface="Nunito Sans"/>
              <a:buChar char="○"/>
              <a:defRPr sz="1000"/>
            </a:lvl8pPr>
            <a:lvl9pPr indent="-292100" lvl="8" marL="4114800" algn="l">
              <a:lnSpc>
                <a:spcPct val="115000"/>
              </a:lnSpc>
              <a:spcBef>
                <a:spcPts val="0"/>
              </a:spcBef>
              <a:spcAft>
                <a:spcPts val="0"/>
              </a:spcAft>
              <a:buClr>
                <a:schemeClr val="dk1"/>
              </a:buClr>
              <a:buSzPts val="1000"/>
              <a:buFont typeface="Nunito Sans"/>
              <a:buChar char="■"/>
              <a:defRPr sz="1000"/>
            </a:lvl9pPr>
          </a:lstStyle>
          <a:p/>
        </p:txBody>
      </p:sp>
      <p:sp>
        <p:nvSpPr>
          <p:cNvPr id="713" name="Google Shape;713;p78"/>
          <p:cNvSpPr txBox="1"/>
          <p:nvPr>
            <p:ph type="title"/>
          </p:nvPr>
        </p:nvSpPr>
        <p:spPr>
          <a:xfrm>
            <a:off x="6080825" y="2228204"/>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14" name="Google Shape;714;p78"/>
          <p:cNvSpPr txBox="1"/>
          <p:nvPr>
            <p:ph idx="2" type="body"/>
          </p:nvPr>
        </p:nvSpPr>
        <p:spPr>
          <a:xfrm>
            <a:off x="6080825" y="3561500"/>
            <a:ext cx="2834700" cy="703800"/>
          </a:xfrm>
          <a:prstGeom prst="rect">
            <a:avLst/>
          </a:prstGeom>
          <a:noFill/>
          <a:ln>
            <a:noFill/>
          </a:ln>
        </p:spPr>
        <p:txBody>
          <a:bodyPr anchorCtr="0" anchor="t" bIns="91425" lIns="91425" spcFirstLastPara="1" rIns="91425" wrap="square" tIns="91425">
            <a:sp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0"/>
              </a:spcBef>
              <a:spcAft>
                <a:spcPts val="0"/>
              </a:spcAft>
              <a:buClr>
                <a:schemeClr val="dk1"/>
              </a:buClr>
              <a:buSzPts val="1000"/>
              <a:buFont typeface="Nunito Sans"/>
              <a:buChar char="○"/>
              <a:defRPr sz="1000"/>
            </a:lvl2pPr>
            <a:lvl3pPr indent="-292100" lvl="2" marL="1371600" algn="l">
              <a:lnSpc>
                <a:spcPct val="115000"/>
              </a:lnSpc>
              <a:spcBef>
                <a:spcPts val="0"/>
              </a:spcBef>
              <a:spcAft>
                <a:spcPts val="0"/>
              </a:spcAft>
              <a:buClr>
                <a:schemeClr val="dk1"/>
              </a:buClr>
              <a:buSzPts val="1000"/>
              <a:buFont typeface="Nunito Sans"/>
              <a:buChar char="■"/>
              <a:defRPr sz="1000"/>
            </a:lvl3pPr>
            <a:lvl4pPr indent="-292100" lvl="3" marL="1828800" algn="l">
              <a:lnSpc>
                <a:spcPct val="115000"/>
              </a:lnSpc>
              <a:spcBef>
                <a:spcPts val="0"/>
              </a:spcBef>
              <a:spcAft>
                <a:spcPts val="0"/>
              </a:spcAft>
              <a:buClr>
                <a:schemeClr val="dk1"/>
              </a:buClr>
              <a:buSzPts val="1000"/>
              <a:buFont typeface="Nunito Sans"/>
              <a:buChar char="●"/>
              <a:defRPr sz="1000"/>
            </a:lvl4pPr>
            <a:lvl5pPr indent="-292100" lvl="4" marL="2286000" algn="l">
              <a:lnSpc>
                <a:spcPct val="115000"/>
              </a:lnSpc>
              <a:spcBef>
                <a:spcPts val="0"/>
              </a:spcBef>
              <a:spcAft>
                <a:spcPts val="0"/>
              </a:spcAft>
              <a:buClr>
                <a:schemeClr val="dk1"/>
              </a:buClr>
              <a:buSzPts val="1000"/>
              <a:buFont typeface="Nunito Sans"/>
              <a:buChar char="○"/>
              <a:defRPr sz="1000"/>
            </a:lvl5pPr>
            <a:lvl6pPr indent="-292100" lvl="5" marL="2743200" algn="l">
              <a:lnSpc>
                <a:spcPct val="115000"/>
              </a:lnSpc>
              <a:spcBef>
                <a:spcPts val="0"/>
              </a:spcBef>
              <a:spcAft>
                <a:spcPts val="0"/>
              </a:spcAft>
              <a:buClr>
                <a:schemeClr val="dk1"/>
              </a:buClr>
              <a:buSzPts val="1000"/>
              <a:buFont typeface="Nunito Sans"/>
              <a:buChar char="■"/>
              <a:defRPr sz="1000"/>
            </a:lvl6pPr>
            <a:lvl7pPr indent="-292100" lvl="6" marL="3200400" algn="l">
              <a:lnSpc>
                <a:spcPct val="115000"/>
              </a:lnSpc>
              <a:spcBef>
                <a:spcPts val="0"/>
              </a:spcBef>
              <a:spcAft>
                <a:spcPts val="0"/>
              </a:spcAft>
              <a:buClr>
                <a:schemeClr val="dk1"/>
              </a:buClr>
              <a:buSzPts val="1000"/>
              <a:buFont typeface="Nunito Sans"/>
              <a:buChar char="●"/>
              <a:defRPr sz="1000"/>
            </a:lvl7pPr>
            <a:lvl8pPr indent="-292100" lvl="7" marL="3657600" algn="l">
              <a:lnSpc>
                <a:spcPct val="115000"/>
              </a:lnSpc>
              <a:spcBef>
                <a:spcPts val="0"/>
              </a:spcBef>
              <a:spcAft>
                <a:spcPts val="0"/>
              </a:spcAft>
              <a:buClr>
                <a:schemeClr val="dk1"/>
              </a:buClr>
              <a:buSzPts val="1000"/>
              <a:buFont typeface="Nunito Sans"/>
              <a:buChar char="○"/>
              <a:defRPr sz="1000"/>
            </a:lvl8pPr>
            <a:lvl9pPr indent="-292100" lvl="8" marL="4114800" algn="l">
              <a:lnSpc>
                <a:spcPct val="115000"/>
              </a:lnSpc>
              <a:spcBef>
                <a:spcPts val="0"/>
              </a:spcBef>
              <a:spcAft>
                <a:spcPts val="0"/>
              </a:spcAft>
              <a:buClr>
                <a:schemeClr val="dk1"/>
              </a:buClr>
              <a:buSzPts val="1000"/>
              <a:buFont typeface="Nunito Sans"/>
              <a:buChar char="■"/>
              <a:defRPr sz="1000"/>
            </a:lvl9pPr>
          </a:lstStyle>
          <a:p/>
        </p:txBody>
      </p:sp>
      <p:sp>
        <p:nvSpPr>
          <p:cNvPr id="715" name="Google Shape;715;p78"/>
          <p:cNvSpPr txBox="1"/>
          <p:nvPr>
            <p:ph idx="3" type="title"/>
          </p:nvPr>
        </p:nvSpPr>
        <p:spPr>
          <a:xfrm>
            <a:off x="6080825" y="3244458"/>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16" name="Google Shape;716;p78"/>
          <p:cNvSpPr txBox="1"/>
          <p:nvPr>
            <p:ph idx="4" type="body"/>
          </p:nvPr>
        </p:nvSpPr>
        <p:spPr>
          <a:xfrm>
            <a:off x="3154650" y="3026423"/>
            <a:ext cx="2834700" cy="1346100"/>
          </a:xfrm>
          <a:prstGeom prst="rect">
            <a:avLst/>
          </a:prstGeom>
          <a:noFill/>
          <a:ln>
            <a:noFill/>
          </a:ln>
        </p:spPr>
        <p:txBody>
          <a:bodyPr anchorCtr="0" anchor="t" bIns="91425" lIns="91425" spcFirstLastPara="1" rIns="91425" wrap="square" tIns="91425">
            <a:sp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0"/>
              </a:spcBef>
              <a:spcAft>
                <a:spcPts val="0"/>
              </a:spcAft>
              <a:buClr>
                <a:schemeClr val="dk1"/>
              </a:buClr>
              <a:buSzPts val="1000"/>
              <a:buFont typeface="Nunito Sans"/>
              <a:buChar char="○"/>
              <a:defRPr sz="1000"/>
            </a:lvl2pPr>
            <a:lvl3pPr indent="-292100" lvl="2" marL="1371600" algn="l">
              <a:lnSpc>
                <a:spcPct val="115000"/>
              </a:lnSpc>
              <a:spcBef>
                <a:spcPts val="0"/>
              </a:spcBef>
              <a:spcAft>
                <a:spcPts val="0"/>
              </a:spcAft>
              <a:buClr>
                <a:schemeClr val="dk1"/>
              </a:buClr>
              <a:buSzPts val="1000"/>
              <a:buFont typeface="Nunito Sans"/>
              <a:buChar char="■"/>
              <a:defRPr sz="1000"/>
            </a:lvl3pPr>
            <a:lvl4pPr indent="-292100" lvl="3" marL="1828800" algn="l">
              <a:lnSpc>
                <a:spcPct val="115000"/>
              </a:lnSpc>
              <a:spcBef>
                <a:spcPts val="0"/>
              </a:spcBef>
              <a:spcAft>
                <a:spcPts val="0"/>
              </a:spcAft>
              <a:buClr>
                <a:schemeClr val="dk1"/>
              </a:buClr>
              <a:buSzPts val="1000"/>
              <a:buFont typeface="Nunito Sans"/>
              <a:buChar char="●"/>
              <a:defRPr sz="1000"/>
            </a:lvl4pPr>
            <a:lvl5pPr indent="-292100" lvl="4" marL="2286000" algn="l">
              <a:lnSpc>
                <a:spcPct val="115000"/>
              </a:lnSpc>
              <a:spcBef>
                <a:spcPts val="0"/>
              </a:spcBef>
              <a:spcAft>
                <a:spcPts val="0"/>
              </a:spcAft>
              <a:buClr>
                <a:schemeClr val="dk1"/>
              </a:buClr>
              <a:buSzPts val="1000"/>
              <a:buFont typeface="Nunito Sans"/>
              <a:buChar char="○"/>
              <a:defRPr sz="1000"/>
            </a:lvl5pPr>
            <a:lvl6pPr indent="-292100" lvl="5" marL="2743200" algn="l">
              <a:lnSpc>
                <a:spcPct val="115000"/>
              </a:lnSpc>
              <a:spcBef>
                <a:spcPts val="0"/>
              </a:spcBef>
              <a:spcAft>
                <a:spcPts val="0"/>
              </a:spcAft>
              <a:buClr>
                <a:schemeClr val="dk1"/>
              </a:buClr>
              <a:buSzPts val="1000"/>
              <a:buFont typeface="Nunito Sans"/>
              <a:buChar char="■"/>
              <a:defRPr sz="1000"/>
            </a:lvl6pPr>
            <a:lvl7pPr indent="-292100" lvl="6" marL="3200400" algn="l">
              <a:lnSpc>
                <a:spcPct val="115000"/>
              </a:lnSpc>
              <a:spcBef>
                <a:spcPts val="0"/>
              </a:spcBef>
              <a:spcAft>
                <a:spcPts val="0"/>
              </a:spcAft>
              <a:buClr>
                <a:schemeClr val="dk1"/>
              </a:buClr>
              <a:buSzPts val="1000"/>
              <a:buFont typeface="Nunito Sans"/>
              <a:buChar char="●"/>
              <a:defRPr sz="1000"/>
            </a:lvl7pPr>
            <a:lvl8pPr indent="-292100" lvl="7" marL="3657600" algn="l">
              <a:lnSpc>
                <a:spcPct val="115000"/>
              </a:lnSpc>
              <a:spcBef>
                <a:spcPts val="0"/>
              </a:spcBef>
              <a:spcAft>
                <a:spcPts val="0"/>
              </a:spcAft>
              <a:buClr>
                <a:schemeClr val="dk1"/>
              </a:buClr>
              <a:buSzPts val="1000"/>
              <a:buFont typeface="Nunito Sans"/>
              <a:buChar char="○"/>
              <a:defRPr sz="1000"/>
            </a:lvl8pPr>
            <a:lvl9pPr indent="-292100" lvl="8" marL="4114800" algn="l">
              <a:lnSpc>
                <a:spcPct val="115000"/>
              </a:lnSpc>
              <a:spcBef>
                <a:spcPts val="0"/>
              </a:spcBef>
              <a:spcAft>
                <a:spcPts val="0"/>
              </a:spcAft>
              <a:buClr>
                <a:schemeClr val="dk1"/>
              </a:buClr>
              <a:buSzPts val="1000"/>
              <a:buFont typeface="Nunito Sans"/>
              <a:buChar char="■"/>
              <a:defRPr sz="1000"/>
            </a:lvl9pPr>
          </a:lstStyle>
          <a:p/>
        </p:txBody>
      </p:sp>
      <p:sp>
        <p:nvSpPr>
          <p:cNvPr id="717" name="Google Shape;717;p78"/>
          <p:cNvSpPr/>
          <p:nvPr>
            <p:ph idx="5" type="pic"/>
          </p:nvPr>
        </p:nvSpPr>
        <p:spPr>
          <a:xfrm>
            <a:off x="309350" y="952800"/>
            <a:ext cx="2754000" cy="1634100"/>
          </a:xfrm>
          <a:prstGeom prst="roundRect">
            <a:avLst>
              <a:gd fmla="val 16667" name="adj"/>
            </a:avLst>
          </a:prstGeom>
          <a:noFill/>
          <a:ln>
            <a:noFill/>
          </a:ln>
        </p:spPr>
      </p:sp>
      <p:sp>
        <p:nvSpPr>
          <p:cNvPr id="718" name="Google Shape;718;p78"/>
          <p:cNvSpPr txBox="1"/>
          <p:nvPr>
            <p:ph idx="6" type="title"/>
          </p:nvPr>
        </p:nvSpPr>
        <p:spPr>
          <a:xfrm>
            <a:off x="3154650" y="2709375"/>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19" name="Google Shape;719;p78"/>
          <p:cNvSpPr txBox="1"/>
          <p:nvPr>
            <p:ph idx="7" type="title"/>
          </p:nvPr>
        </p:nvSpPr>
        <p:spPr>
          <a:xfrm>
            <a:off x="3154650" y="858000"/>
            <a:ext cx="2834700" cy="742200"/>
          </a:xfrm>
          <a:prstGeom prst="rect">
            <a:avLst/>
          </a:prstGeom>
          <a:noFill/>
          <a:ln>
            <a:noFill/>
          </a:ln>
        </p:spPr>
        <p:txBody>
          <a:bodyPr anchorCtr="0" anchor="t" bIns="91425" lIns="91425" spcFirstLastPara="1" rIns="91425" wrap="square" tIns="91425">
            <a:spAutoFit/>
          </a:bodyPr>
          <a:lstStyle>
            <a:lvl1pPr lvl="0" algn="l">
              <a:lnSpc>
                <a:spcPct val="115000"/>
              </a:lnSpc>
              <a:spcBef>
                <a:spcPts val="0"/>
              </a:spcBef>
              <a:spcAft>
                <a:spcPts val="0"/>
              </a:spcAft>
              <a:buSzPts val="1400"/>
              <a:buNone/>
              <a:defRPr b="0" sz="1400">
                <a:latin typeface="Poppins Medium"/>
                <a:ea typeface="Poppins Medium"/>
                <a:cs typeface="Poppins Medium"/>
                <a:sym typeface="Poppins Medium"/>
              </a:defRPr>
            </a:lvl1pPr>
            <a:lvl2pPr lvl="1" algn="l">
              <a:lnSpc>
                <a:spcPct val="100000"/>
              </a:lnSpc>
              <a:spcBef>
                <a:spcPts val="0"/>
              </a:spcBef>
              <a:spcAft>
                <a:spcPts val="0"/>
              </a:spcAft>
              <a:buSzPts val="2000"/>
              <a:buNone/>
              <a:defRPr sz="2000">
                <a:latin typeface="Nunito Sans"/>
                <a:ea typeface="Nunito Sans"/>
                <a:cs typeface="Nunito Sans"/>
                <a:sym typeface="Nunito Sans"/>
              </a:defRPr>
            </a:lvl2pPr>
            <a:lvl3pPr lvl="2" algn="l">
              <a:lnSpc>
                <a:spcPct val="100000"/>
              </a:lnSpc>
              <a:spcBef>
                <a:spcPts val="0"/>
              </a:spcBef>
              <a:spcAft>
                <a:spcPts val="0"/>
              </a:spcAft>
              <a:buSzPts val="2000"/>
              <a:buNone/>
              <a:defRPr sz="2000">
                <a:latin typeface="Nunito Sans"/>
                <a:ea typeface="Nunito Sans"/>
                <a:cs typeface="Nunito Sans"/>
                <a:sym typeface="Nunito Sans"/>
              </a:defRPr>
            </a:lvl3pPr>
            <a:lvl4pPr lvl="3" algn="l">
              <a:lnSpc>
                <a:spcPct val="100000"/>
              </a:lnSpc>
              <a:spcBef>
                <a:spcPts val="0"/>
              </a:spcBef>
              <a:spcAft>
                <a:spcPts val="0"/>
              </a:spcAft>
              <a:buSzPts val="2000"/>
              <a:buNone/>
              <a:defRPr sz="2000">
                <a:latin typeface="Nunito Sans"/>
                <a:ea typeface="Nunito Sans"/>
                <a:cs typeface="Nunito Sans"/>
                <a:sym typeface="Nunito Sans"/>
              </a:defRPr>
            </a:lvl4pPr>
            <a:lvl5pPr lvl="4" algn="l">
              <a:lnSpc>
                <a:spcPct val="100000"/>
              </a:lnSpc>
              <a:spcBef>
                <a:spcPts val="0"/>
              </a:spcBef>
              <a:spcAft>
                <a:spcPts val="0"/>
              </a:spcAft>
              <a:buSzPts val="2000"/>
              <a:buNone/>
              <a:defRPr sz="2000">
                <a:latin typeface="Nunito Sans"/>
                <a:ea typeface="Nunito Sans"/>
                <a:cs typeface="Nunito Sans"/>
                <a:sym typeface="Nunito Sans"/>
              </a:defRPr>
            </a:lvl5pPr>
            <a:lvl6pPr lvl="5" algn="l">
              <a:lnSpc>
                <a:spcPct val="100000"/>
              </a:lnSpc>
              <a:spcBef>
                <a:spcPts val="0"/>
              </a:spcBef>
              <a:spcAft>
                <a:spcPts val="0"/>
              </a:spcAft>
              <a:buSzPts val="2000"/>
              <a:buNone/>
              <a:defRPr sz="2000">
                <a:latin typeface="Nunito Sans"/>
                <a:ea typeface="Nunito Sans"/>
                <a:cs typeface="Nunito Sans"/>
                <a:sym typeface="Nunito Sans"/>
              </a:defRPr>
            </a:lvl6pPr>
            <a:lvl7pPr lvl="6" algn="l">
              <a:lnSpc>
                <a:spcPct val="100000"/>
              </a:lnSpc>
              <a:spcBef>
                <a:spcPts val="0"/>
              </a:spcBef>
              <a:spcAft>
                <a:spcPts val="0"/>
              </a:spcAft>
              <a:buSzPts val="2000"/>
              <a:buNone/>
              <a:defRPr sz="2000">
                <a:latin typeface="Nunito Sans"/>
                <a:ea typeface="Nunito Sans"/>
                <a:cs typeface="Nunito Sans"/>
                <a:sym typeface="Nunito Sans"/>
              </a:defRPr>
            </a:lvl7pPr>
            <a:lvl8pPr lvl="7" algn="l">
              <a:lnSpc>
                <a:spcPct val="100000"/>
              </a:lnSpc>
              <a:spcBef>
                <a:spcPts val="0"/>
              </a:spcBef>
              <a:spcAft>
                <a:spcPts val="0"/>
              </a:spcAft>
              <a:buSzPts val="2000"/>
              <a:buNone/>
              <a:defRPr sz="2000">
                <a:latin typeface="Nunito Sans"/>
                <a:ea typeface="Nunito Sans"/>
                <a:cs typeface="Nunito Sans"/>
                <a:sym typeface="Nunito Sans"/>
              </a:defRPr>
            </a:lvl8pPr>
            <a:lvl9pPr lvl="8" algn="l">
              <a:lnSpc>
                <a:spcPct val="100000"/>
              </a:lnSpc>
              <a:spcBef>
                <a:spcPts val="0"/>
              </a:spcBef>
              <a:spcAft>
                <a:spcPts val="0"/>
              </a:spcAft>
              <a:buSzPts val="2000"/>
              <a:buNone/>
              <a:defRPr sz="2000">
                <a:latin typeface="Nunito Sans"/>
                <a:ea typeface="Nunito Sans"/>
                <a:cs typeface="Nunito Sans"/>
                <a:sym typeface="Nunito Sans"/>
              </a:defRPr>
            </a:lvl9pPr>
          </a:lstStyle>
          <a:p/>
        </p:txBody>
      </p:sp>
      <p:sp>
        <p:nvSpPr>
          <p:cNvPr id="720" name="Google Shape;720;p78"/>
          <p:cNvSpPr txBox="1"/>
          <p:nvPr>
            <p:ph idx="8" type="title"/>
          </p:nvPr>
        </p:nvSpPr>
        <p:spPr>
          <a:xfrm>
            <a:off x="228600" y="228600"/>
            <a:ext cx="5760600" cy="6522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sz="2400">
                <a:solidFill>
                  <a:schemeClr val="accent1"/>
                </a:solidFill>
              </a:defRPr>
            </a:lvl1pPr>
            <a:lvl2pPr lvl="1"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2pPr>
            <a:lvl3pPr lvl="2"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3pPr>
            <a:lvl4pPr lvl="3"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4pPr>
            <a:lvl5pPr lvl="4"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5pPr>
            <a:lvl6pPr lvl="5"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6pPr>
            <a:lvl7pPr lvl="6"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7pPr>
            <a:lvl8pPr lvl="7"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8pPr>
            <a:lvl9pPr lvl="8" algn="l">
              <a:lnSpc>
                <a:spcPct val="100000"/>
              </a:lnSpc>
              <a:spcBef>
                <a:spcPts val="0"/>
              </a:spcBef>
              <a:spcAft>
                <a:spcPts val="0"/>
              </a:spcAft>
              <a:buSzPts val="2400"/>
              <a:buNone/>
              <a:defRPr sz="2400">
                <a:solidFill>
                  <a:schemeClr val="accent1"/>
                </a:solidFill>
                <a:latin typeface="Poppins SemiBold"/>
                <a:ea typeface="Poppins SemiBold"/>
                <a:cs typeface="Poppins SemiBold"/>
                <a:sym typeface="Poppins SemiBold"/>
              </a:defRPr>
            </a:lvl9pPr>
          </a:lstStyle>
          <a:p/>
        </p:txBody>
      </p:sp>
      <p:sp>
        <p:nvSpPr>
          <p:cNvPr id="721" name="Google Shape;721;p7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722" name="Google Shape;722;p78"/>
          <p:cNvSpPr txBox="1"/>
          <p:nvPr>
            <p:ph idx="9" type="title"/>
          </p:nvPr>
        </p:nvSpPr>
        <p:spPr>
          <a:xfrm>
            <a:off x="6080825" y="858000"/>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23" name="Google Shape;723;p78"/>
          <p:cNvSpPr txBox="1"/>
          <p:nvPr>
            <p:ph idx="13"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724" name="Shape 724"/>
        <p:cNvGrpSpPr/>
        <p:nvPr/>
      </p:nvGrpSpPr>
      <p:grpSpPr>
        <a:xfrm>
          <a:off x="0" y="0"/>
          <a:ext cx="0" cy="0"/>
          <a:chOff x="0" y="0"/>
          <a:chExt cx="0" cy="0"/>
        </a:xfrm>
      </p:grpSpPr>
      <p:pic>
        <p:nvPicPr>
          <p:cNvPr id="725" name="Google Shape;725;p7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726" name="Google Shape;726;p79"/>
          <p:cNvSpPr txBox="1"/>
          <p:nvPr>
            <p:ph idx="1" type="body"/>
          </p:nvPr>
        </p:nvSpPr>
        <p:spPr>
          <a:xfrm>
            <a:off x="3154650" y="1167124"/>
            <a:ext cx="2834700" cy="728400"/>
          </a:xfrm>
          <a:prstGeom prst="rect">
            <a:avLst/>
          </a:prstGeom>
          <a:noFill/>
          <a:ln>
            <a:noFill/>
          </a:ln>
        </p:spPr>
        <p:txBody>
          <a:bodyPr anchorCtr="0" anchor="t" bIns="91425" lIns="91425" spcFirstLastPara="1" rIns="91425" wrap="square" tIns="91425">
            <a:sp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0"/>
              </a:spcBef>
              <a:spcAft>
                <a:spcPts val="0"/>
              </a:spcAft>
              <a:buClr>
                <a:schemeClr val="dk1"/>
              </a:buClr>
              <a:buSzPts val="1000"/>
              <a:buFont typeface="Nunito Sans"/>
              <a:buChar char="○"/>
              <a:defRPr sz="1000"/>
            </a:lvl2pPr>
            <a:lvl3pPr indent="-292100" lvl="2" marL="1371600" algn="l">
              <a:lnSpc>
                <a:spcPct val="115000"/>
              </a:lnSpc>
              <a:spcBef>
                <a:spcPts val="0"/>
              </a:spcBef>
              <a:spcAft>
                <a:spcPts val="0"/>
              </a:spcAft>
              <a:buClr>
                <a:schemeClr val="dk1"/>
              </a:buClr>
              <a:buSzPts val="1000"/>
              <a:buFont typeface="Nunito Sans"/>
              <a:buChar char="■"/>
              <a:defRPr sz="1000"/>
            </a:lvl3pPr>
            <a:lvl4pPr indent="-292100" lvl="3" marL="1828800" algn="l">
              <a:lnSpc>
                <a:spcPct val="115000"/>
              </a:lnSpc>
              <a:spcBef>
                <a:spcPts val="0"/>
              </a:spcBef>
              <a:spcAft>
                <a:spcPts val="0"/>
              </a:spcAft>
              <a:buClr>
                <a:schemeClr val="dk1"/>
              </a:buClr>
              <a:buSzPts val="1000"/>
              <a:buFont typeface="Nunito Sans"/>
              <a:buChar char="●"/>
              <a:defRPr sz="1000"/>
            </a:lvl4pPr>
            <a:lvl5pPr indent="-292100" lvl="4" marL="2286000" algn="l">
              <a:lnSpc>
                <a:spcPct val="115000"/>
              </a:lnSpc>
              <a:spcBef>
                <a:spcPts val="0"/>
              </a:spcBef>
              <a:spcAft>
                <a:spcPts val="0"/>
              </a:spcAft>
              <a:buClr>
                <a:schemeClr val="dk1"/>
              </a:buClr>
              <a:buSzPts val="1000"/>
              <a:buFont typeface="Nunito Sans"/>
              <a:buChar char="○"/>
              <a:defRPr sz="1000"/>
            </a:lvl5pPr>
            <a:lvl6pPr indent="-292100" lvl="5" marL="2743200" algn="l">
              <a:lnSpc>
                <a:spcPct val="115000"/>
              </a:lnSpc>
              <a:spcBef>
                <a:spcPts val="0"/>
              </a:spcBef>
              <a:spcAft>
                <a:spcPts val="0"/>
              </a:spcAft>
              <a:buClr>
                <a:schemeClr val="dk1"/>
              </a:buClr>
              <a:buSzPts val="1000"/>
              <a:buFont typeface="Nunito Sans"/>
              <a:buChar char="■"/>
              <a:defRPr sz="1000"/>
            </a:lvl6pPr>
            <a:lvl7pPr indent="-292100" lvl="6" marL="3200400" algn="l">
              <a:lnSpc>
                <a:spcPct val="115000"/>
              </a:lnSpc>
              <a:spcBef>
                <a:spcPts val="0"/>
              </a:spcBef>
              <a:spcAft>
                <a:spcPts val="0"/>
              </a:spcAft>
              <a:buClr>
                <a:schemeClr val="dk1"/>
              </a:buClr>
              <a:buSzPts val="1000"/>
              <a:buFont typeface="Nunito Sans"/>
              <a:buChar char="●"/>
              <a:defRPr sz="1000"/>
            </a:lvl7pPr>
            <a:lvl8pPr indent="-292100" lvl="7" marL="3657600" algn="l">
              <a:lnSpc>
                <a:spcPct val="115000"/>
              </a:lnSpc>
              <a:spcBef>
                <a:spcPts val="0"/>
              </a:spcBef>
              <a:spcAft>
                <a:spcPts val="0"/>
              </a:spcAft>
              <a:buClr>
                <a:schemeClr val="dk1"/>
              </a:buClr>
              <a:buSzPts val="1000"/>
              <a:buFont typeface="Nunito Sans"/>
              <a:buChar char="○"/>
              <a:defRPr sz="1000"/>
            </a:lvl8pPr>
            <a:lvl9pPr indent="-292100" lvl="8" marL="4114800" algn="l">
              <a:lnSpc>
                <a:spcPct val="115000"/>
              </a:lnSpc>
              <a:spcBef>
                <a:spcPts val="0"/>
              </a:spcBef>
              <a:spcAft>
                <a:spcPts val="0"/>
              </a:spcAft>
              <a:buClr>
                <a:schemeClr val="dk1"/>
              </a:buClr>
              <a:buSzPts val="1000"/>
              <a:buFont typeface="Nunito Sans"/>
              <a:buChar char="■"/>
              <a:defRPr sz="1000"/>
            </a:lvl9pPr>
          </a:lstStyle>
          <a:p/>
        </p:txBody>
      </p:sp>
      <p:sp>
        <p:nvSpPr>
          <p:cNvPr id="727" name="Google Shape;727;p79"/>
          <p:cNvSpPr txBox="1"/>
          <p:nvPr>
            <p:ph idx="2" type="body"/>
          </p:nvPr>
        </p:nvSpPr>
        <p:spPr>
          <a:xfrm>
            <a:off x="228600" y="1167124"/>
            <a:ext cx="2834700" cy="728400"/>
          </a:xfrm>
          <a:prstGeom prst="rect">
            <a:avLst/>
          </a:prstGeom>
          <a:noFill/>
          <a:ln>
            <a:noFill/>
          </a:ln>
        </p:spPr>
        <p:txBody>
          <a:bodyPr anchorCtr="0" anchor="t" bIns="91425" lIns="91425" spcFirstLastPara="1" rIns="91425" wrap="square" tIns="91425">
            <a:spAutoFit/>
          </a:bodyPr>
          <a:lstStyle>
            <a:lvl1pPr indent="-292100" lvl="0" marL="457200" algn="l">
              <a:lnSpc>
                <a:spcPct val="115000"/>
              </a:lnSpc>
              <a:spcBef>
                <a:spcPts val="0"/>
              </a:spcBef>
              <a:spcAft>
                <a:spcPts val="0"/>
              </a:spcAft>
              <a:buClr>
                <a:schemeClr val="dk1"/>
              </a:buClr>
              <a:buSzPts val="1000"/>
              <a:buFont typeface="Nunito Sans"/>
              <a:buChar char="●"/>
              <a:defRPr sz="1000"/>
            </a:lvl1pPr>
            <a:lvl2pPr indent="-292100" lvl="1" marL="914400" algn="l">
              <a:lnSpc>
                <a:spcPct val="115000"/>
              </a:lnSpc>
              <a:spcBef>
                <a:spcPts val="0"/>
              </a:spcBef>
              <a:spcAft>
                <a:spcPts val="0"/>
              </a:spcAft>
              <a:buClr>
                <a:schemeClr val="dk1"/>
              </a:buClr>
              <a:buSzPts val="1000"/>
              <a:buFont typeface="Nunito Sans"/>
              <a:buChar char="○"/>
              <a:defRPr sz="1000"/>
            </a:lvl2pPr>
            <a:lvl3pPr indent="-292100" lvl="2" marL="1371600" algn="l">
              <a:lnSpc>
                <a:spcPct val="115000"/>
              </a:lnSpc>
              <a:spcBef>
                <a:spcPts val="0"/>
              </a:spcBef>
              <a:spcAft>
                <a:spcPts val="0"/>
              </a:spcAft>
              <a:buClr>
                <a:schemeClr val="dk1"/>
              </a:buClr>
              <a:buSzPts val="1000"/>
              <a:buFont typeface="Nunito Sans"/>
              <a:buChar char="■"/>
              <a:defRPr sz="1000"/>
            </a:lvl3pPr>
            <a:lvl4pPr indent="-292100" lvl="3" marL="1828800" algn="l">
              <a:lnSpc>
                <a:spcPct val="115000"/>
              </a:lnSpc>
              <a:spcBef>
                <a:spcPts val="0"/>
              </a:spcBef>
              <a:spcAft>
                <a:spcPts val="0"/>
              </a:spcAft>
              <a:buClr>
                <a:schemeClr val="dk1"/>
              </a:buClr>
              <a:buSzPts val="1000"/>
              <a:buFont typeface="Nunito Sans"/>
              <a:buChar char="●"/>
              <a:defRPr sz="1000"/>
            </a:lvl4pPr>
            <a:lvl5pPr indent="-292100" lvl="4" marL="2286000" algn="l">
              <a:lnSpc>
                <a:spcPct val="115000"/>
              </a:lnSpc>
              <a:spcBef>
                <a:spcPts val="0"/>
              </a:spcBef>
              <a:spcAft>
                <a:spcPts val="0"/>
              </a:spcAft>
              <a:buClr>
                <a:schemeClr val="dk1"/>
              </a:buClr>
              <a:buSzPts val="1000"/>
              <a:buFont typeface="Nunito Sans"/>
              <a:buChar char="○"/>
              <a:defRPr sz="1000"/>
            </a:lvl5pPr>
            <a:lvl6pPr indent="-292100" lvl="5" marL="2743200" algn="l">
              <a:lnSpc>
                <a:spcPct val="115000"/>
              </a:lnSpc>
              <a:spcBef>
                <a:spcPts val="0"/>
              </a:spcBef>
              <a:spcAft>
                <a:spcPts val="0"/>
              </a:spcAft>
              <a:buClr>
                <a:schemeClr val="dk1"/>
              </a:buClr>
              <a:buSzPts val="1000"/>
              <a:buFont typeface="Nunito Sans"/>
              <a:buChar char="■"/>
              <a:defRPr sz="1000"/>
            </a:lvl6pPr>
            <a:lvl7pPr indent="-292100" lvl="6" marL="3200400" algn="l">
              <a:lnSpc>
                <a:spcPct val="115000"/>
              </a:lnSpc>
              <a:spcBef>
                <a:spcPts val="0"/>
              </a:spcBef>
              <a:spcAft>
                <a:spcPts val="0"/>
              </a:spcAft>
              <a:buClr>
                <a:schemeClr val="dk1"/>
              </a:buClr>
              <a:buSzPts val="1000"/>
              <a:buFont typeface="Nunito Sans"/>
              <a:buChar char="●"/>
              <a:defRPr sz="1000"/>
            </a:lvl7pPr>
            <a:lvl8pPr indent="-292100" lvl="7" marL="3657600" algn="l">
              <a:lnSpc>
                <a:spcPct val="115000"/>
              </a:lnSpc>
              <a:spcBef>
                <a:spcPts val="0"/>
              </a:spcBef>
              <a:spcAft>
                <a:spcPts val="0"/>
              </a:spcAft>
              <a:buClr>
                <a:schemeClr val="dk1"/>
              </a:buClr>
              <a:buSzPts val="1000"/>
              <a:buFont typeface="Nunito Sans"/>
              <a:buChar char="○"/>
              <a:defRPr sz="1000"/>
            </a:lvl8pPr>
            <a:lvl9pPr indent="-292100" lvl="8" marL="4114800" algn="l">
              <a:lnSpc>
                <a:spcPct val="115000"/>
              </a:lnSpc>
              <a:spcBef>
                <a:spcPts val="0"/>
              </a:spcBef>
              <a:spcAft>
                <a:spcPts val="0"/>
              </a:spcAft>
              <a:buClr>
                <a:schemeClr val="dk1"/>
              </a:buClr>
              <a:buSzPts val="1000"/>
              <a:buFont typeface="Nunito Sans"/>
              <a:buChar char="■"/>
              <a:defRPr sz="1000"/>
            </a:lvl9pPr>
          </a:lstStyle>
          <a:p/>
        </p:txBody>
      </p:sp>
      <p:sp>
        <p:nvSpPr>
          <p:cNvPr id="728" name="Google Shape;728;p79"/>
          <p:cNvSpPr txBox="1"/>
          <p:nvPr>
            <p:ph type="title"/>
          </p:nvPr>
        </p:nvSpPr>
        <p:spPr>
          <a:xfrm>
            <a:off x="1843500" y="2984230"/>
            <a:ext cx="1219800" cy="1269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SzPts val="700"/>
              <a:buNone/>
              <a:defRPr b="0" sz="700">
                <a:latin typeface="Nunito Sans"/>
                <a:ea typeface="Nunito Sans"/>
                <a:cs typeface="Nunito Sans"/>
                <a:sym typeface="Nunito Sans"/>
              </a:defRPr>
            </a:lvl1pPr>
            <a:lvl2pPr lvl="1" algn="r">
              <a:lnSpc>
                <a:spcPct val="100000"/>
              </a:lnSpc>
              <a:spcBef>
                <a:spcPts val="0"/>
              </a:spcBef>
              <a:spcAft>
                <a:spcPts val="0"/>
              </a:spcAft>
              <a:buSzPts val="900"/>
              <a:buNone/>
              <a:defRPr sz="900">
                <a:latin typeface="Nunito Sans"/>
                <a:ea typeface="Nunito Sans"/>
                <a:cs typeface="Nunito Sans"/>
                <a:sym typeface="Nunito Sans"/>
              </a:defRPr>
            </a:lvl2pPr>
            <a:lvl3pPr lvl="2" algn="r">
              <a:lnSpc>
                <a:spcPct val="100000"/>
              </a:lnSpc>
              <a:spcBef>
                <a:spcPts val="0"/>
              </a:spcBef>
              <a:spcAft>
                <a:spcPts val="0"/>
              </a:spcAft>
              <a:buSzPts val="900"/>
              <a:buNone/>
              <a:defRPr sz="900">
                <a:latin typeface="Nunito Sans"/>
                <a:ea typeface="Nunito Sans"/>
                <a:cs typeface="Nunito Sans"/>
                <a:sym typeface="Nunito Sans"/>
              </a:defRPr>
            </a:lvl3pPr>
            <a:lvl4pPr lvl="3" algn="r">
              <a:lnSpc>
                <a:spcPct val="100000"/>
              </a:lnSpc>
              <a:spcBef>
                <a:spcPts val="0"/>
              </a:spcBef>
              <a:spcAft>
                <a:spcPts val="0"/>
              </a:spcAft>
              <a:buSzPts val="900"/>
              <a:buNone/>
              <a:defRPr sz="900">
                <a:latin typeface="Nunito Sans"/>
                <a:ea typeface="Nunito Sans"/>
                <a:cs typeface="Nunito Sans"/>
                <a:sym typeface="Nunito Sans"/>
              </a:defRPr>
            </a:lvl4pPr>
            <a:lvl5pPr lvl="4" algn="r">
              <a:lnSpc>
                <a:spcPct val="100000"/>
              </a:lnSpc>
              <a:spcBef>
                <a:spcPts val="0"/>
              </a:spcBef>
              <a:spcAft>
                <a:spcPts val="0"/>
              </a:spcAft>
              <a:buSzPts val="900"/>
              <a:buNone/>
              <a:defRPr sz="900">
                <a:latin typeface="Nunito Sans"/>
                <a:ea typeface="Nunito Sans"/>
                <a:cs typeface="Nunito Sans"/>
                <a:sym typeface="Nunito Sans"/>
              </a:defRPr>
            </a:lvl5pPr>
            <a:lvl6pPr lvl="5" algn="r">
              <a:lnSpc>
                <a:spcPct val="100000"/>
              </a:lnSpc>
              <a:spcBef>
                <a:spcPts val="0"/>
              </a:spcBef>
              <a:spcAft>
                <a:spcPts val="0"/>
              </a:spcAft>
              <a:buSzPts val="900"/>
              <a:buNone/>
              <a:defRPr sz="900">
                <a:latin typeface="Nunito Sans"/>
                <a:ea typeface="Nunito Sans"/>
                <a:cs typeface="Nunito Sans"/>
                <a:sym typeface="Nunito Sans"/>
              </a:defRPr>
            </a:lvl6pPr>
            <a:lvl7pPr lvl="6" algn="r">
              <a:lnSpc>
                <a:spcPct val="100000"/>
              </a:lnSpc>
              <a:spcBef>
                <a:spcPts val="0"/>
              </a:spcBef>
              <a:spcAft>
                <a:spcPts val="0"/>
              </a:spcAft>
              <a:buSzPts val="900"/>
              <a:buNone/>
              <a:defRPr sz="900">
                <a:latin typeface="Nunito Sans"/>
                <a:ea typeface="Nunito Sans"/>
                <a:cs typeface="Nunito Sans"/>
                <a:sym typeface="Nunito Sans"/>
              </a:defRPr>
            </a:lvl7pPr>
            <a:lvl8pPr lvl="7" algn="r">
              <a:lnSpc>
                <a:spcPct val="100000"/>
              </a:lnSpc>
              <a:spcBef>
                <a:spcPts val="0"/>
              </a:spcBef>
              <a:spcAft>
                <a:spcPts val="0"/>
              </a:spcAft>
              <a:buSzPts val="900"/>
              <a:buNone/>
              <a:defRPr sz="900">
                <a:latin typeface="Nunito Sans"/>
                <a:ea typeface="Nunito Sans"/>
                <a:cs typeface="Nunito Sans"/>
                <a:sym typeface="Nunito Sans"/>
              </a:defRPr>
            </a:lvl8pPr>
            <a:lvl9pPr lvl="8" algn="r">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29" name="Google Shape;729;p79"/>
          <p:cNvSpPr txBox="1"/>
          <p:nvPr>
            <p:ph idx="3" type="title"/>
          </p:nvPr>
        </p:nvSpPr>
        <p:spPr>
          <a:xfrm>
            <a:off x="3154650" y="1955684"/>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0" name="Google Shape;730;p79"/>
          <p:cNvSpPr txBox="1"/>
          <p:nvPr>
            <p:ph idx="4" type="title"/>
          </p:nvPr>
        </p:nvSpPr>
        <p:spPr>
          <a:xfrm>
            <a:off x="3154650" y="850081"/>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1" name="Google Shape;731;p79"/>
          <p:cNvSpPr txBox="1"/>
          <p:nvPr>
            <p:ph idx="5" type="title"/>
          </p:nvPr>
        </p:nvSpPr>
        <p:spPr>
          <a:xfrm>
            <a:off x="228600" y="850081"/>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2" name="Google Shape;732;p79"/>
          <p:cNvSpPr txBox="1"/>
          <p:nvPr>
            <p:ph idx="6" type="title"/>
          </p:nvPr>
        </p:nvSpPr>
        <p:spPr>
          <a:xfrm>
            <a:off x="6080825" y="850081"/>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3" name="Google Shape;733;p7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734" name="Google Shape;734;p79"/>
          <p:cNvSpPr txBox="1"/>
          <p:nvPr>
            <p:ph idx="7" type="title"/>
          </p:nvPr>
        </p:nvSpPr>
        <p:spPr>
          <a:xfrm>
            <a:off x="6080825" y="2600385"/>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5" name="Google Shape;735;p79"/>
          <p:cNvSpPr txBox="1"/>
          <p:nvPr>
            <p:ph idx="8" type="title"/>
          </p:nvPr>
        </p:nvSpPr>
        <p:spPr>
          <a:xfrm>
            <a:off x="228600" y="1955684"/>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6" name="Google Shape;736;p79"/>
          <p:cNvSpPr txBox="1"/>
          <p:nvPr>
            <p:ph idx="9" type="title"/>
          </p:nvPr>
        </p:nvSpPr>
        <p:spPr>
          <a:xfrm>
            <a:off x="3154650" y="3394161"/>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7" name="Google Shape;737;p79"/>
          <p:cNvSpPr txBox="1"/>
          <p:nvPr>
            <p:ph idx="13" type="title"/>
          </p:nvPr>
        </p:nvSpPr>
        <p:spPr>
          <a:xfrm>
            <a:off x="228600" y="3394161"/>
            <a:ext cx="2834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1pPr>
            <a:lvl2pPr lvl="1"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2pPr>
            <a:lvl3pPr lvl="2"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3pPr>
            <a:lvl4pPr lvl="3"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4pPr>
            <a:lvl5pPr lvl="4"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5pPr>
            <a:lvl6pPr lvl="5"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6pPr>
            <a:lvl7pPr lvl="6"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7pPr>
            <a:lvl8pPr lvl="7"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8pPr>
            <a:lvl9pPr lvl="8" algn="l">
              <a:lnSpc>
                <a:spcPct val="100000"/>
              </a:lnSpc>
              <a:spcBef>
                <a:spcPts val="0"/>
              </a:spcBef>
              <a:spcAft>
                <a:spcPts val="0"/>
              </a:spcAft>
              <a:buSzPts val="900"/>
              <a:buNone/>
              <a:defRPr sz="900">
                <a:solidFill>
                  <a:schemeClr val="accent1"/>
                </a:solidFill>
                <a:latin typeface="Nunito Sans"/>
                <a:ea typeface="Nunito Sans"/>
                <a:cs typeface="Nunito Sans"/>
                <a:sym typeface="Nunito Sans"/>
              </a:defRPr>
            </a:lvl9pPr>
          </a:lstStyle>
          <a:p/>
        </p:txBody>
      </p:sp>
      <p:sp>
        <p:nvSpPr>
          <p:cNvPr id="738" name="Google Shape;738;p79"/>
          <p:cNvSpPr txBox="1"/>
          <p:nvPr>
            <p:ph idx="14" type="title"/>
          </p:nvPr>
        </p:nvSpPr>
        <p:spPr>
          <a:xfrm>
            <a:off x="6080825" y="1257775"/>
            <a:ext cx="1311900" cy="1566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39" name="Google Shape;739;p79"/>
          <p:cNvSpPr txBox="1"/>
          <p:nvPr>
            <p:ph idx="15" type="title"/>
          </p:nvPr>
        </p:nvSpPr>
        <p:spPr>
          <a:xfrm>
            <a:off x="6080825" y="1510744"/>
            <a:ext cx="1311900" cy="1566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0" name="Google Shape;740;p79"/>
          <p:cNvSpPr txBox="1"/>
          <p:nvPr>
            <p:ph idx="16" type="title"/>
          </p:nvPr>
        </p:nvSpPr>
        <p:spPr>
          <a:xfrm>
            <a:off x="6080825" y="1763713"/>
            <a:ext cx="1311900" cy="1566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1" name="Google Shape;741;p79"/>
          <p:cNvSpPr txBox="1"/>
          <p:nvPr>
            <p:ph idx="17" type="title"/>
          </p:nvPr>
        </p:nvSpPr>
        <p:spPr>
          <a:xfrm>
            <a:off x="6080825" y="2016681"/>
            <a:ext cx="1311900" cy="1566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2" name="Google Shape;742;p79"/>
          <p:cNvSpPr txBox="1"/>
          <p:nvPr>
            <p:ph idx="18" type="title"/>
          </p:nvPr>
        </p:nvSpPr>
        <p:spPr>
          <a:xfrm>
            <a:off x="6080825" y="2269650"/>
            <a:ext cx="1311900" cy="1566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3" name="Google Shape;743;p79"/>
          <p:cNvSpPr txBox="1"/>
          <p:nvPr>
            <p:ph idx="19" type="title"/>
          </p:nvPr>
        </p:nvSpPr>
        <p:spPr>
          <a:xfrm>
            <a:off x="228600" y="228600"/>
            <a:ext cx="5760600" cy="6522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sz="2400">
                <a:solidFill>
                  <a:schemeClr val="lt2"/>
                </a:solidFill>
              </a:defRPr>
            </a:lvl1pPr>
            <a:lvl2pPr lvl="1"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2pPr>
            <a:lvl3pPr lvl="2"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3pPr>
            <a:lvl4pPr lvl="3"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4pPr>
            <a:lvl5pPr lvl="4"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5pPr>
            <a:lvl6pPr lvl="5"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6pPr>
            <a:lvl7pPr lvl="6"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7pPr>
            <a:lvl8pPr lvl="7"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8pPr>
            <a:lvl9pPr lvl="8" algn="l">
              <a:lnSpc>
                <a:spcPct val="100000"/>
              </a:lnSpc>
              <a:spcBef>
                <a:spcPts val="0"/>
              </a:spcBef>
              <a:spcAft>
                <a:spcPts val="0"/>
              </a:spcAft>
              <a:buSzPts val="2400"/>
              <a:buNone/>
              <a:defRPr sz="2400">
                <a:solidFill>
                  <a:schemeClr val="lt2"/>
                </a:solidFill>
                <a:latin typeface="Poppins SemiBold"/>
                <a:ea typeface="Poppins SemiBold"/>
                <a:cs typeface="Poppins SemiBold"/>
                <a:sym typeface="Poppins SemiBold"/>
              </a:defRPr>
            </a:lvl9pPr>
          </a:lstStyle>
          <a:p/>
        </p:txBody>
      </p:sp>
      <p:sp>
        <p:nvSpPr>
          <p:cNvPr id="744" name="Google Shape;744;p79"/>
          <p:cNvSpPr txBox="1"/>
          <p:nvPr>
            <p:ph idx="20" type="title"/>
          </p:nvPr>
        </p:nvSpPr>
        <p:spPr>
          <a:xfrm>
            <a:off x="228600" y="2347950"/>
            <a:ext cx="1219800" cy="1269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5" name="Google Shape;745;p79"/>
          <p:cNvSpPr txBox="1"/>
          <p:nvPr>
            <p:ph idx="21" type="title"/>
          </p:nvPr>
        </p:nvSpPr>
        <p:spPr>
          <a:xfrm>
            <a:off x="1843500" y="2347950"/>
            <a:ext cx="1219800" cy="1269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SzPts val="700"/>
              <a:buNone/>
              <a:defRPr b="0" sz="700">
                <a:latin typeface="Nunito Sans"/>
                <a:ea typeface="Nunito Sans"/>
                <a:cs typeface="Nunito Sans"/>
                <a:sym typeface="Nunito Sans"/>
              </a:defRPr>
            </a:lvl1pPr>
            <a:lvl2pPr lvl="1" algn="r">
              <a:lnSpc>
                <a:spcPct val="100000"/>
              </a:lnSpc>
              <a:spcBef>
                <a:spcPts val="0"/>
              </a:spcBef>
              <a:spcAft>
                <a:spcPts val="0"/>
              </a:spcAft>
              <a:buSzPts val="900"/>
              <a:buNone/>
              <a:defRPr sz="900">
                <a:latin typeface="Nunito Sans"/>
                <a:ea typeface="Nunito Sans"/>
                <a:cs typeface="Nunito Sans"/>
                <a:sym typeface="Nunito Sans"/>
              </a:defRPr>
            </a:lvl2pPr>
            <a:lvl3pPr lvl="2" algn="r">
              <a:lnSpc>
                <a:spcPct val="100000"/>
              </a:lnSpc>
              <a:spcBef>
                <a:spcPts val="0"/>
              </a:spcBef>
              <a:spcAft>
                <a:spcPts val="0"/>
              </a:spcAft>
              <a:buSzPts val="900"/>
              <a:buNone/>
              <a:defRPr sz="900">
                <a:latin typeface="Nunito Sans"/>
                <a:ea typeface="Nunito Sans"/>
                <a:cs typeface="Nunito Sans"/>
                <a:sym typeface="Nunito Sans"/>
              </a:defRPr>
            </a:lvl3pPr>
            <a:lvl4pPr lvl="3" algn="r">
              <a:lnSpc>
                <a:spcPct val="100000"/>
              </a:lnSpc>
              <a:spcBef>
                <a:spcPts val="0"/>
              </a:spcBef>
              <a:spcAft>
                <a:spcPts val="0"/>
              </a:spcAft>
              <a:buSzPts val="900"/>
              <a:buNone/>
              <a:defRPr sz="900">
                <a:latin typeface="Nunito Sans"/>
                <a:ea typeface="Nunito Sans"/>
                <a:cs typeface="Nunito Sans"/>
                <a:sym typeface="Nunito Sans"/>
              </a:defRPr>
            </a:lvl4pPr>
            <a:lvl5pPr lvl="4" algn="r">
              <a:lnSpc>
                <a:spcPct val="100000"/>
              </a:lnSpc>
              <a:spcBef>
                <a:spcPts val="0"/>
              </a:spcBef>
              <a:spcAft>
                <a:spcPts val="0"/>
              </a:spcAft>
              <a:buSzPts val="900"/>
              <a:buNone/>
              <a:defRPr sz="900">
                <a:latin typeface="Nunito Sans"/>
                <a:ea typeface="Nunito Sans"/>
                <a:cs typeface="Nunito Sans"/>
                <a:sym typeface="Nunito Sans"/>
              </a:defRPr>
            </a:lvl5pPr>
            <a:lvl6pPr lvl="5" algn="r">
              <a:lnSpc>
                <a:spcPct val="100000"/>
              </a:lnSpc>
              <a:spcBef>
                <a:spcPts val="0"/>
              </a:spcBef>
              <a:spcAft>
                <a:spcPts val="0"/>
              </a:spcAft>
              <a:buSzPts val="900"/>
              <a:buNone/>
              <a:defRPr sz="900">
                <a:latin typeface="Nunito Sans"/>
                <a:ea typeface="Nunito Sans"/>
                <a:cs typeface="Nunito Sans"/>
                <a:sym typeface="Nunito Sans"/>
              </a:defRPr>
            </a:lvl6pPr>
            <a:lvl7pPr lvl="6" algn="r">
              <a:lnSpc>
                <a:spcPct val="100000"/>
              </a:lnSpc>
              <a:spcBef>
                <a:spcPts val="0"/>
              </a:spcBef>
              <a:spcAft>
                <a:spcPts val="0"/>
              </a:spcAft>
              <a:buSzPts val="900"/>
              <a:buNone/>
              <a:defRPr sz="900">
                <a:latin typeface="Nunito Sans"/>
                <a:ea typeface="Nunito Sans"/>
                <a:cs typeface="Nunito Sans"/>
                <a:sym typeface="Nunito Sans"/>
              </a:defRPr>
            </a:lvl7pPr>
            <a:lvl8pPr lvl="7" algn="r">
              <a:lnSpc>
                <a:spcPct val="100000"/>
              </a:lnSpc>
              <a:spcBef>
                <a:spcPts val="0"/>
              </a:spcBef>
              <a:spcAft>
                <a:spcPts val="0"/>
              </a:spcAft>
              <a:buSzPts val="900"/>
              <a:buNone/>
              <a:defRPr sz="900">
                <a:latin typeface="Nunito Sans"/>
                <a:ea typeface="Nunito Sans"/>
                <a:cs typeface="Nunito Sans"/>
                <a:sym typeface="Nunito Sans"/>
              </a:defRPr>
            </a:lvl8pPr>
            <a:lvl9pPr lvl="8" algn="r">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6" name="Google Shape;746;p79"/>
          <p:cNvSpPr txBox="1"/>
          <p:nvPr>
            <p:ph idx="22" type="title"/>
          </p:nvPr>
        </p:nvSpPr>
        <p:spPr>
          <a:xfrm>
            <a:off x="228600" y="2666090"/>
            <a:ext cx="1219800" cy="1269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7" name="Google Shape;747;p79"/>
          <p:cNvSpPr txBox="1"/>
          <p:nvPr>
            <p:ph idx="23" type="title"/>
          </p:nvPr>
        </p:nvSpPr>
        <p:spPr>
          <a:xfrm>
            <a:off x="1843500" y="2666090"/>
            <a:ext cx="1219800" cy="1269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SzPts val="700"/>
              <a:buNone/>
              <a:defRPr b="0" sz="700">
                <a:latin typeface="Nunito Sans"/>
                <a:ea typeface="Nunito Sans"/>
                <a:cs typeface="Nunito Sans"/>
                <a:sym typeface="Nunito Sans"/>
              </a:defRPr>
            </a:lvl1pPr>
            <a:lvl2pPr lvl="1" algn="r">
              <a:lnSpc>
                <a:spcPct val="100000"/>
              </a:lnSpc>
              <a:spcBef>
                <a:spcPts val="0"/>
              </a:spcBef>
              <a:spcAft>
                <a:spcPts val="0"/>
              </a:spcAft>
              <a:buSzPts val="900"/>
              <a:buNone/>
              <a:defRPr sz="900">
                <a:latin typeface="Nunito Sans"/>
                <a:ea typeface="Nunito Sans"/>
                <a:cs typeface="Nunito Sans"/>
                <a:sym typeface="Nunito Sans"/>
              </a:defRPr>
            </a:lvl2pPr>
            <a:lvl3pPr lvl="2" algn="r">
              <a:lnSpc>
                <a:spcPct val="100000"/>
              </a:lnSpc>
              <a:spcBef>
                <a:spcPts val="0"/>
              </a:spcBef>
              <a:spcAft>
                <a:spcPts val="0"/>
              </a:spcAft>
              <a:buSzPts val="900"/>
              <a:buNone/>
              <a:defRPr sz="900">
                <a:latin typeface="Nunito Sans"/>
                <a:ea typeface="Nunito Sans"/>
                <a:cs typeface="Nunito Sans"/>
                <a:sym typeface="Nunito Sans"/>
              </a:defRPr>
            </a:lvl3pPr>
            <a:lvl4pPr lvl="3" algn="r">
              <a:lnSpc>
                <a:spcPct val="100000"/>
              </a:lnSpc>
              <a:spcBef>
                <a:spcPts val="0"/>
              </a:spcBef>
              <a:spcAft>
                <a:spcPts val="0"/>
              </a:spcAft>
              <a:buSzPts val="900"/>
              <a:buNone/>
              <a:defRPr sz="900">
                <a:latin typeface="Nunito Sans"/>
                <a:ea typeface="Nunito Sans"/>
                <a:cs typeface="Nunito Sans"/>
                <a:sym typeface="Nunito Sans"/>
              </a:defRPr>
            </a:lvl4pPr>
            <a:lvl5pPr lvl="4" algn="r">
              <a:lnSpc>
                <a:spcPct val="100000"/>
              </a:lnSpc>
              <a:spcBef>
                <a:spcPts val="0"/>
              </a:spcBef>
              <a:spcAft>
                <a:spcPts val="0"/>
              </a:spcAft>
              <a:buSzPts val="900"/>
              <a:buNone/>
              <a:defRPr sz="900">
                <a:latin typeface="Nunito Sans"/>
                <a:ea typeface="Nunito Sans"/>
                <a:cs typeface="Nunito Sans"/>
                <a:sym typeface="Nunito Sans"/>
              </a:defRPr>
            </a:lvl5pPr>
            <a:lvl6pPr lvl="5" algn="r">
              <a:lnSpc>
                <a:spcPct val="100000"/>
              </a:lnSpc>
              <a:spcBef>
                <a:spcPts val="0"/>
              </a:spcBef>
              <a:spcAft>
                <a:spcPts val="0"/>
              </a:spcAft>
              <a:buSzPts val="900"/>
              <a:buNone/>
              <a:defRPr sz="900">
                <a:latin typeface="Nunito Sans"/>
                <a:ea typeface="Nunito Sans"/>
                <a:cs typeface="Nunito Sans"/>
                <a:sym typeface="Nunito Sans"/>
              </a:defRPr>
            </a:lvl6pPr>
            <a:lvl7pPr lvl="6" algn="r">
              <a:lnSpc>
                <a:spcPct val="100000"/>
              </a:lnSpc>
              <a:spcBef>
                <a:spcPts val="0"/>
              </a:spcBef>
              <a:spcAft>
                <a:spcPts val="0"/>
              </a:spcAft>
              <a:buSzPts val="900"/>
              <a:buNone/>
              <a:defRPr sz="900">
                <a:latin typeface="Nunito Sans"/>
                <a:ea typeface="Nunito Sans"/>
                <a:cs typeface="Nunito Sans"/>
                <a:sym typeface="Nunito Sans"/>
              </a:defRPr>
            </a:lvl7pPr>
            <a:lvl8pPr lvl="7" algn="r">
              <a:lnSpc>
                <a:spcPct val="100000"/>
              </a:lnSpc>
              <a:spcBef>
                <a:spcPts val="0"/>
              </a:spcBef>
              <a:spcAft>
                <a:spcPts val="0"/>
              </a:spcAft>
              <a:buSzPts val="900"/>
              <a:buNone/>
              <a:defRPr sz="900">
                <a:latin typeface="Nunito Sans"/>
                <a:ea typeface="Nunito Sans"/>
                <a:cs typeface="Nunito Sans"/>
                <a:sym typeface="Nunito Sans"/>
              </a:defRPr>
            </a:lvl8pPr>
            <a:lvl9pPr lvl="8" algn="r">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8" name="Google Shape;748;p79"/>
          <p:cNvSpPr txBox="1"/>
          <p:nvPr>
            <p:ph idx="24" type="title"/>
          </p:nvPr>
        </p:nvSpPr>
        <p:spPr>
          <a:xfrm>
            <a:off x="228600" y="2984230"/>
            <a:ext cx="1219800" cy="1269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49" name="Google Shape;749;p79"/>
          <p:cNvSpPr txBox="1"/>
          <p:nvPr>
            <p:ph idx="25" type="title"/>
          </p:nvPr>
        </p:nvSpPr>
        <p:spPr>
          <a:xfrm>
            <a:off x="3154713" y="2347950"/>
            <a:ext cx="1219800" cy="1269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50" name="Google Shape;750;p79"/>
          <p:cNvSpPr txBox="1"/>
          <p:nvPr>
            <p:ph idx="26" type="title"/>
          </p:nvPr>
        </p:nvSpPr>
        <p:spPr>
          <a:xfrm>
            <a:off x="3154713" y="2666090"/>
            <a:ext cx="1219800" cy="1269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51" name="Google Shape;751;p79"/>
          <p:cNvSpPr txBox="1"/>
          <p:nvPr>
            <p:ph idx="27" type="title"/>
          </p:nvPr>
        </p:nvSpPr>
        <p:spPr>
          <a:xfrm>
            <a:off x="3154713" y="2984230"/>
            <a:ext cx="1219800" cy="1269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52" name="Google Shape;752;p79"/>
          <p:cNvSpPr txBox="1"/>
          <p:nvPr>
            <p:ph idx="28"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753" name="Shape 753"/>
        <p:cNvGrpSpPr/>
        <p:nvPr/>
      </p:nvGrpSpPr>
      <p:grpSpPr>
        <a:xfrm>
          <a:off x="0" y="0"/>
          <a:ext cx="0" cy="0"/>
          <a:chOff x="0" y="0"/>
          <a:chExt cx="0" cy="0"/>
        </a:xfrm>
      </p:grpSpPr>
      <p:sp>
        <p:nvSpPr>
          <p:cNvPr id="754" name="Google Shape;754;p80"/>
          <p:cNvSpPr txBox="1"/>
          <p:nvPr>
            <p:ph idx="1" type="subTitle"/>
          </p:nvPr>
        </p:nvSpPr>
        <p:spPr>
          <a:xfrm>
            <a:off x="228600" y="1872350"/>
            <a:ext cx="2039100" cy="347400"/>
          </a:xfrm>
          <a:prstGeom prst="rect">
            <a:avLst/>
          </a:prstGeom>
          <a:noFill/>
          <a:ln>
            <a:noFill/>
          </a:ln>
        </p:spPr>
        <p:txBody>
          <a:bodyPr anchorCtr="0" anchor="ctr" bIns="0" lIns="182875" spcFirstLastPara="1" rIns="182875"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755" name="Google Shape;755;p80"/>
          <p:cNvSpPr txBox="1"/>
          <p:nvPr>
            <p:ph idx="2" type="subTitle"/>
          </p:nvPr>
        </p:nvSpPr>
        <p:spPr>
          <a:xfrm>
            <a:off x="2423700" y="1872350"/>
            <a:ext cx="2061300" cy="347400"/>
          </a:xfrm>
          <a:prstGeom prst="rect">
            <a:avLst/>
          </a:prstGeom>
          <a:noFill/>
          <a:ln>
            <a:noFill/>
          </a:ln>
        </p:spPr>
        <p:txBody>
          <a:bodyPr anchorCtr="0" anchor="ctr" bIns="0" lIns="182875" spcFirstLastPara="1" rIns="182875"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756" name="Google Shape;756;p80"/>
          <p:cNvSpPr txBox="1"/>
          <p:nvPr>
            <p:ph idx="3" type="subTitle"/>
          </p:nvPr>
        </p:nvSpPr>
        <p:spPr>
          <a:xfrm>
            <a:off x="6811650" y="1872350"/>
            <a:ext cx="2039100" cy="347400"/>
          </a:xfrm>
          <a:prstGeom prst="rect">
            <a:avLst/>
          </a:prstGeom>
          <a:noFill/>
          <a:ln>
            <a:noFill/>
          </a:ln>
        </p:spPr>
        <p:txBody>
          <a:bodyPr anchorCtr="0" anchor="ctr" bIns="0" lIns="182875" spcFirstLastPara="1" rIns="182875"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757" name="Google Shape;757;p80"/>
          <p:cNvSpPr txBox="1"/>
          <p:nvPr>
            <p:ph idx="4" type="subTitle"/>
          </p:nvPr>
        </p:nvSpPr>
        <p:spPr>
          <a:xfrm>
            <a:off x="4615425" y="1872350"/>
            <a:ext cx="2039100" cy="347400"/>
          </a:xfrm>
          <a:prstGeom prst="rect">
            <a:avLst/>
          </a:prstGeom>
          <a:noFill/>
          <a:ln>
            <a:noFill/>
          </a:ln>
        </p:spPr>
        <p:txBody>
          <a:bodyPr anchorCtr="0" anchor="ctr" bIns="0" lIns="182875" spcFirstLastPara="1" rIns="182875" wrap="square" tIns="0">
            <a:noAutofit/>
          </a:bodyPr>
          <a:lstStyle>
            <a:lvl1pPr lvl="0" algn="l">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758" name="Google Shape;758;p8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759" name="Google Shape;759;p80"/>
          <p:cNvSpPr txBox="1"/>
          <p:nvPr>
            <p:ph idx="5" type="body"/>
          </p:nvPr>
        </p:nvSpPr>
        <p:spPr>
          <a:xfrm>
            <a:off x="228600" y="2266758"/>
            <a:ext cx="2039100" cy="7221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800"/>
              </a:spcBef>
              <a:spcAft>
                <a:spcPts val="0"/>
              </a:spcAft>
              <a:buClr>
                <a:schemeClr val="dk1"/>
              </a:buClr>
              <a:buSzPts val="900"/>
              <a:buFont typeface="Nunito Sans"/>
              <a:buChar char="○"/>
              <a:defRPr sz="900"/>
            </a:lvl2pPr>
            <a:lvl3pPr indent="-285750" lvl="2" marL="1371600" algn="l">
              <a:lnSpc>
                <a:spcPct val="115000"/>
              </a:lnSpc>
              <a:spcBef>
                <a:spcPts val="800"/>
              </a:spcBef>
              <a:spcAft>
                <a:spcPts val="0"/>
              </a:spcAft>
              <a:buClr>
                <a:schemeClr val="dk1"/>
              </a:buClr>
              <a:buSzPts val="900"/>
              <a:buFont typeface="Nunito Sans"/>
              <a:buChar char="■"/>
              <a:defRPr sz="900"/>
            </a:lvl3pPr>
            <a:lvl4pPr indent="-285750" lvl="3" marL="1828800" algn="l">
              <a:lnSpc>
                <a:spcPct val="115000"/>
              </a:lnSpc>
              <a:spcBef>
                <a:spcPts val="800"/>
              </a:spcBef>
              <a:spcAft>
                <a:spcPts val="0"/>
              </a:spcAft>
              <a:buClr>
                <a:schemeClr val="dk1"/>
              </a:buClr>
              <a:buSzPts val="900"/>
              <a:buFont typeface="Nunito Sans"/>
              <a:buChar char="●"/>
              <a:defRPr sz="900"/>
            </a:lvl4pPr>
            <a:lvl5pPr indent="-285750" lvl="4" marL="2286000" algn="l">
              <a:lnSpc>
                <a:spcPct val="115000"/>
              </a:lnSpc>
              <a:spcBef>
                <a:spcPts val="800"/>
              </a:spcBef>
              <a:spcAft>
                <a:spcPts val="0"/>
              </a:spcAft>
              <a:buClr>
                <a:schemeClr val="dk1"/>
              </a:buClr>
              <a:buSzPts val="900"/>
              <a:buFont typeface="Nunito Sans"/>
              <a:buChar char="○"/>
              <a:defRPr sz="900"/>
            </a:lvl5pPr>
            <a:lvl6pPr indent="-285750" lvl="5" marL="2743200" algn="l">
              <a:lnSpc>
                <a:spcPct val="115000"/>
              </a:lnSpc>
              <a:spcBef>
                <a:spcPts val="800"/>
              </a:spcBef>
              <a:spcAft>
                <a:spcPts val="0"/>
              </a:spcAft>
              <a:buClr>
                <a:schemeClr val="dk1"/>
              </a:buClr>
              <a:buSzPts val="900"/>
              <a:buFont typeface="Nunito Sans"/>
              <a:buChar char="■"/>
              <a:defRPr sz="900"/>
            </a:lvl6pPr>
            <a:lvl7pPr indent="-285750" lvl="6" marL="3200400" algn="l">
              <a:lnSpc>
                <a:spcPct val="115000"/>
              </a:lnSpc>
              <a:spcBef>
                <a:spcPts val="800"/>
              </a:spcBef>
              <a:spcAft>
                <a:spcPts val="0"/>
              </a:spcAft>
              <a:buClr>
                <a:schemeClr val="dk1"/>
              </a:buClr>
              <a:buSzPts val="900"/>
              <a:buFont typeface="Nunito Sans"/>
              <a:buChar char="●"/>
              <a:defRPr sz="900"/>
            </a:lvl7pPr>
            <a:lvl8pPr indent="-285750" lvl="7" marL="3657600" algn="l">
              <a:lnSpc>
                <a:spcPct val="115000"/>
              </a:lnSpc>
              <a:spcBef>
                <a:spcPts val="800"/>
              </a:spcBef>
              <a:spcAft>
                <a:spcPts val="0"/>
              </a:spcAft>
              <a:buClr>
                <a:schemeClr val="dk1"/>
              </a:buClr>
              <a:buSzPts val="900"/>
              <a:buFont typeface="Nunito Sans"/>
              <a:buChar char="○"/>
              <a:defRPr sz="900"/>
            </a:lvl8pPr>
            <a:lvl9pPr indent="-285750" lvl="8" marL="4114800" algn="l">
              <a:lnSpc>
                <a:spcPct val="115000"/>
              </a:lnSpc>
              <a:spcBef>
                <a:spcPts val="800"/>
              </a:spcBef>
              <a:spcAft>
                <a:spcPts val="800"/>
              </a:spcAft>
              <a:buClr>
                <a:schemeClr val="dk1"/>
              </a:buClr>
              <a:buSzPts val="900"/>
              <a:buFont typeface="Nunito Sans"/>
              <a:buChar char="■"/>
              <a:defRPr sz="900"/>
            </a:lvl9pPr>
          </a:lstStyle>
          <a:p/>
        </p:txBody>
      </p:sp>
      <p:sp>
        <p:nvSpPr>
          <p:cNvPr id="760" name="Google Shape;760;p80"/>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761" name="Google Shape;761;p80"/>
          <p:cNvSpPr txBox="1"/>
          <p:nvPr>
            <p:ph idx="6" type="body"/>
          </p:nvPr>
        </p:nvSpPr>
        <p:spPr>
          <a:xfrm>
            <a:off x="2423700" y="2266758"/>
            <a:ext cx="2039100" cy="7221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800"/>
              </a:spcBef>
              <a:spcAft>
                <a:spcPts val="0"/>
              </a:spcAft>
              <a:buClr>
                <a:schemeClr val="dk1"/>
              </a:buClr>
              <a:buSzPts val="900"/>
              <a:buFont typeface="Nunito Sans"/>
              <a:buChar char="○"/>
              <a:defRPr sz="900"/>
            </a:lvl2pPr>
            <a:lvl3pPr indent="-285750" lvl="2" marL="1371600" algn="l">
              <a:lnSpc>
                <a:spcPct val="115000"/>
              </a:lnSpc>
              <a:spcBef>
                <a:spcPts val="800"/>
              </a:spcBef>
              <a:spcAft>
                <a:spcPts val="0"/>
              </a:spcAft>
              <a:buClr>
                <a:schemeClr val="dk1"/>
              </a:buClr>
              <a:buSzPts val="900"/>
              <a:buFont typeface="Nunito Sans"/>
              <a:buChar char="■"/>
              <a:defRPr sz="900"/>
            </a:lvl3pPr>
            <a:lvl4pPr indent="-285750" lvl="3" marL="1828800" algn="l">
              <a:lnSpc>
                <a:spcPct val="115000"/>
              </a:lnSpc>
              <a:spcBef>
                <a:spcPts val="800"/>
              </a:spcBef>
              <a:spcAft>
                <a:spcPts val="0"/>
              </a:spcAft>
              <a:buClr>
                <a:schemeClr val="dk1"/>
              </a:buClr>
              <a:buSzPts val="900"/>
              <a:buFont typeface="Nunito Sans"/>
              <a:buChar char="●"/>
              <a:defRPr sz="900"/>
            </a:lvl4pPr>
            <a:lvl5pPr indent="-285750" lvl="4" marL="2286000" algn="l">
              <a:lnSpc>
                <a:spcPct val="115000"/>
              </a:lnSpc>
              <a:spcBef>
                <a:spcPts val="800"/>
              </a:spcBef>
              <a:spcAft>
                <a:spcPts val="0"/>
              </a:spcAft>
              <a:buClr>
                <a:schemeClr val="dk1"/>
              </a:buClr>
              <a:buSzPts val="900"/>
              <a:buFont typeface="Nunito Sans"/>
              <a:buChar char="○"/>
              <a:defRPr sz="900"/>
            </a:lvl5pPr>
            <a:lvl6pPr indent="-285750" lvl="5" marL="2743200" algn="l">
              <a:lnSpc>
                <a:spcPct val="115000"/>
              </a:lnSpc>
              <a:spcBef>
                <a:spcPts val="800"/>
              </a:spcBef>
              <a:spcAft>
                <a:spcPts val="0"/>
              </a:spcAft>
              <a:buClr>
                <a:schemeClr val="dk1"/>
              </a:buClr>
              <a:buSzPts val="900"/>
              <a:buFont typeface="Nunito Sans"/>
              <a:buChar char="■"/>
              <a:defRPr sz="900"/>
            </a:lvl6pPr>
            <a:lvl7pPr indent="-285750" lvl="6" marL="3200400" algn="l">
              <a:lnSpc>
                <a:spcPct val="115000"/>
              </a:lnSpc>
              <a:spcBef>
                <a:spcPts val="800"/>
              </a:spcBef>
              <a:spcAft>
                <a:spcPts val="0"/>
              </a:spcAft>
              <a:buClr>
                <a:schemeClr val="dk1"/>
              </a:buClr>
              <a:buSzPts val="900"/>
              <a:buFont typeface="Nunito Sans"/>
              <a:buChar char="●"/>
              <a:defRPr sz="900"/>
            </a:lvl7pPr>
            <a:lvl8pPr indent="-285750" lvl="7" marL="3657600" algn="l">
              <a:lnSpc>
                <a:spcPct val="115000"/>
              </a:lnSpc>
              <a:spcBef>
                <a:spcPts val="800"/>
              </a:spcBef>
              <a:spcAft>
                <a:spcPts val="0"/>
              </a:spcAft>
              <a:buClr>
                <a:schemeClr val="dk1"/>
              </a:buClr>
              <a:buSzPts val="900"/>
              <a:buFont typeface="Nunito Sans"/>
              <a:buChar char="○"/>
              <a:defRPr sz="900"/>
            </a:lvl8pPr>
            <a:lvl9pPr indent="-285750" lvl="8" marL="4114800" algn="l">
              <a:lnSpc>
                <a:spcPct val="115000"/>
              </a:lnSpc>
              <a:spcBef>
                <a:spcPts val="800"/>
              </a:spcBef>
              <a:spcAft>
                <a:spcPts val="800"/>
              </a:spcAft>
              <a:buClr>
                <a:schemeClr val="dk1"/>
              </a:buClr>
              <a:buSzPts val="900"/>
              <a:buFont typeface="Nunito Sans"/>
              <a:buChar char="■"/>
              <a:defRPr sz="900"/>
            </a:lvl9pPr>
          </a:lstStyle>
          <a:p/>
        </p:txBody>
      </p:sp>
      <p:sp>
        <p:nvSpPr>
          <p:cNvPr id="762" name="Google Shape;762;p80"/>
          <p:cNvSpPr txBox="1"/>
          <p:nvPr>
            <p:ph idx="7" type="body"/>
          </p:nvPr>
        </p:nvSpPr>
        <p:spPr>
          <a:xfrm>
            <a:off x="4618800" y="2266758"/>
            <a:ext cx="2039100" cy="722100"/>
          </a:xfrm>
          <a:prstGeom prst="rect">
            <a:avLst/>
          </a:prstGeom>
          <a:noFill/>
          <a:ln>
            <a:noFill/>
          </a:ln>
        </p:spPr>
        <p:txBody>
          <a:bodyPr anchorCtr="0" anchor="t" bIns="91425" lIns="91425" spcFirstLastPara="1" rIns="91425" wrap="square" tIns="91425">
            <a:noAutofit/>
          </a:bodyPr>
          <a:lstStyle>
            <a:lvl1pPr indent="-285750" lvl="0" marL="457200" algn="l">
              <a:lnSpc>
                <a:spcPct val="100000"/>
              </a:lnSpc>
              <a:spcBef>
                <a:spcPts val="0"/>
              </a:spcBef>
              <a:spcAft>
                <a:spcPts val="0"/>
              </a:spcAft>
              <a:buClr>
                <a:schemeClr val="dk1"/>
              </a:buClr>
              <a:buSzPts val="900"/>
              <a:buFont typeface="Nunito Sans"/>
              <a:buChar char="●"/>
              <a:defRPr sz="900"/>
            </a:lvl1pPr>
            <a:lvl2pPr indent="-285750" lvl="1" marL="914400" algn="l">
              <a:lnSpc>
                <a:spcPct val="100000"/>
              </a:lnSpc>
              <a:spcBef>
                <a:spcPts val="800"/>
              </a:spcBef>
              <a:spcAft>
                <a:spcPts val="0"/>
              </a:spcAft>
              <a:buClr>
                <a:schemeClr val="dk1"/>
              </a:buClr>
              <a:buSzPts val="900"/>
              <a:buFont typeface="Nunito Sans"/>
              <a:buChar char="○"/>
              <a:defRPr sz="900"/>
            </a:lvl2pPr>
            <a:lvl3pPr indent="-285750" lvl="2" marL="1371600" algn="l">
              <a:lnSpc>
                <a:spcPct val="100000"/>
              </a:lnSpc>
              <a:spcBef>
                <a:spcPts val="800"/>
              </a:spcBef>
              <a:spcAft>
                <a:spcPts val="0"/>
              </a:spcAft>
              <a:buClr>
                <a:schemeClr val="dk1"/>
              </a:buClr>
              <a:buSzPts val="900"/>
              <a:buFont typeface="Nunito Sans"/>
              <a:buChar char="■"/>
              <a:defRPr sz="900"/>
            </a:lvl3pPr>
            <a:lvl4pPr indent="-285750" lvl="3" marL="1828800" algn="l">
              <a:lnSpc>
                <a:spcPct val="100000"/>
              </a:lnSpc>
              <a:spcBef>
                <a:spcPts val="800"/>
              </a:spcBef>
              <a:spcAft>
                <a:spcPts val="0"/>
              </a:spcAft>
              <a:buClr>
                <a:schemeClr val="dk1"/>
              </a:buClr>
              <a:buSzPts val="900"/>
              <a:buFont typeface="Nunito Sans"/>
              <a:buChar char="●"/>
              <a:defRPr sz="900"/>
            </a:lvl4pPr>
            <a:lvl5pPr indent="-285750" lvl="4" marL="2286000" algn="l">
              <a:lnSpc>
                <a:spcPct val="100000"/>
              </a:lnSpc>
              <a:spcBef>
                <a:spcPts val="800"/>
              </a:spcBef>
              <a:spcAft>
                <a:spcPts val="0"/>
              </a:spcAft>
              <a:buClr>
                <a:schemeClr val="dk1"/>
              </a:buClr>
              <a:buSzPts val="900"/>
              <a:buFont typeface="Nunito Sans"/>
              <a:buChar char="○"/>
              <a:defRPr sz="900"/>
            </a:lvl5pPr>
            <a:lvl6pPr indent="-285750" lvl="5" marL="2743200" algn="l">
              <a:lnSpc>
                <a:spcPct val="100000"/>
              </a:lnSpc>
              <a:spcBef>
                <a:spcPts val="800"/>
              </a:spcBef>
              <a:spcAft>
                <a:spcPts val="0"/>
              </a:spcAft>
              <a:buClr>
                <a:schemeClr val="dk1"/>
              </a:buClr>
              <a:buSzPts val="900"/>
              <a:buFont typeface="Nunito Sans"/>
              <a:buChar char="■"/>
              <a:defRPr sz="900"/>
            </a:lvl6pPr>
            <a:lvl7pPr indent="-285750" lvl="6" marL="3200400" algn="l">
              <a:lnSpc>
                <a:spcPct val="100000"/>
              </a:lnSpc>
              <a:spcBef>
                <a:spcPts val="800"/>
              </a:spcBef>
              <a:spcAft>
                <a:spcPts val="0"/>
              </a:spcAft>
              <a:buClr>
                <a:schemeClr val="dk1"/>
              </a:buClr>
              <a:buSzPts val="900"/>
              <a:buFont typeface="Nunito Sans"/>
              <a:buChar char="●"/>
              <a:defRPr sz="900"/>
            </a:lvl7pPr>
            <a:lvl8pPr indent="-285750" lvl="7" marL="3657600" algn="l">
              <a:lnSpc>
                <a:spcPct val="100000"/>
              </a:lnSpc>
              <a:spcBef>
                <a:spcPts val="800"/>
              </a:spcBef>
              <a:spcAft>
                <a:spcPts val="0"/>
              </a:spcAft>
              <a:buClr>
                <a:schemeClr val="dk1"/>
              </a:buClr>
              <a:buSzPts val="900"/>
              <a:buFont typeface="Nunito Sans"/>
              <a:buChar char="○"/>
              <a:defRPr sz="900"/>
            </a:lvl8pPr>
            <a:lvl9pPr indent="-285750" lvl="8" marL="4114800" algn="l">
              <a:lnSpc>
                <a:spcPct val="100000"/>
              </a:lnSpc>
              <a:spcBef>
                <a:spcPts val="800"/>
              </a:spcBef>
              <a:spcAft>
                <a:spcPts val="800"/>
              </a:spcAft>
              <a:buClr>
                <a:schemeClr val="dk1"/>
              </a:buClr>
              <a:buSzPts val="900"/>
              <a:buFont typeface="Nunito Sans"/>
              <a:buChar char="■"/>
              <a:defRPr sz="900"/>
            </a:lvl9pPr>
          </a:lstStyle>
          <a:p/>
        </p:txBody>
      </p:sp>
      <p:sp>
        <p:nvSpPr>
          <p:cNvPr id="763" name="Google Shape;763;p80"/>
          <p:cNvSpPr txBox="1"/>
          <p:nvPr>
            <p:ph idx="8" type="body"/>
          </p:nvPr>
        </p:nvSpPr>
        <p:spPr>
          <a:xfrm>
            <a:off x="6813900" y="2266758"/>
            <a:ext cx="2039100" cy="722100"/>
          </a:xfrm>
          <a:prstGeom prst="rect">
            <a:avLst/>
          </a:prstGeom>
          <a:noFill/>
          <a:ln>
            <a:noFill/>
          </a:ln>
        </p:spPr>
        <p:txBody>
          <a:bodyPr anchorCtr="0" anchor="t" bIns="91425" lIns="91425" spcFirstLastPara="1" rIns="91425" wrap="square" tIns="91425">
            <a:noAutofit/>
          </a:bodyPr>
          <a:lstStyle>
            <a:lvl1pPr indent="-285750" lvl="0" marL="457200" algn="l">
              <a:lnSpc>
                <a:spcPct val="115000"/>
              </a:lnSpc>
              <a:spcBef>
                <a:spcPts val="0"/>
              </a:spcBef>
              <a:spcAft>
                <a:spcPts val="0"/>
              </a:spcAft>
              <a:buClr>
                <a:schemeClr val="dk1"/>
              </a:buClr>
              <a:buSzPts val="900"/>
              <a:buFont typeface="Nunito Sans"/>
              <a:buChar char="●"/>
              <a:defRPr sz="900"/>
            </a:lvl1pPr>
            <a:lvl2pPr indent="-285750" lvl="1" marL="914400" algn="l">
              <a:lnSpc>
                <a:spcPct val="115000"/>
              </a:lnSpc>
              <a:spcBef>
                <a:spcPts val="800"/>
              </a:spcBef>
              <a:spcAft>
                <a:spcPts val="0"/>
              </a:spcAft>
              <a:buClr>
                <a:schemeClr val="dk1"/>
              </a:buClr>
              <a:buSzPts val="900"/>
              <a:buFont typeface="Nunito Sans"/>
              <a:buChar char="○"/>
              <a:defRPr sz="900"/>
            </a:lvl2pPr>
            <a:lvl3pPr indent="-285750" lvl="2" marL="1371600" algn="l">
              <a:lnSpc>
                <a:spcPct val="115000"/>
              </a:lnSpc>
              <a:spcBef>
                <a:spcPts val="800"/>
              </a:spcBef>
              <a:spcAft>
                <a:spcPts val="0"/>
              </a:spcAft>
              <a:buClr>
                <a:schemeClr val="dk1"/>
              </a:buClr>
              <a:buSzPts val="900"/>
              <a:buFont typeface="Nunito Sans"/>
              <a:buChar char="■"/>
              <a:defRPr sz="900"/>
            </a:lvl3pPr>
            <a:lvl4pPr indent="-285750" lvl="3" marL="1828800" algn="l">
              <a:lnSpc>
                <a:spcPct val="115000"/>
              </a:lnSpc>
              <a:spcBef>
                <a:spcPts val="800"/>
              </a:spcBef>
              <a:spcAft>
                <a:spcPts val="0"/>
              </a:spcAft>
              <a:buClr>
                <a:schemeClr val="dk1"/>
              </a:buClr>
              <a:buSzPts val="900"/>
              <a:buFont typeface="Nunito Sans"/>
              <a:buChar char="●"/>
              <a:defRPr sz="900"/>
            </a:lvl4pPr>
            <a:lvl5pPr indent="-285750" lvl="4" marL="2286000" algn="l">
              <a:lnSpc>
                <a:spcPct val="115000"/>
              </a:lnSpc>
              <a:spcBef>
                <a:spcPts val="800"/>
              </a:spcBef>
              <a:spcAft>
                <a:spcPts val="0"/>
              </a:spcAft>
              <a:buClr>
                <a:schemeClr val="dk1"/>
              </a:buClr>
              <a:buSzPts val="900"/>
              <a:buFont typeface="Nunito Sans"/>
              <a:buChar char="○"/>
              <a:defRPr sz="900"/>
            </a:lvl5pPr>
            <a:lvl6pPr indent="-285750" lvl="5" marL="2743200" algn="l">
              <a:lnSpc>
                <a:spcPct val="115000"/>
              </a:lnSpc>
              <a:spcBef>
                <a:spcPts val="800"/>
              </a:spcBef>
              <a:spcAft>
                <a:spcPts val="0"/>
              </a:spcAft>
              <a:buClr>
                <a:schemeClr val="dk1"/>
              </a:buClr>
              <a:buSzPts val="900"/>
              <a:buFont typeface="Nunito Sans"/>
              <a:buChar char="■"/>
              <a:defRPr sz="900"/>
            </a:lvl6pPr>
            <a:lvl7pPr indent="-285750" lvl="6" marL="3200400" algn="l">
              <a:lnSpc>
                <a:spcPct val="115000"/>
              </a:lnSpc>
              <a:spcBef>
                <a:spcPts val="800"/>
              </a:spcBef>
              <a:spcAft>
                <a:spcPts val="0"/>
              </a:spcAft>
              <a:buClr>
                <a:schemeClr val="dk1"/>
              </a:buClr>
              <a:buSzPts val="900"/>
              <a:buFont typeface="Nunito Sans"/>
              <a:buChar char="●"/>
              <a:defRPr sz="900"/>
            </a:lvl7pPr>
            <a:lvl8pPr indent="-285750" lvl="7" marL="3657600" algn="l">
              <a:lnSpc>
                <a:spcPct val="115000"/>
              </a:lnSpc>
              <a:spcBef>
                <a:spcPts val="800"/>
              </a:spcBef>
              <a:spcAft>
                <a:spcPts val="0"/>
              </a:spcAft>
              <a:buClr>
                <a:schemeClr val="dk1"/>
              </a:buClr>
              <a:buSzPts val="900"/>
              <a:buFont typeface="Nunito Sans"/>
              <a:buChar char="○"/>
              <a:defRPr sz="900"/>
            </a:lvl8pPr>
            <a:lvl9pPr indent="-285750" lvl="8" marL="4114800" algn="l">
              <a:lnSpc>
                <a:spcPct val="115000"/>
              </a:lnSpc>
              <a:spcBef>
                <a:spcPts val="800"/>
              </a:spcBef>
              <a:spcAft>
                <a:spcPts val="800"/>
              </a:spcAft>
              <a:buClr>
                <a:schemeClr val="dk1"/>
              </a:buClr>
              <a:buSzPts val="900"/>
              <a:buFont typeface="Nunito Sans"/>
              <a:buChar char="■"/>
              <a:defRPr sz="900"/>
            </a:lvl9pPr>
          </a:lstStyle>
          <a:p/>
        </p:txBody>
      </p:sp>
      <p:sp>
        <p:nvSpPr>
          <p:cNvPr id="764" name="Google Shape;764;p8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765" name="Google Shape;765;p80"/>
          <p:cNvSpPr txBox="1"/>
          <p:nvPr>
            <p:ph idx="9"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766" name="Shape 766"/>
        <p:cNvGrpSpPr/>
        <p:nvPr/>
      </p:nvGrpSpPr>
      <p:grpSpPr>
        <a:xfrm>
          <a:off x="0" y="0"/>
          <a:ext cx="0" cy="0"/>
          <a:chOff x="0" y="0"/>
          <a:chExt cx="0" cy="0"/>
        </a:xfrm>
      </p:grpSpPr>
      <p:pic>
        <p:nvPicPr>
          <p:cNvPr id="767" name="Google Shape;767;p8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768" name="Google Shape;768;p81"/>
          <p:cNvSpPr txBox="1"/>
          <p:nvPr>
            <p:ph type="title"/>
          </p:nvPr>
        </p:nvSpPr>
        <p:spPr>
          <a:xfrm>
            <a:off x="228600" y="228600"/>
            <a:ext cx="5707200" cy="587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atin typeface="Poppins SemiBold"/>
                <a:ea typeface="Poppins SemiBold"/>
                <a:cs typeface="Poppins SemiBold"/>
                <a:sym typeface="Poppins SemiBold"/>
              </a:defRPr>
            </a:lvl2pPr>
            <a:lvl3pPr lvl="2" algn="l">
              <a:lnSpc>
                <a:spcPct val="100000"/>
              </a:lnSpc>
              <a:spcBef>
                <a:spcPts val="0"/>
              </a:spcBef>
              <a:spcAft>
                <a:spcPts val="0"/>
              </a:spcAft>
              <a:buSzPts val="2800"/>
              <a:buNone/>
              <a:defRPr>
                <a:latin typeface="Poppins SemiBold"/>
                <a:ea typeface="Poppins SemiBold"/>
                <a:cs typeface="Poppins SemiBold"/>
                <a:sym typeface="Poppins SemiBold"/>
              </a:defRPr>
            </a:lvl3pPr>
            <a:lvl4pPr lvl="3" algn="l">
              <a:lnSpc>
                <a:spcPct val="100000"/>
              </a:lnSpc>
              <a:spcBef>
                <a:spcPts val="0"/>
              </a:spcBef>
              <a:spcAft>
                <a:spcPts val="0"/>
              </a:spcAft>
              <a:buSzPts val="2800"/>
              <a:buNone/>
              <a:defRPr>
                <a:latin typeface="Poppins SemiBold"/>
                <a:ea typeface="Poppins SemiBold"/>
                <a:cs typeface="Poppins SemiBold"/>
                <a:sym typeface="Poppins SemiBold"/>
              </a:defRPr>
            </a:lvl4pPr>
            <a:lvl5pPr lvl="4" algn="l">
              <a:lnSpc>
                <a:spcPct val="100000"/>
              </a:lnSpc>
              <a:spcBef>
                <a:spcPts val="0"/>
              </a:spcBef>
              <a:spcAft>
                <a:spcPts val="0"/>
              </a:spcAft>
              <a:buSzPts val="2800"/>
              <a:buNone/>
              <a:defRPr>
                <a:latin typeface="Poppins SemiBold"/>
                <a:ea typeface="Poppins SemiBold"/>
                <a:cs typeface="Poppins SemiBold"/>
                <a:sym typeface="Poppins SemiBold"/>
              </a:defRPr>
            </a:lvl5pPr>
            <a:lvl6pPr lvl="5" algn="l">
              <a:lnSpc>
                <a:spcPct val="100000"/>
              </a:lnSpc>
              <a:spcBef>
                <a:spcPts val="0"/>
              </a:spcBef>
              <a:spcAft>
                <a:spcPts val="0"/>
              </a:spcAft>
              <a:buSzPts val="2800"/>
              <a:buNone/>
              <a:defRPr>
                <a:latin typeface="Poppins SemiBold"/>
                <a:ea typeface="Poppins SemiBold"/>
                <a:cs typeface="Poppins SemiBold"/>
                <a:sym typeface="Poppins SemiBold"/>
              </a:defRPr>
            </a:lvl6pPr>
            <a:lvl7pPr lvl="6" algn="l">
              <a:lnSpc>
                <a:spcPct val="100000"/>
              </a:lnSpc>
              <a:spcBef>
                <a:spcPts val="0"/>
              </a:spcBef>
              <a:spcAft>
                <a:spcPts val="0"/>
              </a:spcAft>
              <a:buSzPts val="2800"/>
              <a:buNone/>
              <a:defRPr>
                <a:latin typeface="Poppins SemiBold"/>
                <a:ea typeface="Poppins SemiBold"/>
                <a:cs typeface="Poppins SemiBold"/>
                <a:sym typeface="Poppins SemiBold"/>
              </a:defRPr>
            </a:lvl7pPr>
            <a:lvl8pPr lvl="7" algn="l">
              <a:lnSpc>
                <a:spcPct val="100000"/>
              </a:lnSpc>
              <a:spcBef>
                <a:spcPts val="0"/>
              </a:spcBef>
              <a:spcAft>
                <a:spcPts val="0"/>
              </a:spcAft>
              <a:buSzPts val="2800"/>
              <a:buNone/>
              <a:defRPr>
                <a:latin typeface="Poppins SemiBold"/>
                <a:ea typeface="Poppins SemiBold"/>
                <a:cs typeface="Poppins SemiBold"/>
                <a:sym typeface="Poppins SemiBold"/>
              </a:defRPr>
            </a:lvl8pPr>
            <a:lvl9pPr lvl="8" algn="l">
              <a:lnSpc>
                <a:spcPct val="100000"/>
              </a:lnSpc>
              <a:spcBef>
                <a:spcPts val="0"/>
              </a:spcBef>
              <a:spcAft>
                <a:spcPts val="0"/>
              </a:spcAft>
              <a:buSzPts val="2800"/>
              <a:buNone/>
              <a:defRPr>
                <a:latin typeface="Poppins SemiBold"/>
                <a:ea typeface="Poppins SemiBold"/>
                <a:cs typeface="Poppins SemiBold"/>
                <a:sym typeface="Poppins SemiBold"/>
              </a:defRPr>
            </a:lvl9pPr>
          </a:lstStyle>
          <a:p/>
        </p:txBody>
      </p:sp>
      <p:sp>
        <p:nvSpPr>
          <p:cNvPr id="769" name="Google Shape;769;p81"/>
          <p:cNvSpPr txBox="1"/>
          <p:nvPr>
            <p:ph idx="2" type="title"/>
          </p:nvPr>
        </p:nvSpPr>
        <p:spPr>
          <a:xfrm>
            <a:off x="2040700" y="2971669"/>
            <a:ext cx="2758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0" name="Google Shape;770;p81"/>
          <p:cNvSpPr txBox="1"/>
          <p:nvPr>
            <p:ph idx="3" type="title"/>
          </p:nvPr>
        </p:nvSpPr>
        <p:spPr>
          <a:xfrm>
            <a:off x="4905100" y="3259050"/>
            <a:ext cx="1622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1" name="Google Shape;771;p81"/>
          <p:cNvSpPr txBox="1"/>
          <p:nvPr>
            <p:ph idx="4" type="title"/>
          </p:nvPr>
        </p:nvSpPr>
        <p:spPr>
          <a:xfrm>
            <a:off x="6589325" y="3591225"/>
            <a:ext cx="1622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2" name="Google Shape;772;p81"/>
          <p:cNvSpPr txBox="1"/>
          <p:nvPr>
            <p:ph idx="5" type="title"/>
          </p:nvPr>
        </p:nvSpPr>
        <p:spPr>
          <a:xfrm>
            <a:off x="228600" y="2642422"/>
            <a:ext cx="16227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b="0"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3" name="Google Shape;773;p81"/>
          <p:cNvSpPr txBox="1"/>
          <p:nvPr>
            <p:ph idx="6" type="title"/>
          </p:nvPr>
        </p:nvSpPr>
        <p:spPr>
          <a:xfrm>
            <a:off x="228600"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4" name="Google Shape;774;p81"/>
          <p:cNvSpPr txBox="1"/>
          <p:nvPr>
            <p:ph idx="7" type="title"/>
          </p:nvPr>
        </p:nvSpPr>
        <p:spPr>
          <a:xfrm>
            <a:off x="1533025"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5" name="Google Shape;775;p81"/>
          <p:cNvSpPr txBox="1"/>
          <p:nvPr>
            <p:ph idx="8" type="title"/>
          </p:nvPr>
        </p:nvSpPr>
        <p:spPr>
          <a:xfrm>
            <a:off x="2837450"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6" name="Google Shape;776;p81"/>
          <p:cNvSpPr txBox="1"/>
          <p:nvPr>
            <p:ph idx="9" type="title"/>
          </p:nvPr>
        </p:nvSpPr>
        <p:spPr>
          <a:xfrm>
            <a:off x="4141875"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7" name="Google Shape;777;p81"/>
          <p:cNvSpPr txBox="1"/>
          <p:nvPr>
            <p:ph idx="13" type="title"/>
          </p:nvPr>
        </p:nvSpPr>
        <p:spPr>
          <a:xfrm>
            <a:off x="5446300"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8" name="Google Shape;778;p81"/>
          <p:cNvSpPr txBox="1"/>
          <p:nvPr>
            <p:ph idx="14" type="title"/>
          </p:nvPr>
        </p:nvSpPr>
        <p:spPr>
          <a:xfrm>
            <a:off x="6750725"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79" name="Google Shape;779;p81"/>
          <p:cNvSpPr txBox="1"/>
          <p:nvPr>
            <p:ph idx="15" type="title"/>
          </p:nvPr>
        </p:nvSpPr>
        <p:spPr>
          <a:xfrm>
            <a:off x="8055150" y="1712000"/>
            <a:ext cx="763200" cy="292500"/>
          </a:xfrm>
          <a:prstGeom prst="rect">
            <a:avLst/>
          </a:prstGeom>
          <a:noFill/>
          <a:ln>
            <a:noFill/>
          </a:ln>
        </p:spPr>
        <p:txBody>
          <a:bodyPr anchorCtr="0" anchor="t" bIns="0" lIns="91425" spcFirstLastPara="1" rIns="91425" wrap="square" tIns="91425">
            <a:spAutoFit/>
          </a:bodyPr>
          <a:lstStyle>
            <a:lvl1pPr lvl="0" algn="l">
              <a:lnSpc>
                <a:spcPct val="100000"/>
              </a:lnSpc>
              <a:spcBef>
                <a:spcPts val="0"/>
              </a:spcBef>
              <a:spcAft>
                <a:spcPts val="0"/>
              </a:spcAft>
              <a:buSzPts val="700"/>
              <a:buNone/>
              <a:defRPr sz="700">
                <a:latin typeface="Nunito Sans"/>
                <a:ea typeface="Nunito Sans"/>
                <a:cs typeface="Nunito Sans"/>
                <a:sym typeface="Nunito Sans"/>
              </a:defRPr>
            </a:lvl1pPr>
            <a:lvl2pPr lvl="1" algn="l">
              <a:lnSpc>
                <a:spcPct val="100000"/>
              </a:lnSpc>
              <a:spcBef>
                <a:spcPts val="0"/>
              </a:spcBef>
              <a:spcAft>
                <a:spcPts val="0"/>
              </a:spcAft>
              <a:buSzPts val="900"/>
              <a:buNone/>
              <a:defRPr sz="900">
                <a:latin typeface="Nunito Sans"/>
                <a:ea typeface="Nunito Sans"/>
                <a:cs typeface="Nunito Sans"/>
                <a:sym typeface="Nunito Sans"/>
              </a:defRPr>
            </a:lvl2pPr>
            <a:lvl3pPr lvl="2" algn="l">
              <a:lnSpc>
                <a:spcPct val="100000"/>
              </a:lnSpc>
              <a:spcBef>
                <a:spcPts val="0"/>
              </a:spcBef>
              <a:spcAft>
                <a:spcPts val="0"/>
              </a:spcAft>
              <a:buSzPts val="900"/>
              <a:buNone/>
              <a:defRPr sz="900">
                <a:latin typeface="Nunito Sans"/>
                <a:ea typeface="Nunito Sans"/>
                <a:cs typeface="Nunito Sans"/>
                <a:sym typeface="Nunito Sans"/>
              </a:defRPr>
            </a:lvl3pPr>
            <a:lvl4pPr lvl="3" algn="l">
              <a:lnSpc>
                <a:spcPct val="100000"/>
              </a:lnSpc>
              <a:spcBef>
                <a:spcPts val="0"/>
              </a:spcBef>
              <a:spcAft>
                <a:spcPts val="0"/>
              </a:spcAft>
              <a:buSzPts val="900"/>
              <a:buNone/>
              <a:defRPr sz="900">
                <a:latin typeface="Nunito Sans"/>
                <a:ea typeface="Nunito Sans"/>
                <a:cs typeface="Nunito Sans"/>
                <a:sym typeface="Nunito Sans"/>
              </a:defRPr>
            </a:lvl4pPr>
            <a:lvl5pPr lvl="4" algn="l">
              <a:lnSpc>
                <a:spcPct val="100000"/>
              </a:lnSpc>
              <a:spcBef>
                <a:spcPts val="0"/>
              </a:spcBef>
              <a:spcAft>
                <a:spcPts val="0"/>
              </a:spcAft>
              <a:buSzPts val="900"/>
              <a:buNone/>
              <a:defRPr sz="900">
                <a:latin typeface="Nunito Sans"/>
                <a:ea typeface="Nunito Sans"/>
                <a:cs typeface="Nunito Sans"/>
                <a:sym typeface="Nunito Sans"/>
              </a:defRPr>
            </a:lvl5pPr>
            <a:lvl6pPr lvl="5" algn="l">
              <a:lnSpc>
                <a:spcPct val="100000"/>
              </a:lnSpc>
              <a:spcBef>
                <a:spcPts val="0"/>
              </a:spcBef>
              <a:spcAft>
                <a:spcPts val="0"/>
              </a:spcAft>
              <a:buSzPts val="900"/>
              <a:buNone/>
              <a:defRPr sz="900">
                <a:latin typeface="Nunito Sans"/>
                <a:ea typeface="Nunito Sans"/>
                <a:cs typeface="Nunito Sans"/>
                <a:sym typeface="Nunito Sans"/>
              </a:defRPr>
            </a:lvl6pPr>
            <a:lvl7pPr lvl="6" algn="l">
              <a:lnSpc>
                <a:spcPct val="100000"/>
              </a:lnSpc>
              <a:spcBef>
                <a:spcPts val="0"/>
              </a:spcBef>
              <a:spcAft>
                <a:spcPts val="0"/>
              </a:spcAft>
              <a:buSzPts val="900"/>
              <a:buNone/>
              <a:defRPr sz="900">
                <a:latin typeface="Nunito Sans"/>
                <a:ea typeface="Nunito Sans"/>
                <a:cs typeface="Nunito Sans"/>
                <a:sym typeface="Nunito Sans"/>
              </a:defRPr>
            </a:lvl7pPr>
            <a:lvl8pPr lvl="7" algn="l">
              <a:lnSpc>
                <a:spcPct val="100000"/>
              </a:lnSpc>
              <a:spcBef>
                <a:spcPts val="0"/>
              </a:spcBef>
              <a:spcAft>
                <a:spcPts val="0"/>
              </a:spcAft>
              <a:buSzPts val="900"/>
              <a:buNone/>
              <a:defRPr sz="900">
                <a:latin typeface="Nunito Sans"/>
                <a:ea typeface="Nunito Sans"/>
                <a:cs typeface="Nunito Sans"/>
                <a:sym typeface="Nunito Sans"/>
              </a:defRPr>
            </a:lvl8pPr>
            <a:lvl9pPr lvl="8" algn="l">
              <a:lnSpc>
                <a:spcPct val="100000"/>
              </a:lnSpc>
              <a:spcBef>
                <a:spcPts val="0"/>
              </a:spcBef>
              <a:spcAft>
                <a:spcPts val="0"/>
              </a:spcAft>
              <a:buSzPts val="900"/>
              <a:buNone/>
              <a:defRPr sz="900">
                <a:latin typeface="Nunito Sans"/>
                <a:ea typeface="Nunito Sans"/>
                <a:cs typeface="Nunito Sans"/>
                <a:sym typeface="Nunito Sans"/>
              </a:defRPr>
            </a:lvl9pPr>
          </a:lstStyle>
          <a:p/>
        </p:txBody>
      </p:sp>
      <p:sp>
        <p:nvSpPr>
          <p:cNvPr id="780" name="Google Shape;780;p8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accent5"/>
                </a:solidFill>
                <a:latin typeface="Nunito Sans"/>
                <a:ea typeface="Nunito Sans"/>
                <a:cs typeface="Nunito Sans"/>
                <a:sym typeface="Nunito Sans"/>
              </a:rPr>
              <a:t>‹#›</a:t>
            </a:fld>
            <a:endParaRPr b="0" i="0" sz="700" u="none" cap="none" strike="noStrike">
              <a:solidFill>
                <a:schemeClr val="accent5"/>
              </a:solidFill>
              <a:latin typeface="Nunito Sans"/>
              <a:ea typeface="Nunito Sans"/>
              <a:cs typeface="Nunito Sans"/>
              <a:sym typeface="Nunito Sans"/>
            </a:endParaRPr>
          </a:p>
        </p:txBody>
      </p:sp>
      <p:sp>
        <p:nvSpPr>
          <p:cNvPr id="781" name="Google Shape;781;p81"/>
          <p:cNvSpPr txBox="1"/>
          <p:nvPr>
            <p:ph idx="1"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accent5"/>
                </a:solidFill>
                <a:latin typeface="Nunito Sans"/>
                <a:ea typeface="Nunito Sans"/>
                <a:cs typeface="Nunito Sans"/>
                <a:sym typeface="Nunito Sans"/>
              </a:defRPr>
            </a:lvl1pPr>
            <a:lvl2pPr lvl="1" algn="l">
              <a:lnSpc>
                <a:spcPct val="115000"/>
              </a:lnSpc>
              <a:spcBef>
                <a:spcPts val="0"/>
              </a:spcBef>
              <a:spcAft>
                <a:spcPts val="0"/>
              </a:spcAft>
              <a:buSzPts val="700"/>
              <a:buFont typeface="Nunito Sans"/>
              <a:buNone/>
              <a:defRPr sz="700">
                <a:latin typeface="Nunito Sans"/>
                <a:ea typeface="Nunito Sans"/>
                <a:cs typeface="Nunito Sans"/>
                <a:sym typeface="Nunito Sans"/>
              </a:defRPr>
            </a:lvl2pPr>
            <a:lvl3pPr lvl="2" algn="l">
              <a:lnSpc>
                <a:spcPct val="115000"/>
              </a:lnSpc>
              <a:spcBef>
                <a:spcPts val="0"/>
              </a:spcBef>
              <a:spcAft>
                <a:spcPts val="0"/>
              </a:spcAft>
              <a:buSzPts val="700"/>
              <a:buFont typeface="Nunito Sans"/>
              <a:buNone/>
              <a:defRPr sz="700">
                <a:latin typeface="Nunito Sans"/>
                <a:ea typeface="Nunito Sans"/>
                <a:cs typeface="Nunito Sans"/>
                <a:sym typeface="Nunito Sans"/>
              </a:defRPr>
            </a:lvl3pPr>
            <a:lvl4pPr lvl="3" algn="l">
              <a:lnSpc>
                <a:spcPct val="115000"/>
              </a:lnSpc>
              <a:spcBef>
                <a:spcPts val="0"/>
              </a:spcBef>
              <a:spcAft>
                <a:spcPts val="0"/>
              </a:spcAft>
              <a:buSzPts val="700"/>
              <a:buFont typeface="Nunito Sans"/>
              <a:buNone/>
              <a:defRPr sz="700">
                <a:latin typeface="Nunito Sans"/>
                <a:ea typeface="Nunito Sans"/>
                <a:cs typeface="Nunito Sans"/>
                <a:sym typeface="Nunito Sans"/>
              </a:defRPr>
            </a:lvl4pPr>
            <a:lvl5pPr lvl="4" algn="l">
              <a:lnSpc>
                <a:spcPct val="115000"/>
              </a:lnSpc>
              <a:spcBef>
                <a:spcPts val="0"/>
              </a:spcBef>
              <a:spcAft>
                <a:spcPts val="0"/>
              </a:spcAft>
              <a:buSzPts val="700"/>
              <a:buFont typeface="Nunito Sans"/>
              <a:buNone/>
              <a:defRPr sz="700">
                <a:latin typeface="Nunito Sans"/>
                <a:ea typeface="Nunito Sans"/>
                <a:cs typeface="Nunito Sans"/>
                <a:sym typeface="Nunito Sans"/>
              </a:defRPr>
            </a:lvl5pPr>
            <a:lvl6pPr lvl="5" algn="l">
              <a:lnSpc>
                <a:spcPct val="115000"/>
              </a:lnSpc>
              <a:spcBef>
                <a:spcPts val="0"/>
              </a:spcBef>
              <a:spcAft>
                <a:spcPts val="0"/>
              </a:spcAft>
              <a:buSzPts val="700"/>
              <a:buFont typeface="Nunito Sans"/>
              <a:buNone/>
              <a:defRPr sz="700">
                <a:latin typeface="Nunito Sans"/>
                <a:ea typeface="Nunito Sans"/>
                <a:cs typeface="Nunito Sans"/>
                <a:sym typeface="Nunito Sans"/>
              </a:defRPr>
            </a:lvl6pPr>
            <a:lvl7pPr lvl="6" algn="l">
              <a:lnSpc>
                <a:spcPct val="115000"/>
              </a:lnSpc>
              <a:spcBef>
                <a:spcPts val="0"/>
              </a:spcBef>
              <a:spcAft>
                <a:spcPts val="0"/>
              </a:spcAft>
              <a:buSzPts val="700"/>
              <a:buFont typeface="Nunito Sans"/>
              <a:buNone/>
              <a:defRPr sz="700">
                <a:latin typeface="Nunito Sans"/>
                <a:ea typeface="Nunito Sans"/>
                <a:cs typeface="Nunito Sans"/>
                <a:sym typeface="Nunito Sans"/>
              </a:defRPr>
            </a:lvl7pPr>
            <a:lvl8pPr lvl="7" algn="l">
              <a:lnSpc>
                <a:spcPct val="115000"/>
              </a:lnSpc>
              <a:spcBef>
                <a:spcPts val="0"/>
              </a:spcBef>
              <a:spcAft>
                <a:spcPts val="0"/>
              </a:spcAft>
              <a:buSzPts val="700"/>
              <a:buFont typeface="Nunito Sans"/>
              <a:buNone/>
              <a:defRPr sz="700">
                <a:latin typeface="Nunito Sans"/>
                <a:ea typeface="Nunito Sans"/>
                <a:cs typeface="Nunito Sans"/>
                <a:sym typeface="Nunito Sans"/>
              </a:defRPr>
            </a:lvl8pPr>
            <a:lvl9pPr lvl="8" algn="l">
              <a:lnSpc>
                <a:spcPct val="115000"/>
              </a:lnSpc>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782" name="Shape 782"/>
        <p:cNvGrpSpPr/>
        <p:nvPr/>
      </p:nvGrpSpPr>
      <p:grpSpPr>
        <a:xfrm>
          <a:off x="0" y="0"/>
          <a:ext cx="0" cy="0"/>
          <a:chOff x="0" y="0"/>
          <a:chExt cx="0" cy="0"/>
        </a:xfrm>
      </p:grpSpPr>
      <p:pic>
        <p:nvPicPr>
          <p:cNvPr id="783" name="Google Shape;783;p82"/>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784" name="Google Shape;784;p8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fld id="{00000000-1234-1234-1234-123412341234}" type="slidenum">
              <a:rPr b="0" i="0" lang="en" sz="700" u="none" cap="none" strike="noStrike">
                <a:solidFill>
                  <a:schemeClr val="dk2"/>
                </a:solidFill>
                <a:latin typeface="Nunito Sans"/>
                <a:ea typeface="Nunito Sans"/>
                <a:cs typeface="Nunito Sans"/>
                <a:sym typeface="Nunito Sans"/>
              </a:rPr>
              <a:t>‹#›</a:t>
            </a:fld>
            <a:endParaRPr b="0" i="0" sz="700" u="none" cap="none" strike="noStrike">
              <a:solidFill>
                <a:schemeClr val="dk2"/>
              </a:solidFill>
              <a:latin typeface="Nunito Sans"/>
              <a:ea typeface="Nunito Sans"/>
              <a:cs typeface="Nunito Sans"/>
              <a:sym typeface="Nunito Sans"/>
            </a:endParaRPr>
          </a:p>
        </p:txBody>
      </p:sp>
      <p:sp>
        <p:nvSpPr>
          <p:cNvPr id="785" name="Google Shape;785;p82"/>
          <p:cNvSpPr txBox="1"/>
          <p:nvPr>
            <p:ph type="title"/>
          </p:nvPr>
        </p:nvSpPr>
        <p:spPr>
          <a:xfrm>
            <a:off x="1230200" y="1930281"/>
            <a:ext cx="6683700" cy="1726500"/>
          </a:xfrm>
          <a:prstGeom prst="rect">
            <a:avLst/>
          </a:prstGeom>
          <a:noFill/>
          <a:ln>
            <a:noFill/>
          </a:ln>
        </p:spPr>
        <p:txBody>
          <a:bodyPr anchorCtr="0" anchor="t" bIns="91425" lIns="91425" spcFirstLastPara="1" rIns="91425" wrap="square" tIns="91425">
            <a:noAutofit/>
          </a:bodyPr>
          <a:lstStyle>
            <a:lvl1pPr lvl="0" algn="ctr">
              <a:lnSpc>
                <a:spcPct val="90000"/>
              </a:lnSpc>
              <a:spcBef>
                <a:spcPts val="0"/>
              </a:spcBef>
              <a:spcAft>
                <a:spcPts val="0"/>
              </a:spcAft>
              <a:buSzPts val="5400"/>
              <a:buNone/>
              <a:defRPr sz="5400">
                <a:solidFill>
                  <a:schemeClr val="dk2"/>
                </a:solidFill>
              </a:defRPr>
            </a:lvl1pPr>
            <a:lvl2pPr lvl="1"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SzPts val="4800"/>
              <a:buNone/>
              <a:defRPr sz="4800">
                <a:solidFill>
                  <a:schemeClr val="dk2"/>
                </a:solidFill>
                <a:latin typeface="Poppins SemiBold"/>
                <a:ea typeface="Poppins SemiBold"/>
                <a:cs typeface="Poppins SemiBold"/>
                <a:sym typeface="Poppins SemiBold"/>
              </a:defRPr>
            </a:lvl9pPr>
          </a:lstStyle>
          <a:p/>
        </p:txBody>
      </p:sp>
      <p:sp>
        <p:nvSpPr>
          <p:cNvPr id="786" name="Google Shape;786;p82"/>
          <p:cNvSpPr txBox="1"/>
          <p:nvPr>
            <p:ph idx="1" type="subTitle"/>
          </p:nvPr>
        </p:nvSpPr>
        <p:spPr>
          <a:xfrm>
            <a:off x="2398650" y="3194700"/>
            <a:ext cx="4346700" cy="452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l">
              <a:lnSpc>
                <a:spcPct val="115000"/>
              </a:lnSpc>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787" name="Google Shape;787;p82"/>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788" name="Google Shape;788;p82"/>
          <p:cNvSpPr txBox="1"/>
          <p:nvPr>
            <p:ph idx="2" type="body"/>
          </p:nvPr>
        </p:nvSpPr>
        <p:spPr>
          <a:xfrm>
            <a:off x="3447988" y="3693650"/>
            <a:ext cx="2247900" cy="400200"/>
          </a:xfrm>
          <a:prstGeom prst="rect">
            <a:avLst/>
          </a:prstGeom>
          <a:noFill/>
          <a:ln>
            <a:noFill/>
          </a:ln>
        </p:spPr>
        <p:txBody>
          <a:bodyPr anchorCtr="0" anchor="t" bIns="91425" lIns="91425" spcFirstLastPara="1" rIns="91425" wrap="square" tIns="91425">
            <a:noAutofit/>
          </a:bodyPr>
          <a:lstStyle>
            <a:lvl1pPr indent="-292100" lvl="0" marL="457200" algn="ctr">
              <a:lnSpc>
                <a:spcPct val="115000"/>
              </a:lnSpc>
              <a:spcBef>
                <a:spcPts val="0"/>
              </a:spcBef>
              <a:spcAft>
                <a:spcPts val="0"/>
              </a:spcAft>
              <a:buClr>
                <a:schemeClr val="dk2"/>
              </a:buClr>
              <a:buSzPts val="1000"/>
              <a:buFont typeface="Nunito Sans"/>
              <a:buChar char="●"/>
              <a:defRPr sz="1000">
                <a:solidFill>
                  <a:schemeClr val="dk2"/>
                </a:solidFill>
              </a:defRPr>
            </a:lvl1pPr>
            <a:lvl2pPr indent="-292100" lvl="1" marL="914400" algn="ctr">
              <a:lnSpc>
                <a:spcPct val="115000"/>
              </a:lnSpc>
              <a:spcBef>
                <a:spcPts val="0"/>
              </a:spcBef>
              <a:spcAft>
                <a:spcPts val="0"/>
              </a:spcAft>
              <a:buClr>
                <a:schemeClr val="dk2"/>
              </a:buClr>
              <a:buSzPts val="1000"/>
              <a:buFont typeface="Nunito Sans"/>
              <a:buChar char="○"/>
              <a:defRPr sz="1000">
                <a:solidFill>
                  <a:schemeClr val="dk2"/>
                </a:solidFill>
              </a:defRPr>
            </a:lvl2pPr>
            <a:lvl3pPr indent="-292100" lvl="2" marL="1371600" algn="ctr">
              <a:lnSpc>
                <a:spcPct val="115000"/>
              </a:lnSpc>
              <a:spcBef>
                <a:spcPts val="0"/>
              </a:spcBef>
              <a:spcAft>
                <a:spcPts val="0"/>
              </a:spcAft>
              <a:buClr>
                <a:schemeClr val="dk2"/>
              </a:buClr>
              <a:buSzPts val="1000"/>
              <a:buFont typeface="Nunito Sans"/>
              <a:buChar char="■"/>
              <a:defRPr sz="1000">
                <a:solidFill>
                  <a:schemeClr val="dk2"/>
                </a:solidFill>
              </a:defRPr>
            </a:lvl3pPr>
            <a:lvl4pPr indent="-292100" lvl="3" marL="1828800" algn="ctr">
              <a:lnSpc>
                <a:spcPct val="115000"/>
              </a:lnSpc>
              <a:spcBef>
                <a:spcPts val="0"/>
              </a:spcBef>
              <a:spcAft>
                <a:spcPts val="0"/>
              </a:spcAft>
              <a:buClr>
                <a:schemeClr val="dk2"/>
              </a:buClr>
              <a:buSzPts val="1000"/>
              <a:buFont typeface="Nunito Sans"/>
              <a:buChar char="●"/>
              <a:defRPr sz="1000">
                <a:solidFill>
                  <a:schemeClr val="dk2"/>
                </a:solidFill>
              </a:defRPr>
            </a:lvl4pPr>
            <a:lvl5pPr indent="-292100" lvl="4" marL="2286000" algn="ctr">
              <a:lnSpc>
                <a:spcPct val="115000"/>
              </a:lnSpc>
              <a:spcBef>
                <a:spcPts val="0"/>
              </a:spcBef>
              <a:spcAft>
                <a:spcPts val="0"/>
              </a:spcAft>
              <a:buClr>
                <a:schemeClr val="dk2"/>
              </a:buClr>
              <a:buSzPts val="1000"/>
              <a:buFont typeface="Nunito Sans"/>
              <a:buChar char="○"/>
              <a:defRPr sz="1000">
                <a:solidFill>
                  <a:schemeClr val="dk2"/>
                </a:solidFill>
              </a:defRPr>
            </a:lvl5pPr>
            <a:lvl6pPr indent="-292100" lvl="5" marL="2743200" algn="ctr">
              <a:lnSpc>
                <a:spcPct val="115000"/>
              </a:lnSpc>
              <a:spcBef>
                <a:spcPts val="0"/>
              </a:spcBef>
              <a:spcAft>
                <a:spcPts val="0"/>
              </a:spcAft>
              <a:buClr>
                <a:schemeClr val="dk2"/>
              </a:buClr>
              <a:buSzPts val="1000"/>
              <a:buFont typeface="Nunito Sans"/>
              <a:buChar char="■"/>
              <a:defRPr sz="1000">
                <a:solidFill>
                  <a:schemeClr val="dk2"/>
                </a:solidFill>
              </a:defRPr>
            </a:lvl6pPr>
            <a:lvl7pPr indent="-292100" lvl="6" marL="3200400" algn="ctr">
              <a:lnSpc>
                <a:spcPct val="115000"/>
              </a:lnSpc>
              <a:spcBef>
                <a:spcPts val="0"/>
              </a:spcBef>
              <a:spcAft>
                <a:spcPts val="0"/>
              </a:spcAft>
              <a:buClr>
                <a:schemeClr val="dk2"/>
              </a:buClr>
              <a:buSzPts val="1000"/>
              <a:buFont typeface="Nunito Sans"/>
              <a:buChar char="●"/>
              <a:defRPr sz="1000">
                <a:solidFill>
                  <a:schemeClr val="dk2"/>
                </a:solidFill>
              </a:defRPr>
            </a:lvl7pPr>
            <a:lvl8pPr indent="-292100" lvl="7" marL="3657600" algn="ctr">
              <a:lnSpc>
                <a:spcPct val="115000"/>
              </a:lnSpc>
              <a:spcBef>
                <a:spcPts val="0"/>
              </a:spcBef>
              <a:spcAft>
                <a:spcPts val="0"/>
              </a:spcAft>
              <a:buClr>
                <a:schemeClr val="dk2"/>
              </a:buClr>
              <a:buSzPts val="1000"/>
              <a:buFont typeface="Nunito Sans"/>
              <a:buChar char="○"/>
              <a:defRPr sz="1000">
                <a:solidFill>
                  <a:schemeClr val="dk2"/>
                </a:solidFill>
              </a:defRPr>
            </a:lvl8pPr>
            <a:lvl9pPr indent="-292100" lvl="8" marL="4114800" algn="ctr">
              <a:lnSpc>
                <a:spcPct val="115000"/>
              </a:lnSpc>
              <a:spcBef>
                <a:spcPts val="0"/>
              </a:spcBef>
              <a:spcAft>
                <a:spcPts val="0"/>
              </a:spcAft>
              <a:buClr>
                <a:schemeClr val="dk2"/>
              </a:buClr>
              <a:buSzPts val="1000"/>
              <a:buFont typeface="Nunito Sans"/>
              <a:buChar char="■"/>
              <a:defRPr sz="1000">
                <a:solidFill>
                  <a:schemeClr val="dk2"/>
                </a:solidFill>
              </a:defRPr>
            </a:lvl9pPr>
          </a:lstStyle>
          <a:p/>
        </p:txBody>
      </p:sp>
      <p:sp>
        <p:nvSpPr>
          <p:cNvPr id="789" name="Google Shape;789;p82"/>
          <p:cNvSpPr txBox="1"/>
          <p:nvPr>
            <p:ph idx="3" type="subTitle"/>
          </p:nvPr>
        </p:nvSpPr>
        <p:spPr>
          <a:xfrm>
            <a:off x="228600" y="4800275"/>
            <a:ext cx="1115700" cy="311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700">
                <a:solidFill>
                  <a:schemeClr val="dk2"/>
                </a:solidFill>
                <a:latin typeface="Nunito Sans"/>
                <a:ea typeface="Nunito Sans"/>
                <a:cs typeface="Nunito Sans"/>
                <a:sym typeface="Nunito Sans"/>
              </a:defRPr>
            </a:lvl1pPr>
            <a:lvl2pPr lvl="1"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lgn="l">
              <a:lnSpc>
                <a:spcPct val="115000"/>
              </a:lnSpc>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8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spAutoFit/>
          </a:bodyPr>
          <a:lstStyle>
            <a:lvl1pPr lvl="0" algn="ctr">
              <a:lnSpc>
                <a:spcPct val="100000"/>
              </a:lnSpc>
              <a:spcBef>
                <a:spcPts val="0"/>
              </a:spcBef>
              <a:spcAft>
                <a:spcPts val="0"/>
              </a:spcAft>
              <a:buSzPts val="3600"/>
              <a:buChar char="●"/>
              <a:defRPr sz="3600"/>
            </a:lvl1pPr>
            <a:lvl2pPr lvl="1" algn="ctr">
              <a:lnSpc>
                <a:spcPct val="100000"/>
              </a:lnSpc>
              <a:spcBef>
                <a:spcPts val="0"/>
              </a:spcBef>
              <a:spcAft>
                <a:spcPts val="0"/>
              </a:spcAft>
              <a:buSzPts val="3600"/>
              <a:buChar char="○"/>
              <a:defRPr sz="3600"/>
            </a:lvl2pPr>
            <a:lvl3pPr lvl="2" algn="ctr">
              <a:lnSpc>
                <a:spcPct val="100000"/>
              </a:lnSpc>
              <a:spcBef>
                <a:spcPts val="0"/>
              </a:spcBef>
              <a:spcAft>
                <a:spcPts val="0"/>
              </a:spcAft>
              <a:buSzPts val="3600"/>
              <a:buChar char="■"/>
              <a:defRPr sz="3600"/>
            </a:lvl3pPr>
            <a:lvl4pPr lvl="3" algn="ctr">
              <a:lnSpc>
                <a:spcPct val="100000"/>
              </a:lnSpc>
              <a:spcBef>
                <a:spcPts val="0"/>
              </a:spcBef>
              <a:spcAft>
                <a:spcPts val="0"/>
              </a:spcAft>
              <a:buSzPts val="3600"/>
              <a:buChar char="●"/>
              <a:defRPr sz="3600"/>
            </a:lvl4pPr>
            <a:lvl5pPr lvl="4" algn="ctr">
              <a:lnSpc>
                <a:spcPct val="100000"/>
              </a:lnSpc>
              <a:spcBef>
                <a:spcPts val="0"/>
              </a:spcBef>
              <a:spcAft>
                <a:spcPts val="0"/>
              </a:spcAft>
              <a:buSzPts val="3600"/>
              <a:buChar char="○"/>
              <a:defRPr sz="3600"/>
            </a:lvl5pPr>
            <a:lvl6pPr lvl="5" algn="ctr">
              <a:lnSpc>
                <a:spcPct val="100000"/>
              </a:lnSpc>
              <a:spcBef>
                <a:spcPts val="0"/>
              </a:spcBef>
              <a:spcAft>
                <a:spcPts val="0"/>
              </a:spcAft>
              <a:buSzPts val="3600"/>
              <a:buChar char="■"/>
              <a:defRPr sz="3600"/>
            </a:lvl6pPr>
            <a:lvl7pPr lvl="6" algn="ctr">
              <a:lnSpc>
                <a:spcPct val="100000"/>
              </a:lnSpc>
              <a:spcBef>
                <a:spcPts val="0"/>
              </a:spcBef>
              <a:spcAft>
                <a:spcPts val="0"/>
              </a:spcAft>
              <a:buSzPts val="3600"/>
              <a:buChar char="●"/>
              <a:defRPr sz="3600"/>
            </a:lvl7pPr>
            <a:lvl8pPr lvl="7" algn="ctr">
              <a:lnSpc>
                <a:spcPct val="100000"/>
              </a:lnSpc>
              <a:spcBef>
                <a:spcPts val="0"/>
              </a:spcBef>
              <a:spcAft>
                <a:spcPts val="0"/>
              </a:spcAft>
              <a:buSzPts val="3600"/>
              <a:buChar char="○"/>
              <a:defRPr sz="3600"/>
            </a:lvl8pPr>
            <a:lvl9pPr lvl="8" algn="ctr">
              <a:lnSpc>
                <a:spcPct val="100000"/>
              </a:lnSpc>
              <a:spcBef>
                <a:spcPts val="0"/>
              </a:spcBef>
              <a:spcAft>
                <a:spcPts val="0"/>
              </a:spcAft>
              <a:buSzPts val="3600"/>
              <a:buChar char="■"/>
              <a:defRPr sz="36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794" name="Google Shape;794;p8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797" name="Google Shape;797;p8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798" name="Google Shape;798;p8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8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spAutoFit/>
          </a:bodyPr>
          <a:lstStyle>
            <a:lvl1pPr lvl="0" algn="l">
              <a:lnSpc>
                <a:spcPct val="100000"/>
              </a:lnSpc>
              <a:spcBef>
                <a:spcPts val="0"/>
              </a:spcBef>
              <a:spcAft>
                <a:spcPts val="0"/>
              </a:spcAft>
              <a:buSzPts val="2400"/>
              <a:buChar char="●"/>
              <a:defRPr sz="2400"/>
            </a:lvl1pPr>
            <a:lvl2pPr lvl="1" algn="l">
              <a:lnSpc>
                <a:spcPct val="100000"/>
              </a:lnSpc>
              <a:spcBef>
                <a:spcPts val="0"/>
              </a:spcBef>
              <a:spcAft>
                <a:spcPts val="0"/>
              </a:spcAft>
              <a:buSzPts val="2400"/>
              <a:buChar char="○"/>
              <a:defRPr sz="2400"/>
            </a:lvl2pPr>
            <a:lvl3pPr lvl="2" algn="l">
              <a:lnSpc>
                <a:spcPct val="100000"/>
              </a:lnSpc>
              <a:spcBef>
                <a:spcPts val="0"/>
              </a:spcBef>
              <a:spcAft>
                <a:spcPts val="0"/>
              </a:spcAft>
              <a:buSzPts val="2400"/>
              <a:buChar char="■"/>
              <a:defRPr sz="2400"/>
            </a:lvl3pPr>
            <a:lvl4pPr lvl="3" algn="l">
              <a:lnSpc>
                <a:spcPct val="100000"/>
              </a:lnSpc>
              <a:spcBef>
                <a:spcPts val="0"/>
              </a:spcBef>
              <a:spcAft>
                <a:spcPts val="0"/>
              </a:spcAft>
              <a:buSzPts val="2400"/>
              <a:buChar char="●"/>
              <a:defRPr sz="2400"/>
            </a:lvl4pPr>
            <a:lvl5pPr lvl="4" algn="l">
              <a:lnSpc>
                <a:spcPct val="100000"/>
              </a:lnSpc>
              <a:spcBef>
                <a:spcPts val="0"/>
              </a:spcBef>
              <a:spcAft>
                <a:spcPts val="0"/>
              </a:spcAft>
              <a:buSzPts val="2400"/>
              <a:buChar char="○"/>
              <a:defRPr sz="2400"/>
            </a:lvl5pPr>
            <a:lvl6pPr lvl="5" algn="l">
              <a:lnSpc>
                <a:spcPct val="100000"/>
              </a:lnSpc>
              <a:spcBef>
                <a:spcPts val="0"/>
              </a:spcBef>
              <a:spcAft>
                <a:spcPts val="0"/>
              </a:spcAft>
              <a:buSzPts val="2400"/>
              <a:buChar char="■"/>
              <a:defRPr sz="2400"/>
            </a:lvl6pPr>
            <a:lvl7pPr lvl="6" algn="l">
              <a:lnSpc>
                <a:spcPct val="100000"/>
              </a:lnSpc>
              <a:spcBef>
                <a:spcPts val="0"/>
              </a:spcBef>
              <a:spcAft>
                <a:spcPts val="0"/>
              </a:spcAft>
              <a:buSzPts val="2400"/>
              <a:buChar char="●"/>
              <a:defRPr sz="2400"/>
            </a:lvl7pPr>
            <a:lvl8pPr lvl="7" algn="l">
              <a:lnSpc>
                <a:spcPct val="100000"/>
              </a:lnSpc>
              <a:spcBef>
                <a:spcPts val="0"/>
              </a:spcBef>
              <a:spcAft>
                <a:spcPts val="0"/>
              </a:spcAft>
              <a:buSzPts val="2400"/>
              <a:buChar char="○"/>
              <a:defRPr sz="2400"/>
            </a:lvl8pPr>
            <a:lvl9pPr lvl="8" algn="l">
              <a:lnSpc>
                <a:spcPct val="100000"/>
              </a:lnSpc>
              <a:spcBef>
                <a:spcPts val="0"/>
              </a:spcBef>
              <a:spcAft>
                <a:spcPts val="0"/>
              </a:spcAft>
              <a:buSzPts val="2400"/>
              <a:buChar char="■"/>
              <a:defRPr sz="2400"/>
            </a:lvl9pPr>
          </a:lstStyle>
          <a:p/>
        </p:txBody>
      </p:sp>
      <p:sp>
        <p:nvSpPr>
          <p:cNvPr id="803" name="Google Shape;803;p8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4" name="Shape 804"/>
        <p:cNvGrpSpPr/>
        <p:nvPr/>
      </p:nvGrpSpPr>
      <p:grpSpPr>
        <a:xfrm>
          <a:off x="0" y="0"/>
          <a:ext cx="0" cy="0"/>
          <a:chOff x="0" y="0"/>
          <a:chExt cx="0" cy="0"/>
        </a:xfrm>
      </p:grpSpPr>
      <p:sp>
        <p:nvSpPr>
          <p:cNvPr id="805" name="Google Shape;805;p8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spAutoFit/>
          </a:bodyPr>
          <a:lstStyle>
            <a:lvl1pPr lvl="0" algn="ctr">
              <a:lnSpc>
                <a:spcPct val="100000"/>
              </a:lnSpc>
              <a:spcBef>
                <a:spcPts val="0"/>
              </a:spcBef>
              <a:spcAft>
                <a:spcPts val="0"/>
              </a:spcAft>
              <a:buSzPts val="4200"/>
              <a:buChar char="●"/>
              <a:defRPr sz="4200"/>
            </a:lvl1pPr>
            <a:lvl2pPr lvl="1" algn="ctr">
              <a:lnSpc>
                <a:spcPct val="100000"/>
              </a:lnSpc>
              <a:spcBef>
                <a:spcPts val="0"/>
              </a:spcBef>
              <a:spcAft>
                <a:spcPts val="0"/>
              </a:spcAft>
              <a:buSzPts val="4200"/>
              <a:buChar char="○"/>
              <a:defRPr sz="4200"/>
            </a:lvl2pPr>
            <a:lvl3pPr lvl="2" algn="ctr">
              <a:lnSpc>
                <a:spcPct val="100000"/>
              </a:lnSpc>
              <a:spcBef>
                <a:spcPts val="0"/>
              </a:spcBef>
              <a:spcAft>
                <a:spcPts val="0"/>
              </a:spcAft>
              <a:buSzPts val="4200"/>
              <a:buChar char="■"/>
              <a:defRPr sz="4200"/>
            </a:lvl3pPr>
            <a:lvl4pPr lvl="3" algn="ctr">
              <a:lnSpc>
                <a:spcPct val="100000"/>
              </a:lnSpc>
              <a:spcBef>
                <a:spcPts val="0"/>
              </a:spcBef>
              <a:spcAft>
                <a:spcPts val="0"/>
              </a:spcAft>
              <a:buSzPts val="4200"/>
              <a:buChar char="●"/>
              <a:defRPr sz="4200"/>
            </a:lvl4pPr>
            <a:lvl5pPr lvl="4" algn="ctr">
              <a:lnSpc>
                <a:spcPct val="100000"/>
              </a:lnSpc>
              <a:spcBef>
                <a:spcPts val="0"/>
              </a:spcBef>
              <a:spcAft>
                <a:spcPts val="0"/>
              </a:spcAft>
              <a:buSzPts val="4200"/>
              <a:buChar char="○"/>
              <a:defRPr sz="4200"/>
            </a:lvl5pPr>
            <a:lvl6pPr lvl="5" algn="ctr">
              <a:lnSpc>
                <a:spcPct val="100000"/>
              </a:lnSpc>
              <a:spcBef>
                <a:spcPts val="0"/>
              </a:spcBef>
              <a:spcAft>
                <a:spcPts val="0"/>
              </a:spcAft>
              <a:buSzPts val="4200"/>
              <a:buChar char="■"/>
              <a:defRPr sz="4200"/>
            </a:lvl6pPr>
            <a:lvl7pPr lvl="6" algn="ctr">
              <a:lnSpc>
                <a:spcPct val="100000"/>
              </a:lnSpc>
              <a:spcBef>
                <a:spcPts val="0"/>
              </a:spcBef>
              <a:spcAft>
                <a:spcPts val="0"/>
              </a:spcAft>
              <a:buSzPts val="4200"/>
              <a:buChar char="●"/>
              <a:defRPr sz="4200"/>
            </a:lvl7pPr>
            <a:lvl8pPr lvl="7" algn="ctr">
              <a:lnSpc>
                <a:spcPct val="100000"/>
              </a:lnSpc>
              <a:spcBef>
                <a:spcPts val="0"/>
              </a:spcBef>
              <a:spcAft>
                <a:spcPts val="0"/>
              </a:spcAft>
              <a:buSzPts val="4200"/>
              <a:buChar char="○"/>
              <a:defRPr sz="4200"/>
            </a:lvl8pPr>
            <a:lvl9pPr lvl="8" algn="ctr">
              <a:lnSpc>
                <a:spcPct val="100000"/>
              </a:lnSpc>
              <a:spcBef>
                <a:spcPts val="0"/>
              </a:spcBef>
              <a:spcAft>
                <a:spcPts val="0"/>
              </a:spcAft>
              <a:buSzPts val="4200"/>
              <a:buChar char="■"/>
              <a:defRPr sz="4200"/>
            </a:lvl9pPr>
          </a:lstStyle>
          <a:p/>
        </p:txBody>
      </p:sp>
      <p:sp>
        <p:nvSpPr>
          <p:cNvPr id="806" name="Google Shape;806;p8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807" name="Google Shape;807;p8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08" name="Shape 808"/>
        <p:cNvGrpSpPr/>
        <p:nvPr/>
      </p:nvGrpSpPr>
      <p:grpSpPr>
        <a:xfrm>
          <a:off x="0" y="0"/>
          <a:ext cx="0" cy="0"/>
          <a:chOff x="0" y="0"/>
          <a:chExt cx="0" cy="0"/>
        </a:xfrm>
      </p:grpSpPr>
      <p:sp>
        <p:nvSpPr>
          <p:cNvPr id="809" name="Google Shape;809;p8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810" name="Shape 810"/>
        <p:cNvGrpSpPr/>
        <p:nvPr/>
      </p:nvGrpSpPr>
      <p:grpSpPr>
        <a:xfrm>
          <a:off x="0" y="0"/>
          <a:ext cx="0" cy="0"/>
          <a:chOff x="0" y="0"/>
          <a:chExt cx="0" cy="0"/>
        </a:xfrm>
      </p:grpSpPr>
      <p:sp>
        <p:nvSpPr>
          <p:cNvPr id="811" name="Google Shape;811;p90"/>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spAutoFit/>
          </a:bodyPr>
          <a:lstStyle>
            <a:lvl1pPr lvl="0" algn="ctr">
              <a:lnSpc>
                <a:spcPct val="100000"/>
              </a:lnSpc>
              <a:spcBef>
                <a:spcPts val="0"/>
              </a:spcBef>
              <a:spcAft>
                <a:spcPts val="0"/>
              </a:spcAft>
              <a:buSzPts val="12000"/>
              <a:buChar char="●"/>
              <a:defRPr sz="12000"/>
            </a:lvl1pPr>
            <a:lvl2pPr lvl="1" algn="ctr">
              <a:lnSpc>
                <a:spcPct val="100000"/>
              </a:lnSpc>
              <a:spcBef>
                <a:spcPts val="0"/>
              </a:spcBef>
              <a:spcAft>
                <a:spcPts val="0"/>
              </a:spcAft>
              <a:buSzPts val="12000"/>
              <a:buChar char="○"/>
              <a:defRPr sz="12000"/>
            </a:lvl2pPr>
            <a:lvl3pPr lvl="2" algn="ctr">
              <a:lnSpc>
                <a:spcPct val="100000"/>
              </a:lnSpc>
              <a:spcBef>
                <a:spcPts val="0"/>
              </a:spcBef>
              <a:spcAft>
                <a:spcPts val="0"/>
              </a:spcAft>
              <a:buSzPts val="12000"/>
              <a:buChar char="■"/>
              <a:defRPr sz="12000"/>
            </a:lvl3pPr>
            <a:lvl4pPr lvl="3" algn="ctr">
              <a:lnSpc>
                <a:spcPct val="100000"/>
              </a:lnSpc>
              <a:spcBef>
                <a:spcPts val="0"/>
              </a:spcBef>
              <a:spcAft>
                <a:spcPts val="0"/>
              </a:spcAft>
              <a:buSzPts val="12000"/>
              <a:buChar char="●"/>
              <a:defRPr sz="12000"/>
            </a:lvl4pPr>
            <a:lvl5pPr lvl="4" algn="ctr">
              <a:lnSpc>
                <a:spcPct val="100000"/>
              </a:lnSpc>
              <a:spcBef>
                <a:spcPts val="0"/>
              </a:spcBef>
              <a:spcAft>
                <a:spcPts val="0"/>
              </a:spcAft>
              <a:buSzPts val="12000"/>
              <a:buChar char="○"/>
              <a:defRPr sz="12000"/>
            </a:lvl5pPr>
            <a:lvl6pPr lvl="5" algn="ctr">
              <a:lnSpc>
                <a:spcPct val="100000"/>
              </a:lnSpc>
              <a:spcBef>
                <a:spcPts val="0"/>
              </a:spcBef>
              <a:spcAft>
                <a:spcPts val="0"/>
              </a:spcAft>
              <a:buSzPts val="12000"/>
              <a:buChar char="■"/>
              <a:defRPr sz="12000"/>
            </a:lvl6pPr>
            <a:lvl7pPr lvl="6" algn="ctr">
              <a:lnSpc>
                <a:spcPct val="100000"/>
              </a:lnSpc>
              <a:spcBef>
                <a:spcPts val="0"/>
              </a:spcBef>
              <a:spcAft>
                <a:spcPts val="0"/>
              </a:spcAft>
              <a:buSzPts val="12000"/>
              <a:buChar char="●"/>
              <a:defRPr sz="12000"/>
            </a:lvl7pPr>
            <a:lvl8pPr lvl="7" algn="ctr">
              <a:lnSpc>
                <a:spcPct val="100000"/>
              </a:lnSpc>
              <a:spcBef>
                <a:spcPts val="0"/>
              </a:spcBef>
              <a:spcAft>
                <a:spcPts val="0"/>
              </a:spcAft>
              <a:buSzPts val="12000"/>
              <a:buChar char="○"/>
              <a:defRPr sz="12000"/>
            </a:lvl8pPr>
            <a:lvl9pPr lvl="8" algn="ctr">
              <a:lnSpc>
                <a:spcPct val="100000"/>
              </a:lnSpc>
              <a:spcBef>
                <a:spcPts val="0"/>
              </a:spcBef>
              <a:spcAft>
                <a:spcPts val="0"/>
              </a:spcAft>
              <a:buSzPts val="12000"/>
              <a:buChar char="■"/>
              <a:defRPr sz="12000"/>
            </a:lvl9pPr>
          </a:lstStyle>
          <a:p/>
        </p:txBody>
      </p:sp>
      <p:sp>
        <p:nvSpPr>
          <p:cNvPr id="812" name="Google Shape;812;p9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3" name="Shape 813"/>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4" name="Shape 814"/>
        <p:cNvGrpSpPr/>
        <p:nvPr/>
      </p:nvGrpSpPr>
      <p:grpSpPr>
        <a:xfrm>
          <a:off x="0" y="0"/>
          <a:ext cx="0" cy="0"/>
          <a:chOff x="0" y="0"/>
          <a:chExt cx="0" cy="0"/>
        </a:xfrm>
      </p:grpSpPr>
      <p:sp>
        <p:nvSpPr>
          <p:cNvPr id="815" name="Google Shape;815;p92"/>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6" name="Google Shape;816;p92"/>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17" name="Google Shape;817;p92"/>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18" name="Google Shape;818;p92"/>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19" name="Google Shape;819;p92"/>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20" name="Google Shape;820;p92"/>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21" name="Google Shape;821;p92"/>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2" name="Shape 822"/>
        <p:cNvGrpSpPr/>
        <p:nvPr/>
      </p:nvGrpSpPr>
      <p:grpSpPr>
        <a:xfrm>
          <a:off x="0" y="0"/>
          <a:ext cx="0" cy="0"/>
          <a:chOff x="0" y="0"/>
          <a:chExt cx="0" cy="0"/>
        </a:xfrm>
      </p:grpSpPr>
      <p:sp>
        <p:nvSpPr>
          <p:cNvPr id="823" name="Google Shape;823;p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24" name="Google Shape;824;p93"/>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25" name="Google Shape;825;p93"/>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6" name="Shape 826"/>
        <p:cNvGrpSpPr/>
        <p:nvPr/>
      </p:nvGrpSpPr>
      <p:grpSpPr>
        <a:xfrm>
          <a:off x="0" y="0"/>
          <a:ext cx="0" cy="0"/>
          <a:chOff x="0" y="0"/>
          <a:chExt cx="0" cy="0"/>
        </a:xfrm>
      </p:grpSpPr>
      <p:sp>
        <p:nvSpPr>
          <p:cNvPr id="827" name="Google Shape;827;p94"/>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3000"/>
              <a:buChar char="●"/>
              <a:defRPr sz="3000"/>
            </a:lvl1pPr>
            <a:lvl2pPr lvl="1" algn="l">
              <a:lnSpc>
                <a:spcPct val="100000"/>
              </a:lnSpc>
              <a:spcBef>
                <a:spcPts val="0"/>
              </a:spcBef>
              <a:spcAft>
                <a:spcPts val="0"/>
              </a:spcAft>
              <a:buSzPts val="3000"/>
              <a:buChar char="○"/>
              <a:defRPr sz="3000"/>
            </a:lvl2pPr>
            <a:lvl3pPr lvl="2" algn="l">
              <a:lnSpc>
                <a:spcPct val="100000"/>
              </a:lnSpc>
              <a:spcBef>
                <a:spcPts val="0"/>
              </a:spcBef>
              <a:spcAft>
                <a:spcPts val="0"/>
              </a:spcAft>
              <a:buSzPts val="3000"/>
              <a:buChar char="■"/>
              <a:defRPr sz="3000"/>
            </a:lvl3pPr>
            <a:lvl4pPr lvl="3" algn="l">
              <a:lnSpc>
                <a:spcPct val="100000"/>
              </a:lnSpc>
              <a:spcBef>
                <a:spcPts val="0"/>
              </a:spcBef>
              <a:spcAft>
                <a:spcPts val="0"/>
              </a:spcAft>
              <a:buSzPts val="3000"/>
              <a:buChar char="●"/>
              <a:defRPr sz="3000"/>
            </a:lvl4pPr>
            <a:lvl5pPr lvl="4" algn="l">
              <a:lnSpc>
                <a:spcPct val="100000"/>
              </a:lnSpc>
              <a:spcBef>
                <a:spcPts val="0"/>
              </a:spcBef>
              <a:spcAft>
                <a:spcPts val="0"/>
              </a:spcAft>
              <a:buSzPts val="3000"/>
              <a:buChar char="○"/>
              <a:defRPr sz="3000"/>
            </a:lvl5pPr>
            <a:lvl6pPr lvl="5" algn="l">
              <a:lnSpc>
                <a:spcPct val="100000"/>
              </a:lnSpc>
              <a:spcBef>
                <a:spcPts val="0"/>
              </a:spcBef>
              <a:spcAft>
                <a:spcPts val="0"/>
              </a:spcAft>
              <a:buSzPts val="3000"/>
              <a:buChar char="■"/>
              <a:defRPr sz="3000"/>
            </a:lvl6pPr>
            <a:lvl7pPr lvl="6" algn="l">
              <a:lnSpc>
                <a:spcPct val="100000"/>
              </a:lnSpc>
              <a:spcBef>
                <a:spcPts val="0"/>
              </a:spcBef>
              <a:spcAft>
                <a:spcPts val="0"/>
              </a:spcAft>
              <a:buSzPts val="3000"/>
              <a:buChar char="●"/>
              <a:defRPr sz="3000"/>
            </a:lvl7pPr>
            <a:lvl8pPr lvl="7" algn="l">
              <a:lnSpc>
                <a:spcPct val="100000"/>
              </a:lnSpc>
              <a:spcBef>
                <a:spcPts val="0"/>
              </a:spcBef>
              <a:spcAft>
                <a:spcPts val="0"/>
              </a:spcAft>
              <a:buSzPts val="3000"/>
              <a:buChar char="○"/>
              <a:defRPr sz="3000"/>
            </a:lvl8pPr>
            <a:lvl9pPr lvl="8" algn="l">
              <a:lnSpc>
                <a:spcPct val="100000"/>
              </a:lnSpc>
              <a:spcBef>
                <a:spcPts val="0"/>
              </a:spcBef>
              <a:spcAft>
                <a:spcPts val="0"/>
              </a:spcAft>
              <a:buSzPts val="3000"/>
              <a:buChar char="■"/>
              <a:defRPr sz="3000"/>
            </a:lvl9pPr>
          </a:lstStyle>
          <a:p/>
        </p:txBody>
      </p:sp>
      <p:sp>
        <p:nvSpPr>
          <p:cNvPr id="828" name="Google Shape;828;p94"/>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29" name="Google Shape;829;p94"/>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30" name="Google Shape;830;p94"/>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31" name="Google Shape;831;p94"/>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2" name="Shape 832"/>
        <p:cNvGrpSpPr/>
        <p:nvPr/>
      </p:nvGrpSpPr>
      <p:grpSpPr>
        <a:xfrm>
          <a:off x="0" y="0"/>
          <a:ext cx="0" cy="0"/>
          <a:chOff x="0" y="0"/>
          <a:chExt cx="0" cy="0"/>
        </a:xfrm>
      </p:grpSpPr>
      <p:sp>
        <p:nvSpPr>
          <p:cNvPr id="833" name="Google Shape;833;p95"/>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34" name="Google Shape;834;p95"/>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35" name="Google Shape;835;p95"/>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3000"/>
              <a:buChar char="●"/>
              <a:defRPr sz="3000"/>
            </a:lvl1pPr>
            <a:lvl2pPr lvl="1" algn="l">
              <a:lnSpc>
                <a:spcPct val="100000"/>
              </a:lnSpc>
              <a:spcBef>
                <a:spcPts val="0"/>
              </a:spcBef>
              <a:spcAft>
                <a:spcPts val="0"/>
              </a:spcAft>
              <a:buSzPts val="3000"/>
              <a:buChar char="○"/>
              <a:defRPr sz="3000"/>
            </a:lvl2pPr>
            <a:lvl3pPr lvl="2" algn="l">
              <a:lnSpc>
                <a:spcPct val="100000"/>
              </a:lnSpc>
              <a:spcBef>
                <a:spcPts val="0"/>
              </a:spcBef>
              <a:spcAft>
                <a:spcPts val="0"/>
              </a:spcAft>
              <a:buSzPts val="3000"/>
              <a:buChar char="■"/>
              <a:defRPr sz="3000"/>
            </a:lvl3pPr>
            <a:lvl4pPr lvl="3" algn="l">
              <a:lnSpc>
                <a:spcPct val="100000"/>
              </a:lnSpc>
              <a:spcBef>
                <a:spcPts val="0"/>
              </a:spcBef>
              <a:spcAft>
                <a:spcPts val="0"/>
              </a:spcAft>
              <a:buSzPts val="3000"/>
              <a:buChar char="●"/>
              <a:defRPr sz="3000"/>
            </a:lvl4pPr>
            <a:lvl5pPr lvl="4" algn="l">
              <a:lnSpc>
                <a:spcPct val="100000"/>
              </a:lnSpc>
              <a:spcBef>
                <a:spcPts val="0"/>
              </a:spcBef>
              <a:spcAft>
                <a:spcPts val="0"/>
              </a:spcAft>
              <a:buSzPts val="3000"/>
              <a:buChar char="○"/>
              <a:defRPr sz="3000"/>
            </a:lvl5pPr>
            <a:lvl6pPr lvl="5" algn="l">
              <a:lnSpc>
                <a:spcPct val="100000"/>
              </a:lnSpc>
              <a:spcBef>
                <a:spcPts val="0"/>
              </a:spcBef>
              <a:spcAft>
                <a:spcPts val="0"/>
              </a:spcAft>
              <a:buSzPts val="3000"/>
              <a:buChar char="■"/>
              <a:defRPr sz="3000"/>
            </a:lvl6pPr>
            <a:lvl7pPr lvl="6" algn="l">
              <a:lnSpc>
                <a:spcPct val="100000"/>
              </a:lnSpc>
              <a:spcBef>
                <a:spcPts val="0"/>
              </a:spcBef>
              <a:spcAft>
                <a:spcPts val="0"/>
              </a:spcAft>
              <a:buSzPts val="3000"/>
              <a:buChar char="●"/>
              <a:defRPr sz="3000"/>
            </a:lvl7pPr>
            <a:lvl8pPr lvl="7" algn="l">
              <a:lnSpc>
                <a:spcPct val="100000"/>
              </a:lnSpc>
              <a:spcBef>
                <a:spcPts val="0"/>
              </a:spcBef>
              <a:spcAft>
                <a:spcPts val="0"/>
              </a:spcAft>
              <a:buSzPts val="3000"/>
              <a:buChar char="○"/>
              <a:defRPr sz="3000"/>
            </a:lvl8pPr>
            <a:lvl9pPr lvl="8" algn="l">
              <a:lnSpc>
                <a:spcPct val="100000"/>
              </a:lnSpc>
              <a:spcBef>
                <a:spcPts val="0"/>
              </a:spcBef>
              <a:spcAft>
                <a:spcPts val="0"/>
              </a:spcAft>
              <a:buSzPts val="3000"/>
              <a:buChar char="■"/>
              <a:defRPr sz="3000"/>
            </a:lvl9pPr>
          </a:lstStyle>
          <a:p/>
        </p:txBody>
      </p:sp>
      <p:sp>
        <p:nvSpPr>
          <p:cNvPr id="836" name="Google Shape;836;p95"/>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37" name="Google Shape;837;p95"/>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38" name="Google Shape;838;p95"/>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39" name="Google Shape;839;p95"/>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40" name="Shape 840"/>
        <p:cNvGrpSpPr/>
        <p:nvPr/>
      </p:nvGrpSpPr>
      <p:grpSpPr>
        <a:xfrm>
          <a:off x="0" y="0"/>
          <a:ext cx="0" cy="0"/>
          <a:chOff x="0" y="0"/>
          <a:chExt cx="0" cy="0"/>
        </a:xfrm>
      </p:grpSpPr>
      <p:sp>
        <p:nvSpPr>
          <p:cNvPr id="841" name="Google Shape;841;p96"/>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42" name="Google Shape;842;p96"/>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43" name="Google Shape;843;p96"/>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44" name="Google Shape;844;p96"/>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45" name="Google Shape;845;p96"/>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spAutoFit/>
          </a:bodyPr>
          <a:lstStyle>
            <a:lvl1pPr lvl="0" algn="l">
              <a:lnSpc>
                <a:spcPct val="100000"/>
              </a:lnSpc>
              <a:spcBef>
                <a:spcPts val="0"/>
              </a:spcBef>
              <a:spcAft>
                <a:spcPts val="0"/>
              </a:spcAft>
              <a:buSzPts val="3000"/>
              <a:buChar char="●"/>
              <a:defRPr sz="3000"/>
            </a:lvl1pPr>
            <a:lvl2pPr lvl="1" algn="l">
              <a:lnSpc>
                <a:spcPct val="100000"/>
              </a:lnSpc>
              <a:spcBef>
                <a:spcPts val="0"/>
              </a:spcBef>
              <a:spcAft>
                <a:spcPts val="0"/>
              </a:spcAft>
              <a:buSzPts val="3000"/>
              <a:buChar char="○"/>
              <a:defRPr sz="3000"/>
            </a:lvl2pPr>
            <a:lvl3pPr lvl="2" algn="l">
              <a:lnSpc>
                <a:spcPct val="100000"/>
              </a:lnSpc>
              <a:spcBef>
                <a:spcPts val="0"/>
              </a:spcBef>
              <a:spcAft>
                <a:spcPts val="0"/>
              </a:spcAft>
              <a:buSzPts val="3000"/>
              <a:buChar char="■"/>
              <a:defRPr sz="3000"/>
            </a:lvl3pPr>
            <a:lvl4pPr lvl="3" algn="l">
              <a:lnSpc>
                <a:spcPct val="100000"/>
              </a:lnSpc>
              <a:spcBef>
                <a:spcPts val="0"/>
              </a:spcBef>
              <a:spcAft>
                <a:spcPts val="0"/>
              </a:spcAft>
              <a:buSzPts val="3000"/>
              <a:buChar char="●"/>
              <a:defRPr sz="3000"/>
            </a:lvl4pPr>
            <a:lvl5pPr lvl="4" algn="l">
              <a:lnSpc>
                <a:spcPct val="100000"/>
              </a:lnSpc>
              <a:spcBef>
                <a:spcPts val="0"/>
              </a:spcBef>
              <a:spcAft>
                <a:spcPts val="0"/>
              </a:spcAft>
              <a:buSzPts val="3000"/>
              <a:buChar char="○"/>
              <a:defRPr sz="3000"/>
            </a:lvl5pPr>
            <a:lvl6pPr lvl="5" algn="l">
              <a:lnSpc>
                <a:spcPct val="100000"/>
              </a:lnSpc>
              <a:spcBef>
                <a:spcPts val="0"/>
              </a:spcBef>
              <a:spcAft>
                <a:spcPts val="0"/>
              </a:spcAft>
              <a:buSzPts val="3000"/>
              <a:buChar char="■"/>
              <a:defRPr sz="3000"/>
            </a:lvl6pPr>
            <a:lvl7pPr lvl="6" algn="l">
              <a:lnSpc>
                <a:spcPct val="100000"/>
              </a:lnSpc>
              <a:spcBef>
                <a:spcPts val="0"/>
              </a:spcBef>
              <a:spcAft>
                <a:spcPts val="0"/>
              </a:spcAft>
              <a:buSzPts val="3000"/>
              <a:buChar char="●"/>
              <a:defRPr sz="3000"/>
            </a:lvl7pPr>
            <a:lvl8pPr lvl="7" algn="l">
              <a:lnSpc>
                <a:spcPct val="100000"/>
              </a:lnSpc>
              <a:spcBef>
                <a:spcPts val="0"/>
              </a:spcBef>
              <a:spcAft>
                <a:spcPts val="0"/>
              </a:spcAft>
              <a:buSzPts val="3000"/>
              <a:buChar char="○"/>
              <a:defRPr sz="3000"/>
            </a:lvl8pPr>
            <a:lvl9pPr lvl="8" algn="l">
              <a:lnSpc>
                <a:spcPct val="100000"/>
              </a:lnSpc>
              <a:spcBef>
                <a:spcPts val="0"/>
              </a:spcBef>
              <a:spcAft>
                <a:spcPts val="0"/>
              </a:spcAft>
              <a:buSzPts val="3000"/>
              <a:buChar char="■"/>
              <a:defRPr sz="3000"/>
            </a:lvl9pPr>
          </a:lstStyle>
          <a:p/>
        </p:txBody>
      </p:sp>
      <p:sp>
        <p:nvSpPr>
          <p:cNvPr id="846" name="Google Shape;846;p96"/>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47" name="Google Shape;847;p96"/>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48" name="Google Shape;848;p96"/>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849" name="Google Shape;849;p96"/>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50" name="Shape 850"/>
        <p:cNvGrpSpPr/>
        <p:nvPr/>
      </p:nvGrpSpPr>
      <p:grpSpPr>
        <a:xfrm>
          <a:off x="0" y="0"/>
          <a:ext cx="0" cy="0"/>
          <a:chOff x="0" y="0"/>
          <a:chExt cx="0" cy="0"/>
        </a:xfrm>
      </p:grpSpPr>
      <p:sp>
        <p:nvSpPr>
          <p:cNvPr id="851" name="Google Shape;851;p9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52" name="Google Shape;852;p9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3" name="Shape 853"/>
        <p:cNvGrpSpPr/>
        <p:nvPr/>
      </p:nvGrpSpPr>
      <p:grpSpPr>
        <a:xfrm>
          <a:off x="0" y="0"/>
          <a:ext cx="0" cy="0"/>
          <a:chOff x="0" y="0"/>
          <a:chExt cx="0" cy="0"/>
        </a:xfrm>
      </p:grpSpPr>
      <p:sp>
        <p:nvSpPr>
          <p:cNvPr id="854" name="Google Shape;854;p98"/>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55" name="Google Shape;855;p98"/>
          <p:cNvSpPr/>
          <p:nvPr>
            <p:ph idx="2" type="pic"/>
          </p:nvPr>
        </p:nvSpPr>
        <p:spPr>
          <a:xfrm>
            <a:off x="4804825" y="1133300"/>
            <a:ext cx="4027500" cy="2392800"/>
          </a:xfrm>
          <a:prstGeom prst="rect">
            <a:avLst/>
          </a:prstGeom>
          <a:noFill/>
          <a:ln>
            <a:noFill/>
          </a:ln>
        </p:spPr>
      </p:sp>
      <p:sp>
        <p:nvSpPr>
          <p:cNvPr id="856" name="Google Shape;856;p98"/>
          <p:cNvSpPr/>
          <p:nvPr>
            <p:ph idx="3" type="pic"/>
          </p:nvPr>
        </p:nvSpPr>
        <p:spPr>
          <a:xfrm>
            <a:off x="311725" y="1133300"/>
            <a:ext cx="4027500" cy="2392800"/>
          </a:xfrm>
          <a:prstGeom prst="rect">
            <a:avLst/>
          </a:prstGeom>
          <a:noFill/>
          <a:ln>
            <a:noFill/>
          </a:ln>
        </p:spPr>
      </p:sp>
      <p:sp>
        <p:nvSpPr>
          <p:cNvPr id="857" name="Google Shape;857;p98"/>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58" name="Google Shape;858;p9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59" name="Google Shape;859;p98"/>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860" name="Google Shape;860;p98"/>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1" name="Shape 861"/>
        <p:cNvGrpSpPr/>
        <p:nvPr/>
      </p:nvGrpSpPr>
      <p:grpSpPr>
        <a:xfrm>
          <a:off x="0" y="0"/>
          <a:ext cx="0" cy="0"/>
          <a:chOff x="0" y="0"/>
          <a:chExt cx="0" cy="0"/>
        </a:xfrm>
      </p:grpSpPr>
      <p:sp>
        <p:nvSpPr>
          <p:cNvPr id="862" name="Google Shape;862;p99"/>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863" name="Google Shape;863;p99"/>
          <p:cNvSpPr/>
          <p:nvPr>
            <p:ph idx="2" type="pic"/>
          </p:nvPr>
        </p:nvSpPr>
        <p:spPr>
          <a:xfrm>
            <a:off x="6205225" y="1128325"/>
            <a:ext cx="2627100" cy="2273100"/>
          </a:xfrm>
          <a:prstGeom prst="rect">
            <a:avLst/>
          </a:prstGeom>
          <a:noFill/>
          <a:ln>
            <a:noFill/>
          </a:ln>
        </p:spPr>
      </p:sp>
      <p:sp>
        <p:nvSpPr>
          <p:cNvPr id="864" name="Google Shape;864;p99"/>
          <p:cNvSpPr/>
          <p:nvPr>
            <p:ph idx="3" type="pic"/>
          </p:nvPr>
        </p:nvSpPr>
        <p:spPr>
          <a:xfrm>
            <a:off x="311725" y="1128325"/>
            <a:ext cx="2627100" cy="2273100"/>
          </a:xfrm>
          <a:prstGeom prst="rect">
            <a:avLst/>
          </a:prstGeom>
          <a:noFill/>
          <a:ln>
            <a:noFill/>
          </a:ln>
        </p:spPr>
      </p:sp>
      <p:sp>
        <p:nvSpPr>
          <p:cNvPr id="865" name="Google Shape;865;p99"/>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66" name="Google Shape;866;p99"/>
          <p:cNvSpPr/>
          <p:nvPr>
            <p:ph idx="5" type="pic"/>
          </p:nvPr>
        </p:nvSpPr>
        <p:spPr>
          <a:xfrm>
            <a:off x="3255250" y="1128325"/>
            <a:ext cx="2627100" cy="2273100"/>
          </a:xfrm>
          <a:prstGeom prst="rect">
            <a:avLst/>
          </a:prstGeom>
          <a:noFill/>
          <a:ln>
            <a:noFill/>
          </a:ln>
        </p:spPr>
      </p:sp>
      <p:sp>
        <p:nvSpPr>
          <p:cNvPr id="867" name="Google Shape;867;p99"/>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868" name="Google Shape;868;p9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69" name="Google Shape;869;p99"/>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870" name="Google Shape;870;p99"/>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871" name="Google Shape;871;p99"/>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2" name="Shape 872"/>
        <p:cNvGrpSpPr/>
        <p:nvPr/>
      </p:nvGrpSpPr>
      <p:grpSpPr>
        <a:xfrm>
          <a:off x="0" y="0"/>
          <a:ext cx="0" cy="0"/>
          <a:chOff x="0" y="0"/>
          <a:chExt cx="0" cy="0"/>
        </a:xfrm>
      </p:grpSpPr>
      <p:sp>
        <p:nvSpPr>
          <p:cNvPr id="873" name="Google Shape;873;p100"/>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4" name="Shape 874"/>
        <p:cNvGrpSpPr/>
        <p:nvPr/>
      </p:nvGrpSpPr>
      <p:grpSpPr>
        <a:xfrm>
          <a:off x="0" y="0"/>
          <a:ext cx="0" cy="0"/>
          <a:chOff x="0" y="0"/>
          <a:chExt cx="0" cy="0"/>
        </a:xfrm>
      </p:grpSpPr>
      <p:sp>
        <p:nvSpPr>
          <p:cNvPr id="875" name="Google Shape;875;p101"/>
          <p:cNvSpPr/>
          <p:nvPr>
            <p:ph idx="2" type="pic"/>
          </p:nvPr>
        </p:nvSpPr>
        <p:spPr>
          <a:xfrm>
            <a:off x="3389600" y="118913"/>
            <a:ext cx="1643700" cy="1535100"/>
          </a:xfrm>
          <a:prstGeom prst="rect">
            <a:avLst/>
          </a:prstGeom>
          <a:noFill/>
          <a:ln>
            <a:noFill/>
          </a:ln>
        </p:spPr>
      </p:sp>
      <p:sp>
        <p:nvSpPr>
          <p:cNvPr id="876" name="Google Shape;876;p101"/>
          <p:cNvSpPr/>
          <p:nvPr>
            <p:ph idx="3" type="pic"/>
          </p:nvPr>
        </p:nvSpPr>
        <p:spPr>
          <a:xfrm>
            <a:off x="5195935" y="118913"/>
            <a:ext cx="1643700" cy="1535100"/>
          </a:xfrm>
          <a:prstGeom prst="rect">
            <a:avLst/>
          </a:prstGeom>
          <a:noFill/>
          <a:ln>
            <a:noFill/>
          </a:ln>
        </p:spPr>
      </p:sp>
      <p:sp>
        <p:nvSpPr>
          <p:cNvPr id="877" name="Google Shape;877;p101"/>
          <p:cNvSpPr/>
          <p:nvPr>
            <p:ph idx="4" type="pic"/>
          </p:nvPr>
        </p:nvSpPr>
        <p:spPr>
          <a:xfrm>
            <a:off x="7002270" y="118913"/>
            <a:ext cx="1643700" cy="1535100"/>
          </a:xfrm>
          <a:prstGeom prst="rect">
            <a:avLst/>
          </a:prstGeom>
          <a:noFill/>
          <a:ln>
            <a:noFill/>
          </a:ln>
        </p:spPr>
      </p:sp>
      <p:sp>
        <p:nvSpPr>
          <p:cNvPr id="878" name="Google Shape;878;p101"/>
          <p:cNvSpPr/>
          <p:nvPr>
            <p:ph idx="5" type="pic"/>
          </p:nvPr>
        </p:nvSpPr>
        <p:spPr>
          <a:xfrm>
            <a:off x="3389588" y="1804212"/>
            <a:ext cx="1643700" cy="1535100"/>
          </a:xfrm>
          <a:prstGeom prst="rect">
            <a:avLst/>
          </a:prstGeom>
          <a:noFill/>
          <a:ln>
            <a:noFill/>
          </a:ln>
        </p:spPr>
      </p:sp>
      <p:sp>
        <p:nvSpPr>
          <p:cNvPr id="879" name="Google Shape;879;p101"/>
          <p:cNvSpPr/>
          <p:nvPr>
            <p:ph idx="6" type="pic"/>
          </p:nvPr>
        </p:nvSpPr>
        <p:spPr>
          <a:xfrm>
            <a:off x="5195922" y="1804212"/>
            <a:ext cx="1643700" cy="1535100"/>
          </a:xfrm>
          <a:prstGeom prst="rect">
            <a:avLst/>
          </a:prstGeom>
          <a:noFill/>
          <a:ln>
            <a:noFill/>
          </a:ln>
        </p:spPr>
      </p:sp>
      <p:sp>
        <p:nvSpPr>
          <p:cNvPr id="880" name="Google Shape;880;p101"/>
          <p:cNvSpPr/>
          <p:nvPr>
            <p:ph idx="7" type="pic"/>
          </p:nvPr>
        </p:nvSpPr>
        <p:spPr>
          <a:xfrm>
            <a:off x="7002257" y="1804212"/>
            <a:ext cx="1643700" cy="1535100"/>
          </a:xfrm>
          <a:prstGeom prst="rect">
            <a:avLst/>
          </a:prstGeom>
          <a:noFill/>
          <a:ln>
            <a:noFill/>
          </a:ln>
        </p:spPr>
      </p:sp>
      <p:sp>
        <p:nvSpPr>
          <p:cNvPr id="881" name="Google Shape;881;p101"/>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1400"/>
              <a:buChar char="●"/>
              <a:defRPr/>
            </a:lvl1pPr>
            <a:lvl2pPr lvl="1" algn="l">
              <a:lnSpc>
                <a:spcPct val="100000"/>
              </a:lnSpc>
              <a:spcBef>
                <a:spcPts val="0"/>
              </a:spcBef>
              <a:spcAft>
                <a:spcPts val="0"/>
              </a:spcAft>
              <a:buSzPts val="1400"/>
              <a:buChar char="○"/>
              <a:defRPr/>
            </a:lvl2pPr>
            <a:lvl3pPr lvl="2" algn="l">
              <a:lnSpc>
                <a:spcPct val="100000"/>
              </a:lnSpc>
              <a:spcBef>
                <a:spcPts val="0"/>
              </a:spcBef>
              <a:spcAft>
                <a:spcPts val="0"/>
              </a:spcAft>
              <a:buSzPts val="1400"/>
              <a:buChar char="■"/>
              <a:defRPr/>
            </a:lvl3pPr>
            <a:lvl4pPr lvl="3" algn="l">
              <a:lnSpc>
                <a:spcPct val="100000"/>
              </a:lnSpc>
              <a:spcBef>
                <a:spcPts val="0"/>
              </a:spcBef>
              <a:spcAft>
                <a:spcPts val="0"/>
              </a:spcAft>
              <a:buSzPts val="1400"/>
              <a:buChar char="●"/>
              <a:defRPr/>
            </a:lvl4pPr>
            <a:lvl5pPr lvl="4" algn="l">
              <a:lnSpc>
                <a:spcPct val="100000"/>
              </a:lnSpc>
              <a:spcBef>
                <a:spcPts val="0"/>
              </a:spcBef>
              <a:spcAft>
                <a:spcPts val="0"/>
              </a:spcAft>
              <a:buSzPts val="1400"/>
              <a:buChar char="○"/>
              <a:defRPr/>
            </a:lvl5pPr>
            <a:lvl6pPr lvl="5" algn="l">
              <a:lnSpc>
                <a:spcPct val="100000"/>
              </a:lnSpc>
              <a:spcBef>
                <a:spcPts val="0"/>
              </a:spcBef>
              <a:spcAft>
                <a:spcPts val="0"/>
              </a:spcAft>
              <a:buSzPts val="1400"/>
              <a:buChar char="■"/>
              <a:defRPr/>
            </a:lvl6pPr>
            <a:lvl7pPr lvl="6" algn="l">
              <a:lnSpc>
                <a:spcPct val="100000"/>
              </a:lnSpc>
              <a:spcBef>
                <a:spcPts val="0"/>
              </a:spcBef>
              <a:spcAft>
                <a:spcPts val="0"/>
              </a:spcAft>
              <a:buSzPts val="1400"/>
              <a:buChar char="●"/>
              <a:defRPr/>
            </a:lvl7pPr>
            <a:lvl8pPr lvl="7" algn="l">
              <a:lnSpc>
                <a:spcPct val="100000"/>
              </a:lnSpc>
              <a:spcBef>
                <a:spcPts val="0"/>
              </a:spcBef>
              <a:spcAft>
                <a:spcPts val="0"/>
              </a:spcAft>
              <a:buSzPts val="1400"/>
              <a:buChar char="○"/>
              <a:defRPr/>
            </a:lvl8pPr>
            <a:lvl9pPr lvl="8" algn="l">
              <a:lnSpc>
                <a:spcPct val="100000"/>
              </a:lnSpc>
              <a:spcBef>
                <a:spcPts val="0"/>
              </a:spcBef>
              <a:spcAft>
                <a:spcPts val="0"/>
              </a:spcAft>
              <a:buSzPts val="1400"/>
              <a:buChar char="■"/>
              <a:defRPr/>
            </a:lvl9pPr>
          </a:lstStyle>
          <a:p/>
        </p:txBody>
      </p:sp>
      <p:sp>
        <p:nvSpPr>
          <p:cNvPr id="882" name="Google Shape;882;p101"/>
          <p:cNvSpPr/>
          <p:nvPr>
            <p:ph idx="8" type="pic"/>
          </p:nvPr>
        </p:nvSpPr>
        <p:spPr>
          <a:xfrm>
            <a:off x="3389588" y="3489487"/>
            <a:ext cx="1643700" cy="1535100"/>
          </a:xfrm>
          <a:prstGeom prst="rect">
            <a:avLst/>
          </a:prstGeom>
          <a:noFill/>
          <a:ln>
            <a:noFill/>
          </a:ln>
        </p:spPr>
      </p:sp>
      <p:sp>
        <p:nvSpPr>
          <p:cNvPr id="883" name="Google Shape;883;p101"/>
          <p:cNvSpPr/>
          <p:nvPr>
            <p:ph idx="9" type="pic"/>
          </p:nvPr>
        </p:nvSpPr>
        <p:spPr>
          <a:xfrm>
            <a:off x="5195922" y="3489487"/>
            <a:ext cx="1643700" cy="1535100"/>
          </a:xfrm>
          <a:prstGeom prst="rect">
            <a:avLst/>
          </a:prstGeom>
          <a:noFill/>
          <a:ln>
            <a:noFill/>
          </a:ln>
        </p:spPr>
      </p:sp>
      <p:sp>
        <p:nvSpPr>
          <p:cNvPr id="884" name="Google Shape;884;p10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45" Type="http://schemas.openxmlformats.org/officeDocument/2006/relationships/theme" Target="../theme/theme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5.xml"/><Relationship Id="rId20" Type="http://schemas.openxmlformats.org/officeDocument/2006/relationships/slideLayout" Target="../slideLayouts/slideLayout75.xml"/><Relationship Id="rId42" Type="http://schemas.openxmlformats.org/officeDocument/2006/relationships/slideLayout" Target="../slideLayouts/slideLayout97.xml"/><Relationship Id="rId41" Type="http://schemas.openxmlformats.org/officeDocument/2006/relationships/slideLayout" Target="../slideLayouts/slideLayout96.xml"/><Relationship Id="rId22" Type="http://schemas.openxmlformats.org/officeDocument/2006/relationships/slideLayout" Target="../slideLayouts/slideLayout77.xml"/><Relationship Id="rId44" Type="http://schemas.openxmlformats.org/officeDocument/2006/relationships/theme" Target="../theme/theme1.xml"/><Relationship Id="rId21" Type="http://schemas.openxmlformats.org/officeDocument/2006/relationships/slideLayout" Target="../slideLayouts/slideLayout76.xml"/><Relationship Id="rId43" Type="http://schemas.openxmlformats.org/officeDocument/2006/relationships/slideLayout" Target="../slideLayouts/slideLayout98.xml"/><Relationship Id="rId24" Type="http://schemas.openxmlformats.org/officeDocument/2006/relationships/slideLayout" Target="../slideLayouts/slideLayout79.xml"/><Relationship Id="rId23" Type="http://schemas.openxmlformats.org/officeDocument/2006/relationships/slideLayout" Target="../slideLayouts/slideLayout78.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9" Type="http://schemas.openxmlformats.org/officeDocument/2006/relationships/slideLayout" Target="../slideLayouts/slideLayout64.xml"/><Relationship Id="rId26" Type="http://schemas.openxmlformats.org/officeDocument/2006/relationships/slideLayout" Target="../slideLayouts/slideLayout81.xml"/><Relationship Id="rId25" Type="http://schemas.openxmlformats.org/officeDocument/2006/relationships/slideLayout" Target="../slideLayouts/slideLayout80.xml"/><Relationship Id="rId28" Type="http://schemas.openxmlformats.org/officeDocument/2006/relationships/slideLayout" Target="../slideLayouts/slideLayout83.xml"/><Relationship Id="rId27" Type="http://schemas.openxmlformats.org/officeDocument/2006/relationships/slideLayout" Target="../slideLayouts/slideLayout82.xml"/><Relationship Id="rId5" Type="http://schemas.openxmlformats.org/officeDocument/2006/relationships/slideLayout" Target="../slideLayouts/slideLayout60.xml"/><Relationship Id="rId6" Type="http://schemas.openxmlformats.org/officeDocument/2006/relationships/slideLayout" Target="../slideLayouts/slideLayout61.xml"/><Relationship Id="rId29" Type="http://schemas.openxmlformats.org/officeDocument/2006/relationships/slideLayout" Target="../slideLayouts/slideLayout84.xml"/><Relationship Id="rId7" Type="http://schemas.openxmlformats.org/officeDocument/2006/relationships/slideLayout" Target="../slideLayouts/slideLayout62.xml"/><Relationship Id="rId8" Type="http://schemas.openxmlformats.org/officeDocument/2006/relationships/slideLayout" Target="../slideLayouts/slideLayout63.xml"/><Relationship Id="rId31" Type="http://schemas.openxmlformats.org/officeDocument/2006/relationships/slideLayout" Target="../slideLayouts/slideLayout86.xml"/><Relationship Id="rId30" Type="http://schemas.openxmlformats.org/officeDocument/2006/relationships/slideLayout" Target="../slideLayouts/slideLayout85.xml"/><Relationship Id="rId11" Type="http://schemas.openxmlformats.org/officeDocument/2006/relationships/slideLayout" Target="../slideLayouts/slideLayout66.xml"/><Relationship Id="rId33" Type="http://schemas.openxmlformats.org/officeDocument/2006/relationships/slideLayout" Target="../slideLayouts/slideLayout88.xml"/><Relationship Id="rId10" Type="http://schemas.openxmlformats.org/officeDocument/2006/relationships/slideLayout" Target="../slideLayouts/slideLayout65.xml"/><Relationship Id="rId32" Type="http://schemas.openxmlformats.org/officeDocument/2006/relationships/slideLayout" Target="../slideLayouts/slideLayout87.xml"/><Relationship Id="rId13" Type="http://schemas.openxmlformats.org/officeDocument/2006/relationships/slideLayout" Target="../slideLayouts/slideLayout68.xml"/><Relationship Id="rId35" Type="http://schemas.openxmlformats.org/officeDocument/2006/relationships/slideLayout" Target="../slideLayouts/slideLayout90.xml"/><Relationship Id="rId12" Type="http://schemas.openxmlformats.org/officeDocument/2006/relationships/slideLayout" Target="../slideLayouts/slideLayout67.xml"/><Relationship Id="rId34" Type="http://schemas.openxmlformats.org/officeDocument/2006/relationships/slideLayout" Target="../slideLayouts/slideLayout89.xml"/><Relationship Id="rId15" Type="http://schemas.openxmlformats.org/officeDocument/2006/relationships/slideLayout" Target="../slideLayouts/slideLayout70.xml"/><Relationship Id="rId37" Type="http://schemas.openxmlformats.org/officeDocument/2006/relationships/slideLayout" Target="../slideLayouts/slideLayout92.xml"/><Relationship Id="rId14" Type="http://schemas.openxmlformats.org/officeDocument/2006/relationships/slideLayout" Target="../slideLayouts/slideLayout69.xml"/><Relationship Id="rId36" Type="http://schemas.openxmlformats.org/officeDocument/2006/relationships/slideLayout" Target="../slideLayouts/slideLayout91.xml"/><Relationship Id="rId17" Type="http://schemas.openxmlformats.org/officeDocument/2006/relationships/slideLayout" Target="../slideLayouts/slideLayout72.xml"/><Relationship Id="rId39" Type="http://schemas.openxmlformats.org/officeDocument/2006/relationships/slideLayout" Target="../slideLayouts/slideLayout94.xml"/><Relationship Id="rId16" Type="http://schemas.openxmlformats.org/officeDocument/2006/relationships/slideLayout" Target="../slideLayouts/slideLayout71.xml"/><Relationship Id="rId38" Type="http://schemas.openxmlformats.org/officeDocument/2006/relationships/slideLayout" Target="../slideLayouts/slideLayout93.xml"/><Relationship Id="rId19" Type="http://schemas.openxmlformats.org/officeDocument/2006/relationships/slideLayout" Target="../slideLayouts/slideLayout74.xml"/><Relationship Id="rId18"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52" name="Google Shape;52;p13"/>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53" name="Google Shape;53;p13"/>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468" name="Shape 468"/>
        <p:cNvGrpSpPr/>
        <p:nvPr/>
      </p:nvGrpSpPr>
      <p:grpSpPr>
        <a:xfrm>
          <a:off x="0" y="0"/>
          <a:ext cx="0" cy="0"/>
          <a:chOff x="0" y="0"/>
          <a:chExt cx="0" cy="0"/>
        </a:xfrm>
      </p:grpSpPr>
      <p:sp>
        <p:nvSpPr>
          <p:cNvPr id="469" name="Google Shape;469;p58"/>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marR="0" algn="l">
              <a:lnSpc>
                <a:spcPct val="115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1pPr>
            <a:lvl2pPr indent="-304800" lvl="1" marL="9144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2pPr>
            <a:lvl3pPr indent="-304800" lvl="2" marL="13716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3pPr>
            <a:lvl4pPr indent="-304800" lvl="3" marL="18288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4pPr>
            <a:lvl5pPr indent="-304800" lvl="4" marL="22860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5pPr>
            <a:lvl6pPr indent="-304800" lvl="5" marL="27432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6pPr>
            <a:lvl7pPr indent="-304800" lvl="6" marL="32004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7pPr>
            <a:lvl8pPr indent="-304800" lvl="7" marL="3657600" marR="0" algn="l">
              <a:lnSpc>
                <a:spcPct val="115000"/>
              </a:lnSpc>
              <a:spcBef>
                <a:spcPts val="80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8pPr>
            <a:lvl9pPr indent="-304800" lvl="8" marL="4114800" marR="0" algn="l">
              <a:lnSpc>
                <a:spcPct val="115000"/>
              </a:lnSpc>
              <a:spcBef>
                <a:spcPts val="800"/>
              </a:spcBef>
              <a:spcAft>
                <a:spcPts val="80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9pPr>
          </a:lstStyle>
          <a:p/>
        </p:txBody>
      </p:sp>
      <p:sp>
        <p:nvSpPr>
          <p:cNvPr id="470" name="Google Shape;470;p58"/>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chemeClr val="dk1"/>
                </a:solidFill>
                <a:latin typeface="Poppins"/>
                <a:ea typeface="Poppins"/>
                <a:cs typeface="Poppins"/>
                <a:sym typeface="Poppins"/>
              </a:defRPr>
            </a:lvl1pPr>
            <a:lvl2pPr lvl="1"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2pPr>
            <a:lvl3pPr lvl="2"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3pPr>
            <a:lvl4pPr lvl="3"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4pPr>
            <a:lvl5pPr lvl="4"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5pPr>
            <a:lvl6pPr lvl="5"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6pPr>
            <a:lvl7pPr lvl="6"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7pPr>
            <a:lvl8pPr lvl="7"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8pPr>
            <a:lvl9pPr lvl="8" marR="0" algn="l">
              <a:lnSpc>
                <a:spcPct val="100000"/>
              </a:lnSpc>
              <a:spcBef>
                <a:spcPts val="0"/>
              </a:spcBef>
              <a:spcAft>
                <a:spcPts val="0"/>
              </a:spcAft>
              <a:buClr>
                <a:srgbClr val="000000"/>
              </a:buClr>
              <a:buSzPts val="2800"/>
              <a:buFont typeface="Arial"/>
              <a:buNone/>
              <a:defRPr b="0" i="0" sz="2800" u="none" cap="none" strike="noStrike">
                <a:solidFill>
                  <a:schemeClr val="dk1"/>
                </a:solidFill>
                <a:latin typeface="Poppins SemiBold"/>
                <a:ea typeface="Poppins SemiBold"/>
                <a:cs typeface="Poppins SemiBold"/>
                <a:sym typeface="Poppins SemiBold"/>
              </a:defRPr>
            </a:lvl9pPr>
          </a:lstStyle>
          <a:p/>
        </p:txBody>
      </p:sp>
      <p:sp>
        <p:nvSpPr>
          <p:cNvPr id="471" name="Google Shape;471;p58"/>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1pPr>
            <a:lvl2pPr indent="-304800" lvl="1" marL="9144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2pPr>
            <a:lvl3pPr indent="-304800" lvl="2" marL="13716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3pPr>
            <a:lvl4pPr indent="-304800" lvl="3" marL="18288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4pPr>
            <a:lvl5pPr indent="-304800" lvl="4" marL="22860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5pPr>
            <a:lvl6pPr indent="-304800" lvl="5" marL="27432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6pPr>
            <a:lvl7pPr indent="-304800" lvl="6" marL="32004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7pPr>
            <a:lvl8pPr indent="-304800" lvl="7" marL="36576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8pPr>
            <a:lvl9pPr indent="-304800" lvl="8" marL="4114800" marR="0" algn="l">
              <a:lnSpc>
                <a:spcPct val="100000"/>
              </a:lnSpc>
              <a:spcBef>
                <a:spcPts val="0"/>
              </a:spcBef>
              <a:spcAft>
                <a:spcPts val="0"/>
              </a:spcAft>
              <a:buClr>
                <a:schemeClr val="dk1"/>
              </a:buClr>
              <a:buSzPts val="1200"/>
              <a:buFont typeface="Nunito Sans"/>
              <a:buChar char="■"/>
              <a:defRPr b="0" i="0" sz="1200" u="none" cap="none" strike="noStrike">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 id="2147483738" r:id="rId36"/>
    <p:sldLayoutId id="2147483739" r:id="rId37"/>
    <p:sldLayoutId id="2147483740" r:id="rId38"/>
    <p:sldLayoutId id="2147483741" r:id="rId39"/>
    <p:sldLayoutId id="2147483742" r:id="rId40"/>
    <p:sldLayoutId id="2147483743" r:id="rId41"/>
    <p:sldLayoutId id="2147483744" r:id="rId42"/>
    <p:sldLayoutId id="2147483745"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1.jp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4.jpg"/><Relationship Id="rId7" Type="http://schemas.openxmlformats.org/officeDocument/2006/relationships/image" Target="../media/image35.png"/><Relationship Id="rId8" Type="http://schemas.openxmlformats.org/officeDocument/2006/relationships/image" Target="../media/image2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 Id="rId3"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 Id="rId3" Type="http://schemas.openxmlformats.org/officeDocument/2006/relationships/image" Target="../media/image2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Relationship Id="rId3" Type="http://schemas.openxmlformats.org/officeDocument/2006/relationships/image" Target="../media/image2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0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California Home Price Prediction</a:t>
            </a:r>
            <a:endParaRPr/>
          </a:p>
        </p:txBody>
      </p:sp>
      <p:sp>
        <p:nvSpPr>
          <p:cNvPr id="890" name="Google Shape;890;p10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IDX Exchange</a:t>
            </a:r>
            <a:endParaRPr/>
          </a:p>
        </p:txBody>
      </p:sp>
      <p:sp>
        <p:nvSpPr>
          <p:cNvPr id="891" name="Google Shape;891;p102"/>
          <p:cNvSpPr/>
          <p:nvPr/>
        </p:nvSpPr>
        <p:spPr>
          <a:xfrm>
            <a:off x="3209297" y="3637225"/>
            <a:ext cx="16062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500">
                <a:solidFill>
                  <a:schemeClr val="dk2"/>
                </a:solidFill>
                <a:latin typeface="Nunito Sans SemiBold"/>
                <a:ea typeface="Nunito Sans SemiBold"/>
                <a:cs typeface="Nunito Sans SemiBold"/>
                <a:sym typeface="Nunito Sans SemiBold"/>
              </a:rPr>
              <a:t>Team DS51</a:t>
            </a:r>
            <a:endParaRPr sz="1500">
              <a:solidFill>
                <a:schemeClr val="dk2"/>
              </a:solidFill>
              <a:latin typeface="Nunito Sans SemiBold"/>
              <a:ea typeface="Nunito Sans SemiBold"/>
              <a:cs typeface="Nunito Sans SemiBold"/>
              <a:sym typeface="Nunito Sans SemiBold"/>
            </a:endParaRPr>
          </a:p>
        </p:txBody>
      </p:sp>
      <p:sp>
        <p:nvSpPr>
          <p:cNvPr id="892" name="Google Shape;892;p102"/>
          <p:cNvSpPr/>
          <p:nvPr/>
        </p:nvSpPr>
        <p:spPr>
          <a:xfrm>
            <a:off x="5386201" y="3637225"/>
            <a:ext cx="12063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Nunito Sans SemiBold"/>
                <a:ea typeface="Nunito Sans SemiBold"/>
                <a:cs typeface="Nunito Sans SemiBold"/>
                <a:sym typeface="Nunito Sans SemiBold"/>
              </a:rPr>
              <a:t>Summer 2026</a:t>
            </a:r>
            <a:endParaRPr sz="1200">
              <a:solidFill>
                <a:schemeClr val="dk2"/>
              </a:solidFill>
              <a:latin typeface="Nunito Sans SemiBold"/>
              <a:ea typeface="Nunito Sans SemiBold"/>
              <a:cs typeface="Nunito Sans SemiBold"/>
              <a:sym typeface="Nunito Sans SemiBold"/>
            </a:endParaRPr>
          </a:p>
        </p:txBody>
      </p:sp>
      <p:sp>
        <p:nvSpPr>
          <p:cNvPr id="893" name="Google Shape;893;p102"/>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894" name="Google Shape;894;p102"/>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03"/>
          <p:cNvSpPr/>
          <p:nvPr/>
        </p:nvSpPr>
        <p:spPr>
          <a:xfrm>
            <a:off x="3577325" y="5365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900" name="Google Shape;900;p103"/>
          <p:cNvSpPr/>
          <p:nvPr/>
        </p:nvSpPr>
        <p:spPr>
          <a:xfrm>
            <a:off x="3577325" y="12286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901" name="Google Shape;901;p103"/>
          <p:cNvSpPr/>
          <p:nvPr/>
        </p:nvSpPr>
        <p:spPr>
          <a:xfrm>
            <a:off x="3577325" y="19206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902" name="Google Shape;902;p103"/>
          <p:cNvSpPr/>
          <p:nvPr/>
        </p:nvSpPr>
        <p:spPr>
          <a:xfrm>
            <a:off x="3577325" y="26127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903" name="Google Shape;903;p103"/>
          <p:cNvSpPr/>
          <p:nvPr/>
        </p:nvSpPr>
        <p:spPr>
          <a:xfrm>
            <a:off x="3577325" y="33047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904" name="Google Shape;904;p103"/>
          <p:cNvSpPr/>
          <p:nvPr/>
        </p:nvSpPr>
        <p:spPr>
          <a:xfrm>
            <a:off x="3577325" y="399680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cxnSp>
        <p:nvCxnSpPr>
          <p:cNvPr id="905" name="Google Shape;905;p103"/>
          <p:cNvCxnSpPr/>
          <p:nvPr/>
        </p:nvCxnSpPr>
        <p:spPr>
          <a:xfrm>
            <a:off x="4087725" y="10826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906" name="Google Shape;906;p103"/>
          <p:cNvCxnSpPr/>
          <p:nvPr/>
        </p:nvCxnSpPr>
        <p:spPr>
          <a:xfrm>
            <a:off x="4087725" y="17747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907" name="Google Shape;907;p103"/>
          <p:cNvCxnSpPr/>
          <p:nvPr/>
        </p:nvCxnSpPr>
        <p:spPr>
          <a:xfrm>
            <a:off x="4087725" y="246677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908" name="Google Shape;908;p103"/>
          <p:cNvCxnSpPr/>
          <p:nvPr/>
        </p:nvCxnSpPr>
        <p:spPr>
          <a:xfrm>
            <a:off x="4087725" y="3158825"/>
            <a:ext cx="4770000" cy="0"/>
          </a:xfrm>
          <a:prstGeom prst="straightConnector1">
            <a:avLst/>
          </a:prstGeom>
          <a:noFill/>
          <a:ln cap="flat" cmpd="sng" w="9525">
            <a:solidFill>
              <a:schemeClr val="accent6"/>
            </a:solidFill>
            <a:prstDash val="solid"/>
            <a:round/>
            <a:headEnd len="med" w="med" type="none"/>
            <a:tailEnd len="med" w="med" type="none"/>
          </a:ln>
        </p:spPr>
      </p:cxnSp>
      <p:cxnSp>
        <p:nvCxnSpPr>
          <p:cNvPr id="909" name="Google Shape;909;p103"/>
          <p:cNvCxnSpPr/>
          <p:nvPr/>
        </p:nvCxnSpPr>
        <p:spPr>
          <a:xfrm>
            <a:off x="4087725" y="3850875"/>
            <a:ext cx="4770000" cy="0"/>
          </a:xfrm>
          <a:prstGeom prst="straightConnector1">
            <a:avLst/>
          </a:prstGeom>
          <a:noFill/>
          <a:ln cap="flat" cmpd="sng" w="9525">
            <a:solidFill>
              <a:schemeClr val="accent6"/>
            </a:solidFill>
            <a:prstDash val="solid"/>
            <a:round/>
            <a:headEnd len="med" w="med" type="none"/>
            <a:tailEnd len="med" w="med" type="none"/>
          </a:ln>
        </p:spPr>
      </p:cxnSp>
      <p:sp>
        <p:nvSpPr>
          <p:cNvPr id="910" name="Google Shape;910;p103"/>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11" name="Google Shape;911;p103"/>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12" name="Google Shape;912;p103"/>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13" name="Google Shape;913;p103"/>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14" name="Google Shape;914;p103"/>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915" name="Google Shape;915;p103"/>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916" name="Google Shape;916;p103"/>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917" name="Google Shape;917;p103"/>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Quality Choices</a:t>
            </a:r>
            <a:endParaRPr/>
          </a:p>
        </p:txBody>
      </p:sp>
      <p:sp>
        <p:nvSpPr>
          <p:cNvPr id="918" name="Google Shape;918;p103"/>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Baseline Model</a:t>
            </a:r>
            <a:endParaRPr/>
          </a:p>
        </p:txBody>
      </p:sp>
      <p:sp>
        <p:nvSpPr>
          <p:cNvPr id="919" name="Google Shape;919;p103"/>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Feature Engineering</a:t>
            </a:r>
            <a:endParaRPr/>
          </a:p>
        </p:txBody>
      </p:sp>
      <p:sp>
        <p:nvSpPr>
          <p:cNvPr id="920" name="Google Shape;920;p103"/>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Final Model/Model Comparison</a:t>
            </a:r>
            <a:endParaRPr/>
          </a:p>
        </p:txBody>
      </p:sp>
      <p:sp>
        <p:nvSpPr>
          <p:cNvPr id="921" name="Google Shape;921;p103"/>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Streamlit/Future Steps</a:t>
            </a:r>
            <a:endParaRPr/>
          </a:p>
        </p:txBody>
      </p:sp>
      <p:sp>
        <p:nvSpPr>
          <p:cNvPr id="922" name="Google Shape;922;p103"/>
          <p:cNvSpPr txBox="1"/>
          <p:nvPr>
            <p:ph type="title"/>
          </p:nvPr>
        </p:nvSpPr>
        <p:spPr>
          <a:xfrm>
            <a:off x="228600" y="256925"/>
            <a:ext cx="2926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Agenda</a:t>
            </a:r>
            <a:endParaRPr/>
          </a:p>
        </p:txBody>
      </p:sp>
      <p:sp>
        <p:nvSpPr>
          <p:cNvPr id="923" name="Google Shape;923;p103"/>
          <p:cNvSpPr/>
          <p:nvPr/>
        </p:nvSpPr>
        <p:spPr>
          <a:xfrm rot="188826">
            <a:off x="319974" y="856283"/>
            <a:ext cx="1440087" cy="45350"/>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924" name="Google Shape;924;p103"/>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04"/>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pic>
        <p:nvPicPr>
          <p:cNvPr id="930" name="Google Shape;930;p104" title="DanielKimHeadshot.JPG"/>
          <p:cNvPicPr preferRelativeResize="0"/>
          <p:nvPr>
            <p:ph idx="2" type="pic"/>
          </p:nvPr>
        </p:nvPicPr>
        <p:blipFill rotWithShape="1">
          <a:blip r:embed="rId3">
            <a:alphaModFix/>
          </a:blip>
          <a:srcRect b="24958" l="0" r="0" t="2698"/>
          <a:stretch/>
        </p:blipFill>
        <p:spPr>
          <a:xfrm>
            <a:off x="1208525" y="1164275"/>
            <a:ext cx="1115700" cy="1118100"/>
          </a:xfrm>
          <a:prstGeom prst="roundRect">
            <a:avLst>
              <a:gd fmla="val 16667" name="adj"/>
            </a:avLst>
          </a:prstGeom>
        </p:spPr>
      </p:pic>
      <p:pic>
        <p:nvPicPr>
          <p:cNvPr id="931" name="Google Shape;931;p104" title="Screenshot 2026-09-07 at 4.16.42 PM.png"/>
          <p:cNvPicPr preferRelativeResize="0"/>
          <p:nvPr>
            <p:ph idx="3" type="pic"/>
          </p:nvPr>
        </p:nvPicPr>
        <p:blipFill rotWithShape="1">
          <a:blip r:embed="rId4">
            <a:alphaModFix/>
          </a:blip>
          <a:srcRect b="0" l="4229" r="4229" t="0"/>
          <a:stretch/>
        </p:blipFill>
        <p:spPr>
          <a:xfrm>
            <a:off x="3860313" y="1164275"/>
            <a:ext cx="1115700" cy="1118100"/>
          </a:xfrm>
          <a:prstGeom prst="roundRect">
            <a:avLst>
              <a:gd fmla="val 16667" name="adj"/>
            </a:avLst>
          </a:prstGeom>
        </p:spPr>
      </p:pic>
      <p:pic>
        <p:nvPicPr>
          <p:cNvPr id="932" name="Google Shape;932;p104" title="Screenshot 2026-06-30 at 3.51.53 PM.png"/>
          <p:cNvPicPr preferRelativeResize="0"/>
          <p:nvPr>
            <p:ph idx="4" type="pic"/>
          </p:nvPr>
        </p:nvPicPr>
        <p:blipFill rotWithShape="1">
          <a:blip r:embed="rId5">
            <a:alphaModFix/>
          </a:blip>
          <a:srcRect b="15459" l="0" r="0" t="4232"/>
          <a:stretch/>
        </p:blipFill>
        <p:spPr>
          <a:xfrm>
            <a:off x="6708888" y="1164275"/>
            <a:ext cx="1115700" cy="1118100"/>
          </a:xfrm>
          <a:prstGeom prst="roundRect">
            <a:avLst>
              <a:gd fmla="val 16667" name="adj"/>
            </a:avLst>
          </a:prstGeom>
        </p:spPr>
      </p:pic>
      <p:sp>
        <p:nvSpPr>
          <p:cNvPr id="933" name="Google Shape;933;p104"/>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Daniel Kim</a:t>
            </a:r>
            <a:endParaRPr/>
          </a:p>
        </p:txBody>
      </p:sp>
      <p:sp>
        <p:nvSpPr>
          <p:cNvPr id="934" name="Google Shape;934;p104"/>
          <p:cNvSpPr txBox="1"/>
          <p:nvPr>
            <p:ph idx="7" type="subTitle"/>
          </p:nvPr>
        </p:nvSpPr>
        <p:spPr>
          <a:xfrm>
            <a:off x="3860316"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Daniel Cai</a:t>
            </a:r>
            <a:endParaRPr/>
          </a:p>
        </p:txBody>
      </p:sp>
      <p:sp>
        <p:nvSpPr>
          <p:cNvPr id="935" name="Google Shape;935;p104"/>
          <p:cNvSpPr txBox="1"/>
          <p:nvPr>
            <p:ph idx="9" type="subTitle"/>
          </p:nvPr>
        </p:nvSpPr>
        <p:spPr>
          <a:xfrm>
            <a:off x="6708894"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Yuuna Wang</a:t>
            </a:r>
            <a:endParaRPr/>
          </a:p>
        </p:txBody>
      </p:sp>
      <p:pic>
        <p:nvPicPr>
          <p:cNvPr id="936" name="Google Shape;936;p104" title="2741788917385_.pic.jpg"/>
          <p:cNvPicPr preferRelativeResize="0"/>
          <p:nvPr>
            <p:ph idx="16" type="pic"/>
          </p:nvPr>
        </p:nvPicPr>
        <p:blipFill rotWithShape="1">
          <a:blip r:embed="rId6">
            <a:alphaModFix/>
          </a:blip>
          <a:srcRect b="4711" l="0" r="0" t="4702"/>
          <a:stretch/>
        </p:blipFill>
        <p:spPr>
          <a:xfrm>
            <a:off x="3860313" y="2958825"/>
            <a:ext cx="1115700" cy="1118100"/>
          </a:xfrm>
          <a:prstGeom prst="roundRect">
            <a:avLst>
              <a:gd fmla="val 16667" name="adj"/>
            </a:avLst>
          </a:prstGeom>
        </p:spPr>
      </p:pic>
      <p:sp>
        <p:nvSpPr>
          <p:cNvPr id="937" name="Google Shape;937;p104"/>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Jennifer Hu</a:t>
            </a:r>
            <a:endParaRPr/>
          </a:p>
        </p:txBody>
      </p:sp>
      <p:pic>
        <p:nvPicPr>
          <p:cNvPr id="938" name="Google Shape;938;p104" title="Screenshot 2026-09-08 at 5.23.20 PM.png"/>
          <p:cNvPicPr preferRelativeResize="0"/>
          <p:nvPr>
            <p:ph idx="20" type="pic"/>
          </p:nvPr>
        </p:nvPicPr>
        <p:blipFill rotWithShape="1">
          <a:blip r:embed="rId7">
            <a:alphaModFix/>
          </a:blip>
          <a:srcRect b="5229" l="0" r="0" t="5238"/>
          <a:stretch/>
        </p:blipFill>
        <p:spPr>
          <a:xfrm>
            <a:off x="1208525" y="2958825"/>
            <a:ext cx="1115700" cy="1118100"/>
          </a:xfrm>
          <a:prstGeom prst="roundRect">
            <a:avLst>
              <a:gd fmla="val 16667" name="adj"/>
            </a:avLst>
          </a:prstGeom>
        </p:spPr>
      </p:pic>
      <p:sp>
        <p:nvSpPr>
          <p:cNvPr id="939" name="Google Shape;939;p104"/>
          <p:cNvSpPr txBox="1"/>
          <p:nvPr>
            <p:ph idx="21" type="subTitle"/>
          </p:nvPr>
        </p:nvSpPr>
        <p:spPr>
          <a:xfrm>
            <a:off x="3860316"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Leon Huang</a:t>
            </a:r>
            <a:endParaRPr/>
          </a:p>
        </p:txBody>
      </p:sp>
      <p:sp>
        <p:nvSpPr>
          <p:cNvPr id="940" name="Google Shape;940;p104"/>
          <p:cNvSpPr txBox="1"/>
          <p:nvPr>
            <p:ph idx="22" type="subTitle"/>
          </p:nvPr>
        </p:nvSpPr>
        <p:spPr>
          <a:xfrm>
            <a:off x="6708894" y="408047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Emma Gurevich</a:t>
            </a:r>
            <a:endParaRPr/>
          </a:p>
        </p:txBody>
      </p:sp>
      <p:grpSp>
        <p:nvGrpSpPr>
          <p:cNvPr id="941" name="Google Shape;941;p104"/>
          <p:cNvGrpSpPr/>
          <p:nvPr/>
        </p:nvGrpSpPr>
        <p:grpSpPr>
          <a:xfrm>
            <a:off x="3042713" y="380063"/>
            <a:ext cx="543525" cy="265250"/>
            <a:chOff x="3195113" y="380063"/>
            <a:chExt cx="543525" cy="265250"/>
          </a:xfrm>
        </p:grpSpPr>
        <p:cxnSp>
          <p:nvCxnSpPr>
            <p:cNvPr id="942" name="Google Shape;942;p104"/>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943" name="Google Shape;943;p104"/>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944" name="Google Shape;944;p104"/>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pic>
        <p:nvPicPr>
          <p:cNvPr id="945" name="Google Shape;945;p104" title="1741318274597.jpeg"/>
          <p:cNvPicPr preferRelativeResize="0"/>
          <p:nvPr/>
        </p:nvPicPr>
        <p:blipFill>
          <a:blip r:embed="rId8">
            <a:alphaModFix/>
          </a:blip>
          <a:stretch>
            <a:fillRect/>
          </a:stretch>
        </p:blipFill>
        <p:spPr>
          <a:xfrm>
            <a:off x="6627723" y="2947313"/>
            <a:ext cx="1141113" cy="11411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05"/>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300"/>
              <a:t>Build a machine learning model to predict the final ClosePrice of a California single-family home based on its property characteristics.</a:t>
            </a:r>
            <a:endParaRPr sz="2300"/>
          </a:p>
        </p:txBody>
      </p:sp>
      <p:sp>
        <p:nvSpPr>
          <p:cNvPr id="951" name="Google Shape;951;p105"/>
          <p:cNvSpPr/>
          <p:nvPr/>
        </p:nvSpPr>
        <p:spPr>
          <a:xfrm>
            <a:off x="2842375" y="1131900"/>
            <a:ext cx="2901900" cy="6696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chemeClr val="dk1"/>
                </a:solidFill>
                <a:latin typeface="Poppins SemiBold"/>
                <a:ea typeface="Poppins SemiBold"/>
                <a:cs typeface="Poppins SemiBold"/>
                <a:sym typeface="Poppins SemiBold"/>
              </a:rPr>
              <a:t>PROJECT OBJECTIVE</a:t>
            </a:r>
            <a:endParaRPr sz="1900">
              <a:solidFill>
                <a:schemeClr val="dk1"/>
              </a:solidFill>
              <a:latin typeface="Poppins SemiBold"/>
              <a:ea typeface="Poppins SemiBold"/>
              <a:cs typeface="Poppins SemiBold"/>
              <a:sym typeface="Poppins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06"/>
          <p:cNvSpPr txBox="1"/>
          <p:nvPr>
            <p:ph type="title"/>
          </p:nvPr>
        </p:nvSpPr>
        <p:spPr>
          <a:xfrm>
            <a:off x="420875" y="430314"/>
            <a:ext cx="2926200" cy="1320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100"/>
              <a:t>Why it matters</a:t>
            </a:r>
            <a:endParaRPr sz="4100"/>
          </a:p>
        </p:txBody>
      </p:sp>
      <p:cxnSp>
        <p:nvCxnSpPr>
          <p:cNvPr id="957" name="Google Shape;957;p106"/>
          <p:cNvCxnSpPr/>
          <p:nvPr/>
        </p:nvCxnSpPr>
        <p:spPr>
          <a:xfrm>
            <a:off x="4856288" y="1667409"/>
            <a:ext cx="3961800" cy="0"/>
          </a:xfrm>
          <a:prstGeom prst="straightConnector1">
            <a:avLst/>
          </a:prstGeom>
          <a:noFill/>
          <a:ln cap="flat" cmpd="sng" w="9525">
            <a:solidFill>
              <a:schemeClr val="lt2"/>
            </a:solidFill>
            <a:prstDash val="solid"/>
            <a:round/>
            <a:headEnd len="med" w="med" type="none"/>
            <a:tailEnd len="med" w="med" type="none"/>
          </a:ln>
        </p:spPr>
      </p:cxnSp>
      <p:cxnSp>
        <p:nvCxnSpPr>
          <p:cNvPr id="958" name="Google Shape;958;p106"/>
          <p:cNvCxnSpPr/>
          <p:nvPr/>
        </p:nvCxnSpPr>
        <p:spPr>
          <a:xfrm>
            <a:off x="4856288" y="3026259"/>
            <a:ext cx="3961800" cy="0"/>
          </a:xfrm>
          <a:prstGeom prst="straightConnector1">
            <a:avLst/>
          </a:prstGeom>
          <a:noFill/>
          <a:ln cap="flat" cmpd="sng" w="9525">
            <a:solidFill>
              <a:schemeClr val="lt2"/>
            </a:solidFill>
            <a:prstDash val="solid"/>
            <a:round/>
            <a:headEnd len="med" w="med" type="none"/>
            <a:tailEnd len="med" w="med" type="none"/>
          </a:ln>
        </p:spPr>
      </p:cxnSp>
      <p:grpSp>
        <p:nvGrpSpPr>
          <p:cNvPr id="959" name="Google Shape;959;p106"/>
          <p:cNvGrpSpPr/>
          <p:nvPr/>
        </p:nvGrpSpPr>
        <p:grpSpPr>
          <a:xfrm rot="2218824">
            <a:off x="2793113" y="874090"/>
            <a:ext cx="1067482" cy="479494"/>
            <a:chOff x="1340944" y="2250159"/>
            <a:chExt cx="166309" cy="74696"/>
          </a:xfrm>
        </p:grpSpPr>
        <p:sp>
          <p:nvSpPr>
            <p:cNvPr id="960" name="Google Shape;960;p106"/>
            <p:cNvSpPr/>
            <p:nvPr/>
          </p:nvSpPr>
          <p:spPr>
            <a:xfrm>
              <a:off x="1340944" y="2250159"/>
              <a:ext cx="166309" cy="74696"/>
            </a:xfrm>
            <a:custGeom>
              <a:rect b="b" l="l" r="r" t="t"/>
              <a:pathLst>
                <a:path extrusionOk="0" fill="none" h="1744" w="3883">
                  <a:moveTo>
                    <a:pt x="0" y="1420"/>
                  </a:moveTo>
                  <a:cubicBezTo>
                    <a:pt x="462" y="1126"/>
                    <a:pt x="912" y="851"/>
                    <a:pt x="1468" y="790"/>
                  </a:cubicBezTo>
                  <a:cubicBezTo>
                    <a:pt x="1812" y="752"/>
                    <a:pt x="2204" y="794"/>
                    <a:pt x="2498" y="989"/>
                  </a:cubicBezTo>
                  <a:cubicBezTo>
                    <a:pt x="2624" y="1069"/>
                    <a:pt x="2761" y="1202"/>
                    <a:pt x="2746" y="1370"/>
                  </a:cubicBezTo>
                  <a:cubicBezTo>
                    <a:pt x="2735" y="1511"/>
                    <a:pt x="2605" y="1641"/>
                    <a:pt x="2479" y="1694"/>
                  </a:cubicBezTo>
                  <a:cubicBezTo>
                    <a:pt x="2410" y="1729"/>
                    <a:pt x="2307" y="1744"/>
                    <a:pt x="2258" y="1671"/>
                  </a:cubicBezTo>
                  <a:cubicBezTo>
                    <a:pt x="2128" y="1496"/>
                    <a:pt x="2353" y="1191"/>
                    <a:pt x="2449" y="1057"/>
                  </a:cubicBezTo>
                  <a:cubicBezTo>
                    <a:pt x="2807" y="558"/>
                    <a:pt x="3330" y="234"/>
                    <a:pt x="3883"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61" name="Google Shape;961;p106"/>
            <p:cNvSpPr/>
            <p:nvPr/>
          </p:nvSpPr>
          <p:spPr>
            <a:xfrm>
              <a:off x="1397510" y="2296856"/>
              <a:ext cx="7238" cy="15890"/>
            </a:xfrm>
            <a:custGeom>
              <a:rect b="b" l="l" r="r" t="t"/>
              <a:pathLst>
                <a:path extrusionOk="0" fill="none" h="371" w="169">
                  <a:moveTo>
                    <a:pt x="169" y="1"/>
                  </a:moveTo>
                  <a:cubicBezTo>
                    <a:pt x="100" y="108"/>
                    <a:pt x="1" y="237"/>
                    <a:pt x="39" y="37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62" name="Google Shape;962;p106"/>
            <p:cNvSpPr/>
            <p:nvPr/>
          </p:nvSpPr>
          <p:spPr>
            <a:xfrm>
              <a:off x="1350268" y="2317688"/>
              <a:ext cx="19488" cy="2655"/>
            </a:xfrm>
            <a:custGeom>
              <a:rect b="b" l="l" r="r" t="t"/>
              <a:pathLst>
                <a:path extrusionOk="0" fill="none" h="62" w="455">
                  <a:moveTo>
                    <a:pt x="454" y="62"/>
                  </a:moveTo>
                  <a:cubicBezTo>
                    <a:pt x="298" y="58"/>
                    <a:pt x="157" y="28"/>
                    <a:pt x="0"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963" name="Google Shape;963;p106"/>
          <p:cNvSpPr/>
          <p:nvPr/>
        </p:nvSpPr>
        <p:spPr>
          <a:xfrm>
            <a:off x="4819600" y="5629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Step 1</a:t>
            </a:r>
            <a:endParaRPr sz="900">
              <a:solidFill>
                <a:schemeClr val="dk2"/>
              </a:solidFill>
              <a:latin typeface="Poppins SemiBold"/>
              <a:ea typeface="Poppins SemiBold"/>
              <a:cs typeface="Poppins SemiBold"/>
              <a:sym typeface="Poppins SemiBold"/>
            </a:endParaRPr>
          </a:p>
        </p:txBody>
      </p:sp>
      <p:sp>
        <p:nvSpPr>
          <p:cNvPr id="964" name="Google Shape;964;p106"/>
          <p:cNvSpPr/>
          <p:nvPr/>
        </p:nvSpPr>
        <p:spPr>
          <a:xfrm>
            <a:off x="4819600" y="192180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Step 2</a:t>
            </a:r>
            <a:endParaRPr sz="900">
              <a:solidFill>
                <a:schemeClr val="dk2"/>
              </a:solidFill>
              <a:latin typeface="Poppins SemiBold"/>
              <a:ea typeface="Poppins SemiBold"/>
              <a:cs typeface="Poppins SemiBold"/>
              <a:sym typeface="Poppins SemiBold"/>
            </a:endParaRPr>
          </a:p>
        </p:txBody>
      </p:sp>
      <p:sp>
        <p:nvSpPr>
          <p:cNvPr id="965" name="Google Shape;965;p106"/>
          <p:cNvSpPr/>
          <p:nvPr/>
        </p:nvSpPr>
        <p:spPr>
          <a:xfrm>
            <a:off x="4819600" y="32806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Step 3</a:t>
            </a:r>
            <a:endParaRPr sz="900">
              <a:solidFill>
                <a:schemeClr val="dk2"/>
              </a:solidFill>
              <a:latin typeface="Poppins SemiBold"/>
              <a:ea typeface="Poppins SemiBold"/>
              <a:cs typeface="Poppins SemiBold"/>
              <a:sym typeface="Poppins SemiBold"/>
            </a:endParaRPr>
          </a:p>
        </p:txBody>
      </p:sp>
      <p:sp>
        <p:nvSpPr>
          <p:cNvPr id="966" name="Google Shape;966;p106"/>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300"/>
              <a:t>Provide data-driven home price estimate support pricing decisions for buyers, sellers, and real estate business.</a:t>
            </a:r>
            <a:endParaRPr b="1"/>
          </a:p>
        </p:txBody>
      </p:sp>
      <p:sp>
        <p:nvSpPr>
          <p:cNvPr id="967" name="Google Shape;967;p106"/>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300"/>
              <a:t>Evaluate how models </a:t>
            </a:r>
            <a:r>
              <a:rPr b="1" lang="en" sz="1300"/>
              <a:t>perform</a:t>
            </a:r>
            <a:r>
              <a:rPr b="1" lang="en" sz="1300"/>
              <a:t> across pricing band. Identify the the most fitted model for our dataset.</a:t>
            </a:r>
            <a:endParaRPr b="1" sz="1300"/>
          </a:p>
        </p:txBody>
      </p:sp>
      <p:sp>
        <p:nvSpPr>
          <p:cNvPr id="968" name="Google Shape;968;p106"/>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300"/>
              <a:t>Understand</a:t>
            </a:r>
            <a:r>
              <a:rPr b="1" lang="en" sz="1300"/>
              <a:t> which property features influence House Close Price.</a:t>
            </a:r>
            <a:endParaRPr b="1"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07"/>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Dataset Overview</a:t>
            </a:r>
            <a:endParaRPr/>
          </a:p>
        </p:txBody>
      </p:sp>
      <p:sp>
        <p:nvSpPr>
          <p:cNvPr id="974" name="Google Shape;974;p107"/>
          <p:cNvSpPr txBox="1"/>
          <p:nvPr>
            <p:ph idx="6" type="body"/>
          </p:nvPr>
        </p:nvSpPr>
        <p:spPr>
          <a:xfrm>
            <a:off x="311911" y="3263696"/>
            <a:ext cx="8111700" cy="866700"/>
          </a:xfrm>
          <a:prstGeom prst="rect">
            <a:avLst/>
          </a:prstGeom>
        </p:spPr>
        <p:txBody>
          <a:bodyPr anchorCtr="0" anchor="t" bIns="88750" lIns="88750" spcFirstLastPara="1" rIns="88750" wrap="square" tIns="88750">
            <a:noAutofit/>
          </a:bodyPr>
          <a:lstStyle/>
          <a:p>
            <a:pPr indent="0" lvl="0" marL="0" rtl="0" algn="l">
              <a:spcBef>
                <a:spcPts val="0"/>
              </a:spcBef>
              <a:spcAft>
                <a:spcPts val="0"/>
              </a:spcAft>
              <a:buNone/>
            </a:pPr>
            <a:r>
              <a:rPr lang="en" sz="971"/>
              <a:t>Mention as many objectives as you want. Consider what is feasible and relevant to your business. Duplicate this slide if you need more space. </a:t>
            </a:r>
            <a:endParaRPr sz="971"/>
          </a:p>
        </p:txBody>
      </p:sp>
      <p:sp>
        <p:nvSpPr>
          <p:cNvPr id="975" name="Google Shape;975;p107"/>
          <p:cNvSpPr/>
          <p:nvPr/>
        </p:nvSpPr>
        <p:spPr>
          <a:xfrm>
            <a:off x="311875" y="2791637"/>
            <a:ext cx="8101500" cy="1677000"/>
          </a:xfrm>
          <a:prstGeom prst="round2SameRect">
            <a:avLst>
              <a:gd fmla="val 0" name="adj1"/>
              <a:gd fmla="val 14216" name="adj2"/>
            </a:avLst>
          </a:prstGeom>
          <a:solidFill>
            <a:schemeClr val="accent6"/>
          </a:solidFill>
          <a:ln>
            <a:noFill/>
          </a:ln>
        </p:spPr>
        <p:txBody>
          <a:bodyPr anchorCtr="0" anchor="ctr" bIns="88750" lIns="88750" spcFirstLastPara="1" rIns="88750" wrap="square" tIns="88750">
            <a:noAutofit/>
          </a:bodyPr>
          <a:lstStyle/>
          <a:p>
            <a:pPr indent="0" lvl="0" marL="0" rtl="0" algn="l">
              <a:lnSpc>
                <a:spcPct val="115000"/>
              </a:lnSpc>
              <a:spcBef>
                <a:spcPts val="0"/>
              </a:spcBef>
              <a:spcAft>
                <a:spcPts val="0"/>
              </a:spcAft>
              <a:buNone/>
            </a:pPr>
            <a:r>
              <a:t/>
            </a:r>
            <a:endParaRPr sz="1359">
              <a:solidFill>
                <a:schemeClr val="dk1"/>
              </a:solidFill>
              <a:latin typeface="Nunito Sans"/>
              <a:ea typeface="Nunito Sans"/>
              <a:cs typeface="Nunito Sans"/>
              <a:sym typeface="Nunito Sans"/>
            </a:endParaRPr>
          </a:p>
          <a:p>
            <a:pPr indent="0" lvl="0" marL="0" rtl="0" algn="ctr">
              <a:spcBef>
                <a:spcPts val="0"/>
              </a:spcBef>
              <a:spcAft>
                <a:spcPts val="0"/>
              </a:spcAft>
              <a:buNone/>
            </a:pPr>
            <a:r>
              <a:t/>
            </a:r>
            <a:endParaRPr sz="1359">
              <a:solidFill>
                <a:schemeClr val="dk1"/>
              </a:solidFill>
              <a:latin typeface="Nunito Sans"/>
              <a:ea typeface="Nunito Sans"/>
              <a:cs typeface="Nunito Sans"/>
              <a:sym typeface="Nunito Sans"/>
            </a:endParaRPr>
          </a:p>
        </p:txBody>
      </p:sp>
      <p:grpSp>
        <p:nvGrpSpPr>
          <p:cNvPr id="976" name="Google Shape;976;p107"/>
          <p:cNvGrpSpPr/>
          <p:nvPr/>
        </p:nvGrpSpPr>
        <p:grpSpPr>
          <a:xfrm>
            <a:off x="7595552" y="727743"/>
            <a:ext cx="791090" cy="860886"/>
            <a:chOff x="6219513" y="1474206"/>
            <a:chExt cx="890968" cy="969576"/>
          </a:xfrm>
        </p:grpSpPr>
        <p:sp>
          <p:nvSpPr>
            <p:cNvPr id="977" name="Google Shape;977;p107"/>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9525">
              <a:solidFill>
                <a:schemeClr val="dk1"/>
              </a:solidFill>
              <a:prstDash val="solid"/>
              <a:round/>
              <a:headEnd len="med" w="med" type="none"/>
              <a:tailEnd len="med" w="med" type="none"/>
            </a:ln>
          </p:spPr>
        </p:sp>
        <p:sp>
          <p:nvSpPr>
            <p:cNvPr id="978" name="Google Shape;978;p107"/>
            <p:cNvSpPr/>
            <p:nvPr/>
          </p:nvSpPr>
          <p:spPr>
            <a:xfrm>
              <a:off x="6564073" y="2301803"/>
              <a:ext cx="35119" cy="141979"/>
            </a:xfrm>
            <a:custGeom>
              <a:rect b="b" l="l" r="r" t="t"/>
              <a:pathLst>
                <a:path extrusionOk="0" h="8134" w="2012">
                  <a:moveTo>
                    <a:pt x="0" y="0"/>
                  </a:moveTo>
                  <a:cubicBezTo>
                    <a:pt x="763" y="2664"/>
                    <a:pt x="2740" y="5561"/>
                    <a:pt x="1713" y="8134"/>
                  </a:cubicBezTo>
                </a:path>
              </a:pathLst>
            </a:custGeom>
            <a:noFill/>
            <a:ln cap="flat" cmpd="sng" w="9525">
              <a:solidFill>
                <a:schemeClr val="dk1"/>
              </a:solidFill>
              <a:prstDash val="solid"/>
              <a:round/>
              <a:headEnd len="med" w="med" type="none"/>
              <a:tailEnd len="med" w="med" type="none"/>
            </a:ln>
          </p:spPr>
        </p:sp>
        <p:sp>
          <p:nvSpPr>
            <p:cNvPr id="979" name="Google Shape;979;p107"/>
            <p:cNvSpPr/>
            <p:nvPr/>
          </p:nvSpPr>
          <p:spPr>
            <a:xfrm>
              <a:off x="6593941" y="2423774"/>
              <a:ext cx="144475" cy="17438"/>
            </a:xfrm>
            <a:custGeom>
              <a:rect b="b" l="l" r="r" t="t"/>
              <a:pathLst>
                <a:path extrusionOk="0" h="999" w="8277">
                  <a:moveTo>
                    <a:pt x="0" y="999"/>
                  </a:moveTo>
                  <a:cubicBezTo>
                    <a:pt x="2696" y="326"/>
                    <a:pt x="5498" y="0"/>
                    <a:pt x="8277" y="0"/>
                  </a:cubicBezTo>
                </a:path>
              </a:pathLst>
            </a:custGeom>
            <a:noFill/>
            <a:ln cap="flat" cmpd="sng" w="9525">
              <a:solidFill>
                <a:schemeClr val="dk1"/>
              </a:solidFill>
              <a:prstDash val="solid"/>
              <a:round/>
              <a:headEnd len="med" w="med" type="none"/>
              <a:tailEnd len="med" w="med" type="none"/>
            </a:ln>
          </p:spPr>
        </p:sp>
      </p:grpSp>
      <p:sp>
        <p:nvSpPr>
          <p:cNvPr id="980" name="Google Shape;980;p107"/>
          <p:cNvSpPr/>
          <p:nvPr/>
        </p:nvSpPr>
        <p:spPr>
          <a:xfrm>
            <a:off x="311850" y="1141050"/>
            <a:ext cx="38616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81" name="Google Shape;981;p107"/>
          <p:cNvSpPr/>
          <p:nvPr/>
        </p:nvSpPr>
        <p:spPr>
          <a:xfrm>
            <a:off x="311850" y="1063275"/>
            <a:ext cx="38616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lnSpc>
                <a:spcPct val="115000"/>
              </a:lnSpc>
              <a:spcBef>
                <a:spcPts val="0"/>
              </a:spcBef>
              <a:spcAft>
                <a:spcPts val="0"/>
              </a:spcAft>
              <a:buNone/>
            </a:pPr>
            <a:r>
              <a:rPr b="1" lang="en" sz="1100">
                <a:solidFill>
                  <a:schemeClr val="dk2"/>
                </a:solidFill>
                <a:latin typeface="Poppins"/>
                <a:ea typeface="Poppins"/>
                <a:cs typeface="Poppins"/>
                <a:sym typeface="Poppins"/>
              </a:rPr>
              <a:t>Property Filter:</a:t>
            </a:r>
            <a:endParaRPr b="1" sz="1000">
              <a:solidFill>
                <a:schemeClr val="dk2"/>
              </a:solidFill>
              <a:latin typeface="Nunito Sans"/>
              <a:ea typeface="Nunito Sans"/>
              <a:cs typeface="Nunito Sans"/>
              <a:sym typeface="Nunito Sans"/>
            </a:endParaRPr>
          </a:p>
        </p:txBody>
      </p:sp>
      <p:sp>
        <p:nvSpPr>
          <p:cNvPr id="982" name="Google Shape;982;p107"/>
          <p:cNvSpPr/>
          <p:nvPr/>
        </p:nvSpPr>
        <p:spPr>
          <a:xfrm>
            <a:off x="311850" y="2730475"/>
            <a:ext cx="81117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lnSpc>
                <a:spcPct val="115000"/>
              </a:lnSpc>
              <a:spcBef>
                <a:spcPts val="0"/>
              </a:spcBef>
              <a:spcAft>
                <a:spcPts val="0"/>
              </a:spcAft>
              <a:buNone/>
            </a:pPr>
            <a:r>
              <a:rPr b="1" lang="en" sz="1100">
                <a:solidFill>
                  <a:schemeClr val="dk2"/>
                </a:solidFill>
                <a:latin typeface="Poppins"/>
                <a:ea typeface="Poppins"/>
                <a:cs typeface="Poppins"/>
                <a:sym typeface="Poppins"/>
              </a:rPr>
              <a:t>Key Features</a:t>
            </a:r>
            <a:r>
              <a:rPr b="1" lang="en" sz="1100">
                <a:solidFill>
                  <a:schemeClr val="dk2"/>
                </a:solidFill>
                <a:latin typeface="Poppins"/>
                <a:ea typeface="Poppins"/>
                <a:cs typeface="Poppins"/>
                <a:sym typeface="Poppins"/>
              </a:rPr>
              <a:t>:</a:t>
            </a:r>
            <a:endParaRPr b="1" sz="1000">
              <a:solidFill>
                <a:schemeClr val="dk2"/>
              </a:solidFill>
              <a:latin typeface="Nunito Sans"/>
              <a:ea typeface="Nunito Sans"/>
              <a:cs typeface="Nunito Sans"/>
              <a:sym typeface="Nunito Sans"/>
            </a:endParaRPr>
          </a:p>
        </p:txBody>
      </p:sp>
      <p:sp>
        <p:nvSpPr>
          <p:cNvPr id="983" name="Google Shape;983;p107"/>
          <p:cNvSpPr txBox="1"/>
          <p:nvPr/>
        </p:nvSpPr>
        <p:spPr>
          <a:xfrm>
            <a:off x="523050" y="3130675"/>
            <a:ext cx="3084000" cy="1356000"/>
          </a:xfrm>
          <a:prstGeom prst="rect">
            <a:avLst/>
          </a:prstGeom>
          <a:noFill/>
          <a:ln>
            <a:noFill/>
          </a:ln>
        </p:spPr>
        <p:txBody>
          <a:bodyPr anchorCtr="0" anchor="t" bIns="91425" lIns="91425" spcFirstLastPara="1" rIns="91425" wrap="square" tIns="91425">
            <a:spAutoFit/>
          </a:bodyPr>
          <a:lstStyle/>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Living Area</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Bedrooms &amp; Bathrooms</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Lot Size</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Garage Spaces</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Year Built</a:t>
            </a:r>
            <a:endParaRPr sz="1200">
              <a:solidFill>
                <a:schemeClr val="dk1"/>
              </a:solidFill>
              <a:latin typeface="Nunito Sans"/>
              <a:ea typeface="Nunito Sans"/>
              <a:cs typeface="Nunito Sans"/>
              <a:sym typeface="Nunito Sans"/>
            </a:endParaRPr>
          </a:p>
        </p:txBody>
      </p:sp>
      <p:sp>
        <p:nvSpPr>
          <p:cNvPr id="984" name="Google Shape;984;p107"/>
          <p:cNvSpPr txBox="1"/>
          <p:nvPr/>
        </p:nvSpPr>
        <p:spPr>
          <a:xfrm>
            <a:off x="4402475" y="3192900"/>
            <a:ext cx="3955800" cy="1115400"/>
          </a:xfrm>
          <a:prstGeom prst="rect">
            <a:avLst/>
          </a:prstGeom>
          <a:noFill/>
          <a:ln>
            <a:noFill/>
          </a:ln>
        </p:spPr>
        <p:txBody>
          <a:bodyPr anchorCtr="0" anchor="t" bIns="91425" lIns="91425" spcFirstLastPara="1" rIns="91425" wrap="square" tIns="91425">
            <a:spAutoFit/>
          </a:bodyPr>
          <a:lstStyle/>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Days on Market</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Latitude &amp; Longitude</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Property Amenities</a:t>
            </a:r>
            <a:endParaRPr sz="1359">
              <a:solidFill>
                <a:schemeClr val="dk1"/>
              </a:solidFill>
              <a:latin typeface="Nunito Sans"/>
              <a:ea typeface="Nunito Sans"/>
              <a:cs typeface="Nunito Sans"/>
              <a:sym typeface="Nunito Sans"/>
            </a:endParaRPr>
          </a:p>
          <a:p>
            <a:pPr indent="-314888" lvl="0" marL="457200" rtl="0" algn="l">
              <a:lnSpc>
                <a:spcPct val="115000"/>
              </a:lnSpc>
              <a:spcBef>
                <a:spcPts val="0"/>
              </a:spcBef>
              <a:spcAft>
                <a:spcPts val="0"/>
              </a:spcAft>
              <a:buClr>
                <a:schemeClr val="dk1"/>
              </a:buClr>
              <a:buSzPts val="1359"/>
              <a:buFont typeface="Nunito Sans"/>
              <a:buChar char="●"/>
            </a:pPr>
            <a:r>
              <a:rPr lang="en" sz="1359">
                <a:solidFill>
                  <a:schemeClr val="dk1"/>
                </a:solidFill>
                <a:latin typeface="Nunito Sans"/>
                <a:ea typeface="Nunito Sans"/>
                <a:cs typeface="Nunito Sans"/>
                <a:sym typeface="Nunito Sans"/>
              </a:rPr>
              <a:t>Geographic / School District Features</a:t>
            </a:r>
            <a:endParaRPr sz="1200">
              <a:solidFill>
                <a:schemeClr val="dk1"/>
              </a:solidFill>
              <a:latin typeface="Nunito Sans"/>
              <a:ea typeface="Nunito Sans"/>
              <a:cs typeface="Nunito Sans"/>
              <a:sym typeface="Nunito Sans"/>
            </a:endParaRPr>
          </a:p>
        </p:txBody>
      </p:sp>
      <p:sp>
        <p:nvSpPr>
          <p:cNvPr id="985" name="Google Shape;985;p107"/>
          <p:cNvSpPr txBox="1"/>
          <p:nvPr/>
        </p:nvSpPr>
        <p:spPr>
          <a:xfrm>
            <a:off x="474000" y="1463475"/>
            <a:ext cx="3182100" cy="8451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1"/>
              </a:buClr>
              <a:buSzPts val="1300"/>
              <a:buFont typeface="Nunito Sans"/>
              <a:buChar char="●"/>
            </a:pPr>
            <a:r>
              <a:rPr lang="en" sz="1300">
                <a:solidFill>
                  <a:schemeClr val="dk1"/>
                </a:solidFill>
                <a:latin typeface="Nunito Sans"/>
                <a:ea typeface="Nunito Sans"/>
                <a:cs typeface="Nunito Sans"/>
                <a:sym typeface="Nunito Sans"/>
              </a:rPr>
              <a:t>PropertyType = Residential</a:t>
            </a:r>
            <a:endParaRPr sz="1300">
              <a:solidFill>
                <a:schemeClr val="dk1"/>
              </a:solidFill>
              <a:latin typeface="Nunito Sans"/>
              <a:ea typeface="Nunito Sans"/>
              <a:cs typeface="Nunito Sans"/>
              <a:sym typeface="Nunito Sans"/>
            </a:endParaRPr>
          </a:p>
          <a:p>
            <a:pPr indent="-311150" lvl="0" marL="457200" rtl="0" algn="l">
              <a:lnSpc>
                <a:spcPct val="115000"/>
              </a:lnSpc>
              <a:spcBef>
                <a:spcPts val="0"/>
              </a:spcBef>
              <a:spcAft>
                <a:spcPts val="0"/>
              </a:spcAft>
              <a:buClr>
                <a:schemeClr val="dk1"/>
              </a:buClr>
              <a:buSzPts val="1300"/>
              <a:buFont typeface="Nunito Sans"/>
              <a:buChar char="●"/>
            </a:pPr>
            <a:r>
              <a:rPr lang="en" sz="1300">
                <a:solidFill>
                  <a:schemeClr val="dk1"/>
                </a:solidFill>
                <a:latin typeface="Nunito Sans"/>
                <a:ea typeface="Nunito Sans"/>
                <a:cs typeface="Nunito Sans"/>
                <a:sym typeface="Nunito Sans"/>
              </a:rPr>
              <a:t>PropertySubType = SingleFamilyResidence</a:t>
            </a:r>
            <a:endParaRPr sz="1300">
              <a:solidFill>
                <a:schemeClr val="dk1"/>
              </a:solidFill>
              <a:latin typeface="Nunito Sans"/>
              <a:ea typeface="Nunito Sans"/>
              <a:cs typeface="Nunito Sans"/>
              <a:sym typeface="Nunito Sans"/>
            </a:endParaRPr>
          </a:p>
        </p:txBody>
      </p:sp>
      <p:sp>
        <p:nvSpPr>
          <p:cNvPr id="986" name="Google Shape;986;p107"/>
          <p:cNvSpPr/>
          <p:nvPr/>
        </p:nvSpPr>
        <p:spPr>
          <a:xfrm>
            <a:off x="4525050" y="1524525"/>
            <a:ext cx="3182100" cy="8451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987" name="Google Shape;987;p107"/>
          <p:cNvSpPr/>
          <p:nvPr/>
        </p:nvSpPr>
        <p:spPr>
          <a:xfrm>
            <a:off x="4525050" y="1446750"/>
            <a:ext cx="31821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lnSpc>
                <a:spcPct val="115000"/>
              </a:lnSpc>
              <a:spcBef>
                <a:spcPts val="0"/>
              </a:spcBef>
              <a:spcAft>
                <a:spcPts val="0"/>
              </a:spcAft>
              <a:buNone/>
            </a:pPr>
            <a:r>
              <a:rPr b="1" lang="en" sz="1100">
                <a:solidFill>
                  <a:schemeClr val="dk2"/>
                </a:solidFill>
                <a:latin typeface="Poppins"/>
                <a:ea typeface="Poppins"/>
                <a:cs typeface="Poppins"/>
                <a:sym typeface="Poppins"/>
              </a:rPr>
              <a:t>Target Variable</a:t>
            </a:r>
            <a:r>
              <a:rPr b="1" lang="en" sz="1100">
                <a:solidFill>
                  <a:schemeClr val="dk2"/>
                </a:solidFill>
                <a:latin typeface="Poppins"/>
                <a:ea typeface="Poppins"/>
                <a:cs typeface="Poppins"/>
                <a:sym typeface="Poppins"/>
              </a:rPr>
              <a:t>:</a:t>
            </a:r>
            <a:endParaRPr b="1" sz="1000">
              <a:solidFill>
                <a:schemeClr val="dk2"/>
              </a:solidFill>
              <a:latin typeface="Nunito Sans"/>
              <a:ea typeface="Nunito Sans"/>
              <a:cs typeface="Nunito Sans"/>
              <a:sym typeface="Nunito Sans"/>
            </a:endParaRPr>
          </a:p>
        </p:txBody>
      </p:sp>
      <p:sp>
        <p:nvSpPr>
          <p:cNvPr id="988" name="Google Shape;988;p107"/>
          <p:cNvSpPr txBox="1"/>
          <p:nvPr/>
        </p:nvSpPr>
        <p:spPr>
          <a:xfrm>
            <a:off x="4687200" y="1846950"/>
            <a:ext cx="3182100" cy="615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Clr>
                <a:schemeClr val="dk1"/>
              </a:buClr>
              <a:buSzPts val="1300"/>
              <a:buFont typeface="Nunito Sans"/>
              <a:buChar char="●"/>
            </a:pPr>
            <a:r>
              <a:rPr lang="en" sz="1300">
                <a:solidFill>
                  <a:schemeClr val="dk1"/>
                </a:solidFill>
                <a:latin typeface="Nunito Sans"/>
                <a:ea typeface="Nunito Sans"/>
                <a:cs typeface="Nunito Sans"/>
                <a:sym typeface="Nunito Sans"/>
              </a:rPr>
              <a:t>Close Price</a:t>
            </a:r>
            <a:endParaRPr sz="1300">
              <a:solidFill>
                <a:schemeClr val="dk1"/>
              </a:solidFill>
              <a:latin typeface="Nunito Sans"/>
              <a:ea typeface="Nunito Sans"/>
              <a:cs typeface="Nunito Sans"/>
              <a:sym typeface="Nunito Sans"/>
            </a:endParaRPr>
          </a:p>
          <a:p>
            <a:pPr indent="0" lvl="0" marL="0" rtl="0" algn="l">
              <a:lnSpc>
                <a:spcPct val="115000"/>
              </a:lnSpc>
              <a:spcBef>
                <a:spcPts val="0"/>
              </a:spcBef>
              <a:spcAft>
                <a:spcPts val="0"/>
              </a:spcAft>
              <a:buNone/>
            </a:pPr>
            <a:r>
              <a:t/>
            </a:r>
            <a:endParaRPr sz="1300">
              <a:solidFill>
                <a:schemeClr val="dk1"/>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08"/>
          <p:cNvSpPr txBox="1"/>
          <p:nvPr>
            <p:ph type="title"/>
          </p:nvPr>
        </p:nvSpPr>
        <p:spPr>
          <a:xfrm>
            <a:off x="228600" y="256925"/>
            <a:ext cx="41631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Dataset Exploration:</a:t>
            </a:r>
            <a:endParaRPr/>
          </a:p>
        </p:txBody>
      </p:sp>
      <p:pic>
        <p:nvPicPr>
          <p:cNvPr id="994" name="Google Shape;994;p108"/>
          <p:cNvPicPr preferRelativeResize="0"/>
          <p:nvPr/>
        </p:nvPicPr>
        <p:blipFill>
          <a:blip r:embed="rId3">
            <a:alphaModFix/>
          </a:blip>
          <a:stretch>
            <a:fillRect/>
          </a:stretch>
        </p:blipFill>
        <p:spPr>
          <a:xfrm>
            <a:off x="1265174" y="872525"/>
            <a:ext cx="6286850" cy="3750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pic>
        <p:nvPicPr>
          <p:cNvPr id="999" name="Google Shape;999;p109"/>
          <p:cNvPicPr preferRelativeResize="0"/>
          <p:nvPr/>
        </p:nvPicPr>
        <p:blipFill>
          <a:blip r:embed="rId3">
            <a:alphaModFix/>
          </a:blip>
          <a:stretch>
            <a:fillRect/>
          </a:stretch>
        </p:blipFill>
        <p:spPr>
          <a:xfrm>
            <a:off x="1215700" y="708326"/>
            <a:ext cx="6519325" cy="38891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110"/>
          <p:cNvSpPr/>
          <p:nvPr/>
        </p:nvSpPr>
        <p:spPr>
          <a:xfrm>
            <a:off x="1971600" y="20646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1005" name="Google Shape;1005;p110"/>
          <p:cNvSpPr/>
          <p:nvPr/>
        </p:nvSpPr>
        <p:spPr>
          <a:xfrm>
            <a:off x="3714375" y="20646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1006" name="Google Shape;1006;p110"/>
          <p:cNvSpPr/>
          <p:nvPr/>
        </p:nvSpPr>
        <p:spPr>
          <a:xfrm>
            <a:off x="5457150" y="2064600"/>
            <a:ext cx="1711800" cy="347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1007" name="Google Shape;1007;p110"/>
          <p:cNvSpPr/>
          <p:nvPr/>
        </p:nvSpPr>
        <p:spPr>
          <a:xfrm>
            <a:off x="7199925" y="20646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1008" name="Google Shape;1008;p110"/>
          <p:cNvSpPr/>
          <p:nvPr/>
        </p:nvSpPr>
        <p:spPr>
          <a:xfrm>
            <a:off x="228825" y="20646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1009" name="Google Shape;1009;p110"/>
          <p:cNvSpPr txBox="1"/>
          <p:nvPr>
            <p:ph idx="1" type="subTitle"/>
          </p:nvPr>
        </p:nvSpPr>
        <p:spPr>
          <a:xfrm>
            <a:off x="228825" y="2064600"/>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Step 1</a:t>
            </a:r>
            <a:endParaRPr/>
          </a:p>
        </p:txBody>
      </p:sp>
      <p:sp>
        <p:nvSpPr>
          <p:cNvPr id="1010" name="Google Shape;1010;p110"/>
          <p:cNvSpPr txBox="1"/>
          <p:nvPr>
            <p:ph idx="2" type="subTitle"/>
          </p:nvPr>
        </p:nvSpPr>
        <p:spPr>
          <a:xfrm>
            <a:off x="1971600" y="2064600"/>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Step 2</a:t>
            </a:r>
            <a:endParaRPr/>
          </a:p>
        </p:txBody>
      </p:sp>
      <p:sp>
        <p:nvSpPr>
          <p:cNvPr id="1011" name="Google Shape;1011;p110"/>
          <p:cNvSpPr txBox="1"/>
          <p:nvPr>
            <p:ph idx="3" type="subTitle"/>
          </p:nvPr>
        </p:nvSpPr>
        <p:spPr>
          <a:xfrm>
            <a:off x="3714375" y="2064600"/>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Step 3</a:t>
            </a:r>
            <a:endParaRPr/>
          </a:p>
        </p:txBody>
      </p:sp>
      <p:sp>
        <p:nvSpPr>
          <p:cNvPr id="1012" name="Google Shape;1012;p110"/>
          <p:cNvSpPr txBox="1"/>
          <p:nvPr>
            <p:ph idx="4" type="subTitle"/>
          </p:nvPr>
        </p:nvSpPr>
        <p:spPr>
          <a:xfrm>
            <a:off x="5457150" y="2064600"/>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Step 4</a:t>
            </a:r>
            <a:endParaRPr/>
          </a:p>
        </p:txBody>
      </p:sp>
      <p:sp>
        <p:nvSpPr>
          <p:cNvPr id="1013" name="Google Shape;1013;p110"/>
          <p:cNvSpPr txBox="1"/>
          <p:nvPr>
            <p:ph idx="5" type="subTitle"/>
          </p:nvPr>
        </p:nvSpPr>
        <p:spPr>
          <a:xfrm>
            <a:off x="7199925" y="2064600"/>
            <a:ext cx="13125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Step 5</a:t>
            </a:r>
            <a:endParaRPr/>
          </a:p>
        </p:txBody>
      </p:sp>
      <p:sp>
        <p:nvSpPr>
          <p:cNvPr id="1014" name="Google Shape;1014;p110"/>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Data scope &amp; Quality Check</a:t>
            </a:r>
            <a:endParaRPr/>
          </a:p>
        </p:txBody>
      </p:sp>
      <p:sp>
        <p:nvSpPr>
          <p:cNvPr id="1015" name="Google Shape;1015;p110"/>
          <p:cNvSpPr txBox="1"/>
          <p:nvPr>
            <p:ph idx="6" type="body"/>
          </p:nvPr>
        </p:nvSpPr>
        <p:spPr>
          <a:xfrm>
            <a:off x="1971600" y="2428575"/>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320,506 residential single-family listings</a:t>
            </a:r>
            <a:endParaRPr sz="1100"/>
          </a:p>
        </p:txBody>
      </p:sp>
      <p:sp>
        <p:nvSpPr>
          <p:cNvPr id="1016" name="Google Shape;1016;p110"/>
          <p:cNvSpPr txBox="1"/>
          <p:nvPr>
            <p:ph idx="7" type="body"/>
          </p:nvPr>
        </p:nvSpPr>
        <p:spPr>
          <a:xfrm>
            <a:off x="3679100" y="2428575"/>
            <a:ext cx="17508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Removed unsuitable features:</a:t>
            </a:r>
            <a:endParaRPr sz="1100"/>
          </a:p>
          <a:p>
            <a:pPr indent="0" lvl="0" marL="0" rtl="0" algn="l">
              <a:spcBef>
                <a:spcPts val="0"/>
              </a:spcBef>
              <a:spcAft>
                <a:spcPts val="0"/>
              </a:spcAft>
              <a:buNone/>
            </a:pPr>
            <a:r>
              <a:rPr lang="en" sz="1100"/>
              <a:t>E</a:t>
            </a:r>
            <a:r>
              <a:rPr lang="en" sz="1100"/>
              <a:t>x. </a:t>
            </a:r>
            <a:endParaRPr sz="1100"/>
          </a:p>
          <a:p>
            <a:pPr indent="0" lvl="0" marL="0" rtl="0" algn="l">
              <a:spcBef>
                <a:spcPts val="0"/>
              </a:spcBef>
              <a:spcAft>
                <a:spcPts val="0"/>
              </a:spcAft>
              <a:buNone/>
            </a:pPr>
            <a:r>
              <a:rPr lang="en" sz="1100"/>
              <a:t>- Agent and brokerage identifiers</a:t>
            </a:r>
            <a:endParaRPr sz="1100"/>
          </a:p>
          <a:p>
            <a:pPr indent="0" lvl="0" marL="0" rtl="0" algn="l">
              <a:spcBef>
                <a:spcPts val="0"/>
              </a:spcBef>
              <a:spcAft>
                <a:spcPts val="0"/>
              </a:spcAft>
              <a:buNone/>
            </a:pPr>
            <a:r>
              <a:rPr lang="en" sz="1100"/>
              <a:t>- Business/commercial fields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1017" name="Google Shape;1017;p110"/>
          <p:cNvSpPr txBox="1"/>
          <p:nvPr>
            <p:ph idx="8" type="body"/>
          </p:nvPr>
        </p:nvSpPr>
        <p:spPr>
          <a:xfrm>
            <a:off x="5457150" y="2428575"/>
            <a:ext cx="18219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Apply row and column sanity checks:</a:t>
            </a:r>
            <a:endParaRPr sz="1100"/>
          </a:p>
          <a:p>
            <a:pPr indent="0" lvl="0" marL="0" rtl="0" algn="l">
              <a:spcBef>
                <a:spcPts val="0"/>
              </a:spcBef>
              <a:spcAft>
                <a:spcPts val="0"/>
              </a:spcAft>
              <a:buNone/>
            </a:pPr>
            <a:r>
              <a:rPr lang="en" sz="1100"/>
              <a:t>- Removed column with more than 60% missing value</a:t>
            </a:r>
            <a:endParaRPr sz="1100"/>
          </a:p>
          <a:p>
            <a:pPr indent="0" lvl="0" marL="0" rtl="0" algn="l">
              <a:spcBef>
                <a:spcPts val="0"/>
              </a:spcBef>
              <a:spcAft>
                <a:spcPts val="0"/>
              </a:spcAft>
              <a:buNone/>
            </a:pPr>
            <a:r>
              <a:rPr lang="en" sz="1100"/>
              <a:t>- Removed duplicate rows &amp; missing close prices</a:t>
            </a:r>
            <a:endParaRPr sz="1100"/>
          </a:p>
          <a:p>
            <a:pPr indent="0" lvl="0" marL="0" rtl="0" algn="l">
              <a:spcBef>
                <a:spcPts val="0"/>
              </a:spcBef>
              <a:spcAft>
                <a:spcPts val="0"/>
              </a:spcAft>
              <a:buNone/>
            </a:pPr>
            <a:r>
              <a:t/>
            </a:r>
            <a:endParaRPr sz="1100"/>
          </a:p>
        </p:txBody>
      </p:sp>
      <p:sp>
        <p:nvSpPr>
          <p:cNvPr id="1018" name="Google Shape;1018;p110"/>
          <p:cNvSpPr txBox="1"/>
          <p:nvPr>
            <p:ph idx="9" type="body"/>
          </p:nvPr>
        </p:nvSpPr>
        <p:spPr>
          <a:xfrm>
            <a:off x="228675" y="2428575"/>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Retrieve data from CRMLS/Trestle MLS sold-listing data.</a:t>
            </a:r>
            <a:br>
              <a:rPr lang="en" sz="1100"/>
            </a:br>
            <a:r>
              <a:rPr lang="en" sz="1100"/>
              <a:t>636,443 raw listings</a:t>
            </a:r>
            <a:endParaRPr sz="1100"/>
          </a:p>
        </p:txBody>
      </p:sp>
      <p:sp>
        <p:nvSpPr>
          <p:cNvPr id="1019" name="Google Shape;1019;p110"/>
          <p:cNvSpPr txBox="1"/>
          <p:nvPr/>
        </p:nvSpPr>
        <p:spPr>
          <a:xfrm>
            <a:off x="1444415" y="20601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grpSp>
        <p:nvGrpSpPr>
          <p:cNvPr id="1020" name="Google Shape;1020;p110"/>
          <p:cNvGrpSpPr/>
          <p:nvPr/>
        </p:nvGrpSpPr>
        <p:grpSpPr>
          <a:xfrm>
            <a:off x="6219738" y="872531"/>
            <a:ext cx="890968" cy="969576"/>
            <a:chOff x="6219513" y="1474206"/>
            <a:chExt cx="890968" cy="969576"/>
          </a:xfrm>
        </p:grpSpPr>
        <p:sp>
          <p:nvSpPr>
            <p:cNvPr id="1021" name="Google Shape;1021;p110"/>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dk1"/>
              </a:solidFill>
              <a:prstDash val="solid"/>
              <a:round/>
              <a:headEnd len="med" w="med" type="none"/>
              <a:tailEnd len="med" w="med" type="none"/>
            </a:ln>
          </p:spPr>
        </p:sp>
        <p:sp>
          <p:nvSpPr>
            <p:cNvPr id="1022" name="Google Shape;1022;p110"/>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dk1"/>
              </a:solidFill>
              <a:prstDash val="solid"/>
              <a:round/>
              <a:headEnd len="med" w="med" type="none"/>
              <a:tailEnd len="med" w="med" type="none"/>
            </a:ln>
          </p:spPr>
        </p:sp>
        <p:sp>
          <p:nvSpPr>
            <p:cNvPr id="1023" name="Google Shape;1023;p110"/>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dk1"/>
              </a:solidFill>
              <a:prstDash val="solid"/>
              <a:round/>
              <a:headEnd len="med" w="med" type="none"/>
              <a:tailEnd len="med" w="med" type="none"/>
            </a:ln>
          </p:spPr>
        </p:sp>
      </p:grpSp>
      <p:sp>
        <p:nvSpPr>
          <p:cNvPr id="1024" name="Google Shape;1024;p110"/>
          <p:cNvSpPr txBox="1"/>
          <p:nvPr/>
        </p:nvSpPr>
        <p:spPr>
          <a:xfrm>
            <a:off x="3183290" y="20601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1025" name="Google Shape;1025;p110"/>
          <p:cNvSpPr txBox="1"/>
          <p:nvPr/>
        </p:nvSpPr>
        <p:spPr>
          <a:xfrm>
            <a:off x="4922165" y="20601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1026" name="Google Shape;1026;p110"/>
          <p:cNvSpPr txBox="1"/>
          <p:nvPr/>
        </p:nvSpPr>
        <p:spPr>
          <a:xfrm>
            <a:off x="6661040" y="20601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1027" name="Google Shape;1027;p110"/>
          <p:cNvSpPr txBox="1"/>
          <p:nvPr/>
        </p:nvSpPr>
        <p:spPr>
          <a:xfrm>
            <a:off x="8399915" y="20601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1028" name="Google Shape;1028;p110"/>
          <p:cNvSpPr txBox="1"/>
          <p:nvPr>
            <p:ph idx="8" type="body"/>
          </p:nvPr>
        </p:nvSpPr>
        <p:spPr>
          <a:xfrm>
            <a:off x="7164925" y="2428575"/>
            <a:ext cx="1821900" cy="18879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Handled Outliers:</a:t>
            </a:r>
            <a:endParaRPr sz="1100"/>
          </a:p>
          <a:p>
            <a:pPr indent="0" lvl="0" marL="0" rtl="0" algn="l">
              <a:spcBef>
                <a:spcPts val="0"/>
              </a:spcBef>
              <a:spcAft>
                <a:spcPts val="0"/>
              </a:spcAft>
              <a:buNone/>
            </a:pPr>
            <a:r>
              <a:rPr lang="en" sz="1100"/>
              <a:t>- Removed the bottom and top 0.5 percentile</a:t>
            </a:r>
            <a:endParaRPr sz="1100"/>
          </a:p>
          <a:p>
            <a:pPr indent="0" lvl="0" marL="0" rtl="0" algn="l">
              <a:spcBef>
                <a:spcPts val="0"/>
              </a:spcBef>
              <a:spcAft>
                <a:spcPts val="0"/>
              </a:spcAft>
              <a:buNone/>
            </a:pPr>
            <a:r>
              <a:rPr lang="en" sz="1100"/>
              <a:t>(Learned from training window only, then applied to test/validation sets)</a:t>
            </a:r>
            <a:endParaRPr sz="1100"/>
          </a:p>
          <a:p>
            <a:pPr indent="0" lvl="0" marL="0" rtl="0" algn="l">
              <a:spcBef>
                <a:spcPts val="0"/>
              </a:spcBef>
              <a:spcAft>
                <a:spcPts val="0"/>
              </a:spcAft>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grpSp>
        <p:nvGrpSpPr>
          <p:cNvPr id="1033" name="Google Shape;1033;p111"/>
          <p:cNvGrpSpPr/>
          <p:nvPr/>
        </p:nvGrpSpPr>
        <p:grpSpPr>
          <a:xfrm>
            <a:off x="-1" y="760310"/>
            <a:ext cx="4358410" cy="3487960"/>
            <a:chOff x="536925" y="238125"/>
            <a:chExt cx="6546125" cy="5238750"/>
          </a:xfrm>
        </p:grpSpPr>
        <p:sp>
          <p:nvSpPr>
            <p:cNvPr id="1034" name="Google Shape;1034;p111"/>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035" name="Google Shape;1035;p111"/>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036" name="Google Shape;1036;p111"/>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grpSp>
      <p:sp>
        <p:nvSpPr>
          <p:cNvPr id="1037" name="Google Shape;1037;p111"/>
          <p:cNvSpPr txBox="1"/>
          <p:nvPr>
            <p:ph idx="1" type="body"/>
          </p:nvPr>
        </p:nvSpPr>
        <p:spPr>
          <a:xfrm>
            <a:off x="4572000" y="972650"/>
            <a:ext cx="4440900" cy="3371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Location Correction and Validation:</a:t>
            </a:r>
            <a:endParaRPr/>
          </a:p>
          <a:p>
            <a:pPr indent="-330200" lvl="0" marL="457200" rtl="0" algn="l">
              <a:lnSpc>
                <a:spcPct val="100000"/>
              </a:lnSpc>
              <a:spcBef>
                <a:spcPts val="0"/>
              </a:spcBef>
              <a:spcAft>
                <a:spcPts val="0"/>
              </a:spcAft>
              <a:buSzPts val="1600"/>
              <a:buChar char="-"/>
            </a:pPr>
            <a:r>
              <a:rPr lang="en"/>
              <a:t>Flagged missing or suspicious coordinate records</a:t>
            </a:r>
            <a:endParaRPr/>
          </a:p>
          <a:p>
            <a:pPr indent="-330200" lvl="0" marL="457200" rtl="0" algn="l">
              <a:lnSpc>
                <a:spcPct val="100000"/>
              </a:lnSpc>
              <a:spcBef>
                <a:spcPts val="0"/>
              </a:spcBef>
              <a:spcAft>
                <a:spcPts val="0"/>
              </a:spcAft>
              <a:buSzPts val="1600"/>
              <a:buChar char="-"/>
            </a:pPr>
            <a:r>
              <a:rPr lang="en"/>
              <a:t>Corrected them using a geocoding checkpoint</a:t>
            </a:r>
            <a:endParaRPr/>
          </a:p>
          <a:p>
            <a:pPr indent="0" lvl="0" marL="0" rtl="0" algn="l">
              <a:lnSpc>
                <a:spcPct val="100000"/>
              </a:lnSpc>
              <a:spcBef>
                <a:spcPts val="0"/>
              </a:spcBef>
              <a:spcAft>
                <a:spcPts val="0"/>
              </a:spcAft>
              <a:buNone/>
            </a:pPr>
            <a:r>
              <a:rPr lang="en"/>
              <a:t>Missing Value Handling:</a:t>
            </a:r>
            <a:endParaRPr/>
          </a:p>
          <a:p>
            <a:pPr indent="-330200" lvl="0" marL="457200" rtl="0" algn="l">
              <a:lnSpc>
                <a:spcPct val="100000"/>
              </a:lnSpc>
              <a:spcBef>
                <a:spcPts val="0"/>
              </a:spcBef>
              <a:spcAft>
                <a:spcPts val="0"/>
              </a:spcAft>
              <a:buSzPts val="1600"/>
              <a:buChar char="-"/>
            </a:pPr>
            <a:r>
              <a:rPr lang="en"/>
              <a:t>Median imputation for most numerical variables (ex. LivingArea)</a:t>
            </a:r>
            <a:endParaRPr/>
          </a:p>
          <a:p>
            <a:pPr indent="-330200" lvl="0" marL="457200" rtl="0" algn="l">
              <a:lnSpc>
                <a:spcPct val="100000"/>
              </a:lnSpc>
              <a:spcBef>
                <a:spcPts val="0"/>
              </a:spcBef>
              <a:spcAft>
                <a:spcPts val="0"/>
              </a:spcAft>
              <a:buSzPts val="1600"/>
              <a:buChar char="-"/>
            </a:pPr>
            <a:r>
              <a:rPr lang="en"/>
              <a:t>Categorical variables set to most frequently </a:t>
            </a:r>
            <a:r>
              <a:rPr lang="en"/>
              <a:t>occurring</a:t>
            </a:r>
            <a:r>
              <a:rPr lang="en"/>
              <a:t> option in training set</a:t>
            </a:r>
            <a:endParaRPr/>
          </a:p>
          <a:p>
            <a:pPr indent="0" lvl="0" marL="0" rtl="0" algn="l">
              <a:lnSpc>
                <a:spcPct val="100000"/>
              </a:lnSpc>
              <a:spcBef>
                <a:spcPts val="0"/>
              </a:spcBef>
              <a:spcAft>
                <a:spcPts val="0"/>
              </a:spcAft>
              <a:buNone/>
            </a:pPr>
            <a:r>
              <a:rPr lang="en"/>
              <a:t>Leakage Prevention:</a:t>
            </a:r>
            <a:endParaRPr/>
          </a:p>
          <a:p>
            <a:pPr indent="-330200" lvl="0" marL="457200" rtl="0" algn="l">
              <a:spcBef>
                <a:spcPts val="0"/>
              </a:spcBef>
              <a:spcAft>
                <a:spcPts val="0"/>
              </a:spcAft>
              <a:buSzPts val="1600"/>
              <a:buChar char="-"/>
            </a:pPr>
            <a:r>
              <a:rPr lang="en"/>
              <a:t>ListPrice</a:t>
            </a:r>
            <a:endParaRPr/>
          </a:p>
          <a:p>
            <a:pPr indent="-330200" lvl="0" marL="457200" rtl="0" algn="l">
              <a:spcBef>
                <a:spcPts val="0"/>
              </a:spcBef>
              <a:spcAft>
                <a:spcPts val="0"/>
              </a:spcAft>
              <a:buSzPts val="1600"/>
              <a:buChar char="-"/>
            </a:pPr>
            <a:r>
              <a:rPr lang="en"/>
              <a:t>OriginalListPrice</a:t>
            </a:r>
            <a:endParaRPr/>
          </a:p>
          <a:p>
            <a:pPr indent="0" lvl="0" marL="0" rtl="0" algn="l">
              <a:spcBef>
                <a:spcPts val="0"/>
              </a:spcBef>
              <a:spcAft>
                <a:spcPts val="800"/>
              </a:spcAft>
              <a:buNone/>
            </a:pPr>
            <a:r>
              <a:t/>
            </a:r>
            <a:endParaRPr/>
          </a:p>
        </p:txBody>
      </p:sp>
      <p:sp>
        <p:nvSpPr>
          <p:cNvPr id="1038" name="Google Shape;1038;p111"/>
          <p:cNvSpPr txBox="1"/>
          <p:nvPr>
            <p:ph type="title"/>
          </p:nvPr>
        </p:nvSpPr>
        <p:spPr>
          <a:xfrm>
            <a:off x="228600" y="2294703"/>
            <a:ext cx="429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More Preprocessing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112"/>
          <p:cNvSpPr/>
          <p:nvPr/>
        </p:nvSpPr>
        <p:spPr>
          <a:xfrm>
            <a:off x="273600" y="2019750"/>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44" name="Google Shape;1044;p112"/>
          <p:cNvSpPr/>
          <p:nvPr/>
        </p:nvSpPr>
        <p:spPr>
          <a:xfrm>
            <a:off x="2735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1045" name="Google Shape;1045;p112"/>
          <p:cNvSpPr/>
          <p:nvPr/>
        </p:nvSpPr>
        <p:spPr>
          <a:xfrm>
            <a:off x="6129600" y="2019750"/>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46" name="Google Shape;1046;p112"/>
          <p:cNvSpPr/>
          <p:nvPr/>
        </p:nvSpPr>
        <p:spPr>
          <a:xfrm>
            <a:off x="61295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1047" name="Google Shape;1047;p112"/>
          <p:cNvSpPr/>
          <p:nvPr/>
        </p:nvSpPr>
        <p:spPr>
          <a:xfrm>
            <a:off x="3203650" y="2019750"/>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48" name="Google Shape;1048;p112"/>
          <p:cNvSpPr/>
          <p:nvPr/>
        </p:nvSpPr>
        <p:spPr>
          <a:xfrm>
            <a:off x="320362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1049" name="Google Shape;1049;p112"/>
          <p:cNvSpPr txBox="1"/>
          <p:nvPr>
            <p:ph idx="1" type="subTitle"/>
          </p:nvPr>
        </p:nvSpPr>
        <p:spPr>
          <a:xfrm>
            <a:off x="273575" y="180285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a:t>Training Set</a:t>
            </a:r>
            <a:endParaRPr/>
          </a:p>
        </p:txBody>
      </p:sp>
      <p:sp>
        <p:nvSpPr>
          <p:cNvPr id="1050" name="Google Shape;1050;p112"/>
          <p:cNvSpPr txBox="1"/>
          <p:nvPr>
            <p:ph idx="2" type="subTitle"/>
          </p:nvPr>
        </p:nvSpPr>
        <p:spPr>
          <a:xfrm>
            <a:off x="3201588" y="180285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a:t>Validation Set</a:t>
            </a:r>
            <a:endParaRPr/>
          </a:p>
        </p:txBody>
      </p:sp>
      <p:sp>
        <p:nvSpPr>
          <p:cNvPr id="1051" name="Google Shape;1051;p112"/>
          <p:cNvSpPr txBox="1"/>
          <p:nvPr>
            <p:ph idx="3" type="subTitle"/>
          </p:nvPr>
        </p:nvSpPr>
        <p:spPr>
          <a:xfrm>
            <a:off x="6129613" y="180285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a:t>Test Set</a:t>
            </a:r>
            <a:endParaRPr/>
          </a:p>
        </p:txBody>
      </p:sp>
      <p:sp>
        <p:nvSpPr>
          <p:cNvPr id="1052" name="Google Shape;1052;p112"/>
          <p:cNvSpPr txBox="1"/>
          <p:nvPr>
            <p:ph idx="4" type="body"/>
          </p:nvPr>
        </p:nvSpPr>
        <p:spPr>
          <a:xfrm>
            <a:off x="273575" y="2336923"/>
            <a:ext cx="28347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lang="en"/>
              <a:t>24 months of data from April 2024 to March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263,552 rows </a:t>
            </a:r>
            <a:endParaRPr/>
          </a:p>
        </p:txBody>
      </p:sp>
      <p:sp>
        <p:nvSpPr>
          <p:cNvPr id="1053" name="Google Shape;1053;p112"/>
          <p:cNvSpPr txBox="1"/>
          <p:nvPr>
            <p:ph idx="5" type="body"/>
          </p:nvPr>
        </p:nvSpPr>
        <p:spPr>
          <a:xfrm>
            <a:off x="3201588" y="2336923"/>
            <a:ext cx="28347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lang="en"/>
              <a:t>April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11,872 rows</a:t>
            </a:r>
            <a:endParaRPr/>
          </a:p>
        </p:txBody>
      </p:sp>
      <p:sp>
        <p:nvSpPr>
          <p:cNvPr id="1054" name="Google Shape;1054;p112"/>
          <p:cNvSpPr txBox="1"/>
          <p:nvPr>
            <p:ph idx="6" type="body"/>
          </p:nvPr>
        </p:nvSpPr>
        <p:spPr>
          <a:xfrm>
            <a:off x="6129613" y="2336923"/>
            <a:ext cx="2834700" cy="7221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lang="en"/>
              <a:t>May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11,876 rows</a:t>
            </a:r>
            <a:endParaRPr/>
          </a:p>
        </p:txBody>
      </p:sp>
      <p:sp>
        <p:nvSpPr>
          <p:cNvPr id="1055" name="Google Shape;1055;p112"/>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Train/test split</a:t>
            </a:r>
            <a:endParaRPr/>
          </a:p>
        </p:txBody>
      </p:sp>
      <p:grpSp>
        <p:nvGrpSpPr>
          <p:cNvPr id="1056" name="Google Shape;1056;p112"/>
          <p:cNvGrpSpPr/>
          <p:nvPr/>
        </p:nvGrpSpPr>
        <p:grpSpPr>
          <a:xfrm>
            <a:off x="7819377" y="736468"/>
            <a:ext cx="791090" cy="860886"/>
            <a:chOff x="6219513" y="1474206"/>
            <a:chExt cx="890968" cy="969576"/>
          </a:xfrm>
        </p:grpSpPr>
        <p:sp>
          <p:nvSpPr>
            <p:cNvPr id="1057" name="Google Shape;1057;p112"/>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9525">
              <a:solidFill>
                <a:schemeClr val="dk1"/>
              </a:solidFill>
              <a:prstDash val="solid"/>
              <a:round/>
              <a:headEnd len="med" w="med" type="none"/>
              <a:tailEnd len="med" w="med" type="none"/>
            </a:ln>
          </p:spPr>
        </p:sp>
        <p:sp>
          <p:nvSpPr>
            <p:cNvPr id="1058" name="Google Shape;1058;p112"/>
            <p:cNvSpPr/>
            <p:nvPr/>
          </p:nvSpPr>
          <p:spPr>
            <a:xfrm>
              <a:off x="6564073" y="2301803"/>
              <a:ext cx="35119" cy="141979"/>
            </a:xfrm>
            <a:custGeom>
              <a:rect b="b" l="l" r="r" t="t"/>
              <a:pathLst>
                <a:path extrusionOk="0" h="8134" w="2012">
                  <a:moveTo>
                    <a:pt x="0" y="0"/>
                  </a:moveTo>
                  <a:cubicBezTo>
                    <a:pt x="763" y="2664"/>
                    <a:pt x="2740" y="5561"/>
                    <a:pt x="1713" y="8134"/>
                  </a:cubicBezTo>
                </a:path>
              </a:pathLst>
            </a:custGeom>
            <a:noFill/>
            <a:ln cap="flat" cmpd="sng" w="9525">
              <a:solidFill>
                <a:schemeClr val="dk1"/>
              </a:solidFill>
              <a:prstDash val="solid"/>
              <a:round/>
              <a:headEnd len="med" w="med" type="none"/>
              <a:tailEnd len="med" w="med" type="none"/>
            </a:ln>
          </p:spPr>
        </p:sp>
        <p:sp>
          <p:nvSpPr>
            <p:cNvPr id="1059" name="Google Shape;1059;p112"/>
            <p:cNvSpPr/>
            <p:nvPr/>
          </p:nvSpPr>
          <p:spPr>
            <a:xfrm>
              <a:off x="6593941" y="2423774"/>
              <a:ext cx="144475" cy="17438"/>
            </a:xfrm>
            <a:custGeom>
              <a:rect b="b" l="l" r="r" t="t"/>
              <a:pathLst>
                <a:path extrusionOk="0" h="999" w="8277">
                  <a:moveTo>
                    <a:pt x="0" y="999"/>
                  </a:moveTo>
                  <a:cubicBezTo>
                    <a:pt x="2696" y="326"/>
                    <a:pt x="5498" y="0"/>
                    <a:pt x="8277" y="0"/>
                  </a:cubicBezTo>
                </a:path>
              </a:pathLst>
            </a:custGeom>
            <a:noFill/>
            <a:ln cap="flat" cmpd="sng" w="9525">
              <a:solidFill>
                <a:schemeClr val="dk1"/>
              </a:solidFill>
              <a:prstDash val="solid"/>
              <a:round/>
              <a:headEnd len="med" w="med" type="none"/>
              <a:tailEnd len="med" w="med" type="none"/>
            </a:ln>
          </p:spPr>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grpSp>
        <p:nvGrpSpPr>
          <p:cNvPr id="1064" name="Google Shape;1064;p113"/>
          <p:cNvGrpSpPr/>
          <p:nvPr/>
        </p:nvGrpSpPr>
        <p:grpSpPr>
          <a:xfrm>
            <a:off x="-1" y="760310"/>
            <a:ext cx="4358410" cy="3487960"/>
            <a:chOff x="536925" y="238125"/>
            <a:chExt cx="6546125" cy="5238750"/>
          </a:xfrm>
        </p:grpSpPr>
        <p:sp>
          <p:nvSpPr>
            <p:cNvPr id="1065" name="Google Shape;1065;p113"/>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066" name="Google Shape;1066;p113"/>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067" name="Google Shape;1067;p113"/>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grpSp>
      <p:sp>
        <p:nvSpPr>
          <p:cNvPr id="1068" name="Google Shape;1068;p113"/>
          <p:cNvSpPr txBox="1"/>
          <p:nvPr>
            <p:ph idx="1" type="body"/>
          </p:nvPr>
        </p:nvSpPr>
        <p:spPr>
          <a:xfrm>
            <a:off x="4488450" y="1987700"/>
            <a:ext cx="4440900" cy="23559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1800"/>
              <a:t>A simple but strong starting point for evaluating later models</a:t>
            </a:r>
            <a:endParaRPr sz="1800"/>
          </a:p>
          <a:p>
            <a:pPr indent="0" lvl="0" marL="0" rtl="0" algn="l">
              <a:spcBef>
                <a:spcPts val="0"/>
              </a:spcBef>
              <a:spcAft>
                <a:spcPts val="800"/>
              </a:spcAft>
              <a:buNone/>
            </a:pPr>
            <a:r>
              <a:t/>
            </a:r>
            <a:endParaRPr/>
          </a:p>
        </p:txBody>
      </p:sp>
      <p:sp>
        <p:nvSpPr>
          <p:cNvPr id="1069" name="Google Shape;1069;p113"/>
          <p:cNvSpPr txBox="1"/>
          <p:nvPr>
            <p:ph type="title"/>
          </p:nvPr>
        </p:nvSpPr>
        <p:spPr>
          <a:xfrm>
            <a:off x="228600" y="2294703"/>
            <a:ext cx="429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Baseline Modeling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14"/>
          <p:cNvSpPr/>
          <p:nvPr/>
        </p:nvSpPr>
        <p:spPr>
          <a:xfrm>
            <a:off x="513500" y="1165050"/>
            <a:ext cx="3823200" cy="3394200"/>
          </a:xfrm>
          <a:prstGeom prst="round2SameRect">
            <a:avLst>
              <a:gd fmla="val 0" name="adj1"/>
              <a:gd fmla="val 14216" name="adj2"/>
            </a:avLst>
          </a:prstGeom>
          <a:solidFill>
            <a:schemeClr val="accent6"/>
          </a:solidFill>
          <a:ln>
            <a:noFill/>
          </a:ln>
        </p:spPr>
        <p:txBody>
          <a:bodyPr anchorCtr="0" anchor="ctr" bIns="123300" lIns="123300" spcFirstLastPara="1" rIns="123300" wrap="square" tIns="123300">
            <a:noAutofit/>
          </a:bodyPr>
          <a:lstStyle/>
          <a:p>
            <a:pPr indent="0" lvl="0" marL="0" rtl="0" algn="ctr">
              <a:spcBef>
                <a:spcPts val="0"/>
              </a:spcBef>
              <a:spcAft>
                <a:spcPts val="0"/>
              </a:spcAft>
              <a:buNone/>
            </a:pPr>
            <a:r>
              <a:t/>
            </a:r>
            <a:endParaRPr sz="1888">
              <a:solidFill>
                <a:schemeClr val="dk1"/>
              </a:solidFill>
              <a:latin typeface="Nunito Sans"/>
              <a:ea typeface="Nunito Sans"/>
              <a:cs typeface="Nunito Sans"/>
              <a:sym typeface="Nunito Sans"/>
            </a:endParaRPr>
          </a:p>
        </p:txBody>
      </p:sp>
      <p:sp>
        <p:nvSpPr>
          <p:cNvPr id="1075" name="Google Shape;1075;p114"/>
          <p:cNvSpPr/>
          <p:nvPr/>
        </p:nvSpPr>
        <p:spPr>
          <a:xfrm>
            <a:off x="513475" y="917950"/>
            <a:ext cx="3817800" cy="494400"/>
          </a:xfrm>
          <a:prstGeom prst="roundRect">
            <a:avLst>
              <a:gd fmla="val 50000" name="adj"/>
            </a:avLst>
          </a:prstGeom>
          <a:solidFill>
            <a:schemeClr val="lt2"/>
          </a:solidFill>
          <a:ln>
            <a:noFill/>
          </a:ln>
        </p:spPr>
        <p:txBody>
          <a:bodyPr anchorCtr="0" anchor="ctr" bIns="123300" lIns="369950" spcFirstLastPara="1" rIns="369950" wrap="square" tIns="123300">
            <a:noAutofit/>
          </a:bodyPr>
          <a:lstStyle/>
          <a:p>
            <a:pPr indent="0" lvl="0" marL="0" rtl="0" algn="l">
              <a:spcBef>
                <a:spcPts val="0"/>
              </a:spcBef>
              <a:spcAft>
                <a:spcPts val="0"/>
              </a:spcAft>
              <a:buNone/>
            </a:pPr>
            <a:r>
              <a:t/>
            </a:r>
            <a:endParaRPr b="1" sz="1349">
              <a:solidFill>
                <a:schemeClr val="dk2"/>
              </a:solidFill>
              <a:latin typeface="Nunito Sans"/>
              <a:ea typeface="Nunito Sans"/>
              <a:cs typeface="Nunito Sans"/>
              <a:sym typeface="Nunito Sans"/>
            </a:endParaRPr>
          </a:p>
        </p:txBody>
      </p:sp>
      <p:sp>
        <p:nvSpPr>
          <p:cNvPr id="1076" name="Google Shape;1076;p114"/>
          <p:cNvSpPr/>
          <p:nvPr/>
        </p:nvSpPr>
        <p:spPr>
          <a:xfrm>
            <a:off x="4697225" y="1210150"/>
            <a:ext cx="3818700" cy="3349200"/>
          </a:xfrm>
          <a:prstGeom prst="round2SameRect">
            <a:avLst>
              <a:gd fmla="val 0" name="adj1"/>
              <a:gd fmla="val 14216" name="adj2"/>
            </a:avLst>
          </a:prstGeom>
          <a:solidFill>
            <a:schemeClr val="accent6"/>
          </a:solidFill>
          <a:ln>
            <a:noFill/>
          </a:ln>
        </p:spPr>
        <p:txBody>
          <a:bodyPr anchorCtr="0" anchor="ctr" bIns="123175" lIns="123175" spcFirstLastPara="1" rIns="123175" wrap="square" tIns="123175">
            <a:noAutofit/>
          </a:bodyPr>
          <a:lstStyle/>
          <a:p>
            <a:pPr indent="0" lvl="0" marL="0" rtl="0" algn="ctr">
              <a:spcBef>
                <a:spcPts val="0"/>
              </a:spcBef>
              <a:spcAft>
                <a:spcPts val="0"/>
              </a:spcAft>
              <a:buNone/>
            </a:pPr>
            <a:r>
              <a:t/>
            </a:r>
            <a:endParaRPr sz="1886">
              <a:solidFill>
                <a:schemeClr val="dk1"/>
              </a:solidFill>
              <a:latin typeface="Nunito Sans"/>
              <a:ea typeface="Nunito Sans"/>
              <a:cs typeface="Nunito Sans"/>
              <a:sym typeface="Nunito Sans"/>
            </a:endParaRPr>
          </a:p>
        </p:txBody>
      </p:sp>
      <p:sp>
        <p:nvSpPr>
          <p:cNvPr id="1077" name="Google Shape;1077;p114"/>
          <p:cNvSpPr/>
          <p:nvPr/>
        </p:nvSpPr>
        <p:spPr>
          <a:xfrm>
            <a:off x="4697200" y="917950"/>
            <a:ext cx="3813600" cy="494400"/>
          </a:xfrm>
          <a:prstGeom prst="roundRect">
            <a:avLst>
              <a:gd fmla="val 50000" name="adj"/>
            </a:avLst>
          </a:prstGeom>
          <a:solidFill>
            <a:schemeClr val="lt2"/>
          </a:solidFill>
          <a:ln>
            <a:noFill/>
          </a:ln>
        </p:spPr>
        <p:txBody>
          <a:bodyPr anchorCtr="0" anchor="ctr" bIns="123175" lIns="369525" spcFirstLastPara="1" rIns="369525" wrap="square" tIns="123175">
            <a:noAutofit/>
          </a:bodyPr>
          <a:lstStyle/>
          <a:p>
            <a:pPr indent="0" lvl="0" marL="0" rtl="0" algn="l">
              <a:spcBef>
                <a:spcPts val="0"/>
              </a:spcBef>
              <a:spcAft>
                <a:spcPts val="0"/>
              </a:spcAft>
              <a:buNone/>
            </a:pPr>
            <a:r>
              <a:t/>
            </a:r>
            <a:endParaRPr b="1" sz="1347">
              <a:solidFill>
                <a:schemeClr val="dk2"/>
              </a:solidFill>
              <a:latin typeface="Nunito Sans"/>
              <a:ea typeface="Nunito Sans"/>
              <a:cs typeface="Nunito Sans"/>
              <a:sym typeface="Nunito Sans"/>
            </a:endParaRPr>
          </a:p>
        </p:txBody>
      </p:sp>
      <p:sp>
        <p:nvSpPr>
          <p:cNvPr id="1078" name="Google Shape;1078;p114"/>
          <p:cNvSpPr txBox="1"/>
          <p:nvPr>
            <p:ph idx="1" type="subTitle"/>
          </p:nvPr>
        </p:nvSpPr>
        <p:spPr>
          <a:xfrm>
            <a:off x="513500" y="956188"/>
            <a:ext cx="3823200" cy="417900"/>
          </a:xfrm>
          <a:prstGeom prst="rect">
            <a:avLst/>
          </a:prstGeom>
        </p:spPr>
        <p:txBody>
          <a:bodyPr anchorCtr="0" anchor="ctr" bIns="123300" lIns="123300" spcFirstLastPara="1" rIns="123300" wrap="square" tIns="123300">
            <a:noAutofit/>
          </a:bodyPr>
          <a:lstStyle/>
          <a:p>
            <a:pPr indent="0" lvl="0" marL="0" rtl="0" algn="ctr">
              <a:spcBef>
                <a:spcPts val="0"/>
              </a:spcBef>
              <a:spcAft>
                <a:spcPts val="0"/>
              </a:spcAft>
              <a:buNone/>
            </a:pPr>
            <a:r>
              <a:rPr lang="en" sz="2158"/>
              <a:t>Approach</a:t>
            </a:r>
            <a:endParaRPr sz="2158"/>
          </a:p>
        </p:txBody>
      </p:sp>
      <p:sp>
        <p:nvSpPr>
          <p:cNvPr id="1079" name="Google Shape;1079;p114"/>
          <p:cNvSpPr txBox="1"/>
          <p:nvPr>
            <p:ph idx="2" type="subTitle"/>
          </p:nvPr>
        </p:nvSpPr>
        <p:spPr>
          <a:xfrm>
            <a:off x="4697225" y="917950"/>
            <a:ext cx="3818700" cy="494400"/>
          </a:xfrm>
          <a:prstGeom prst="rect">
            <a:avLst/>
          </a:prstGeom>
        </p:spPr>
        <p:txBody>
          <a:bodyPr anchorCtr="0" anchor="ctr" bIns="123175" lIns="123175" spcFirstLastPara="1" rIns="123175" wrap="square" tIns="123175">
            <a:noAutofit/>
          </a:bodyPr>
          <a:lstStyle/>
          <a:p>
            <a:pPr indent="0" lvl="0" marL="0" rtl="0" algn="ctr">
              <a:spcBef>
                <a:spcPts val="0"/>
              </a:spcBef>
              <a:spcAft>
                <a:spcPts val="0"/>
              </a:spcAft>
              <a:buNone/>
            </a:pPr>
            <a:r>
              <a:rPr lang="en" sz="2155"/>
              <a:t>Feature Types</a:t>
            </a:r>
            <a:endParaRPr sz="2155"/>
          </a:p>
        </p:txBody>
      </p:sp>
      <p:sp>
        <p:nvSpPr>
          <p:cNvPr id="1080" name="Google Shape;1080;p114"/>
          <p:cNvSpPr txBox="1"/>
          <p:nvPr>
            <p:ph idx="4" type="body"/>
          </p:nvPr>
        </p:nvSpPr>
        <p:spPr>
          <a:xfrm>
            <a:off x="322900" y="1567398"/>
            <a:ext cx="3823200" cy="2524200"/>
          </a:xfrm>
          <a:prstGeom prst="rect">
            <a:avLst/>
          </a:prstGeom>
        </p:spPr>
        <p:txBody>
          <a:bodyPr anchorCtr="0" anchor="t" bIns="123300" lIns="123300" spcFirstLastPara="1" rIns="123300" wrap="square" tIns="123300">
            <a:noAutofit/>
          </a:bodyPr>
          <a:lstStyle/>
          <a:p>
            <a:pPr indent="-402511" lvl="0" marL="616613" rtl="0" algn="l">
              <a:spcBef>
                <a:spcPts val="0"/>
              </a:spcBef>
              <a:spcAft>
                <a:spcPts val="0"/>
              </a:spcAft>
              <a:buSzPts val="1484"/>
              <a:buFont typeface="Arial"/>
              <a:buChar char="-"/>
            </a:pPr>
            <a:r>
              <a:rPr lang="en" sz="1484">
                <a:latin typeface="Arial"/>
                <a:ea typeface="Arial"/>
                <a:cs typeface="Arial"/>
                <a:sym typeface="Arial"/>
              </a:rPr>
              <a:t>Linear Regression baseline</a:t>
            </a:r>
            <a:endParaRPr sz="1484">
              <a:latin typeface="Arial"/>
              <a:ea typeface="Arial"/>
              <a:cs typeface="Arial"/>
              <a:sym typeface="Arial"/>
            </a:endParaRPr>
          </a:p>
          <a:p>
            <a:pPr indent="-402511" lvl="0" marL="616613" rtl="0" algn="l">
              <a:spcBef>
                <a:spcPts val="0"/>
              </a:spcBef>
              <a:spcAft>
                <a:spcPts val="0"/>
              </a:spcAft>
              <a:buSzPts val="1484"/>
              <a:buChar char="-"/>
            </a:pPr>
            <a:r>
              <a:rPr lang="en" sz="1484">
                <a:latin typeface="Arial"/>
                <a:ea typeface="Arial"/>
                <a:cs typeface="Arial"/>
                <a:sym typeface="Arial"/>
              </a:rPr>
              <a:t>Leakage-safe preprocessing with </a:t>
            </a:r>
            <a:r>
              <a:rPr lang="en" sz="1484">
                <a:latin typeface="Roboto Mono"/>
                <a:ea typeface="Roboto Mono"/>
                <a:cs typeface="Roboto Mono"/>
                <a:sym typeface="Roboto Mono"/>
              </a:rPr>
              <a:t>Pipeline</a:t>
            </a:r>
            <a:r>
              <a:rPr lang="en" sz="1484">
                <a:latin typeface="Arial"/>
                <a:ea typeface="Arial"/>
                <a:cs typeface="Arial"/>
                <a:sym typeface="Arial"/>
              </a:rPr>
              <a:t> + </a:t>
            </a:r>
            <a:r>
              <a:rPr lang="en" sz="1484">
                <a:latin typeface="Roboto Mono"/>
                <a:ea typeface="Roboto Mono"/>
                <a:cs typeface="Roboto Mono"/>
                <a:sym typeface="Roboto Mono"/>
              </a:rPr>
              <a:t>ColumnTransformer</a:t>
            </a:r>
            <a:endParaRPr sz="1484">
              <a:latin typeface="Roboto Mono"/>
              <a:ea typeface="Roboto Mono"/>
              <a:cs typeface="Roboto Mono"/>
              <a:sym typeface="Roboto Mono"/>
            </a:endParaRPr>
          </a:p>
          <a:p>
            <a:pPr indent="-402511" lvl="0" marL="616613" rtl="0" algn="l">
              <a:spcBef>
                <a:spcPts val="0"/>
              </a:spcBef>
              <a:spcAft>
                <a:spcPts val="0"/>
              </a:spcAft>
              <a:buSzPts val="1484"/>
              <a:buFont typeface="Arial"/>
              <a:buChar char="-"/>
            </a:pPr>
            <a:r>
              <a:rPr lang="en" sz="1484">
                <a:latin typeface="Arial"/>
                <a:ea typeface="Arial"/>
                <a:cs typeface="Arial"/>
                <a:sym typeface="Arial"/>
              </a:rPr>
              <a:t>Median imputation for numeric features</a:t>
            </a:r>
            <a:endParaRPr sz="1484">
              <a:latin typeface="Arial"/>
              <a:ea typeface="Arial"/>
              <a:cs typeface="Arial"/>
              <a:sym typeface="Arial"/>
            </a:endParaRPr>
          </a:p>
          <a:p>
            <a:pPr indent="-402511" lvl="0" marL="616613" rtl="0" algn="l">
              <a:spcBef>
                <a:spcPts val="0"/>
              </a:spcBef>
              <a:spcAft>
                <a:spcPts val="0"/>
              </a:spcAft>
              <a:buSzPts val="1484"/>
              <a:buFont typeface="Arial"/>
              <a:buChar char="-"/>
            </a:pPr>
            <a:r>
              <a:rPr lang="en" sz="1484">
                <a:latin typeface="Arial"/>
                <a:ea typeface="Arial"/>
                <a:cs typeface="Arial"/>
                <a:sym typeface="Arial"/>
              </a:rPr>
              <a:t>Standard scaling for numeric features</a:t>
            </a:r>
            <a:endParaRPr sz="1484">
              <a:latin typeface="Arial"/>
              <a:ea typeface="Arial"/>
              <a:cs typeface="Arial"/>
              <a:sym typeface="Arial"/>
            </a:endParaRPr>
          </a:p>
          <a:p>
            <a:pPr indent="-402511" lvl="0" marL="616613" rtl="0" algn="l">
              <a:spcBef>
                <a:spcPts val="0"/>
              </a:spcBef>
              <a:spcAft>
                <a:spcPts val="0"/>
              </a:spcAft>
              <a:buSzPts val="1484"/>
              <a:buFont typeface="Arial"/>
              <a:buChar char="-"/>
            </a:pPr>
            <a:r>
              <a:rPr lang="en" sz="1484">
                <a:latin typeface="Arial"/>
                <a:ea typeface="Arial"/>
                <a:cs typeface="Arial"/>
                <a:sym typeface="Arial"/>
              </a:rPr>
              <a:t>One-hot encoding for categorical features</a:t>
            </a:r>
            <a:endParaRPr sz="1484">
              <a:latin typeface="Arial"/>
              <a:ea typeface="Arial"/>
              <a:cs typeface="Arial"/>
              <a:sym typeface="Arial"/>
            </a:endParaRPr>
          </a:p>
          <a:p>
            <a:pPr indent="0" lvl="0" marL="0" rtl="0" algn="l">
              <a:spcBef>
                <a:spcPts val="0"/>
              </a:spcBef>
              <a:spcAft>
                <a:spcPts val="0"/>
              </a:spcAft>
              <a:buNone/>
            </a:pPr>
            <a:r>
              <a:t/>
            </a:r>
            <a:endParaRPr sz="1349"/>
          </a:p>
        </p:txBody>
      </p:sp>
      <p:sp>
        <p:nvSpPr>
          <p:cNvPr id="1081" name="Google Shape;1081;p114"/>
          <p:cNvSpPr txBox="1"/>
          <p:nvPr>
            <p:ph idx="5" type="body"/>
          </p:nvPr>
        </p:nvSpPr>
        <p:spPr>
          <a:xfrm>
            <a:off x="4694467" y="1637430"/>
            <a:ext cx="3818700" cy="2410200"/>
          </a:xfrm>
          <a:prstGeom prst="rect">
            <a:avLst/>
          </a:prstGeom>
        </p:spPr>
        <p:txBody>
          <a:bodyPr anchorCtr="0" anchor="t" bIns="123175" lIns="123175" spcFirstLastPara="1" rIns="123175" wrap="square" tIns="123175">
            <a:noAutofit/>
          </a:bodyPr>
          <a:lstStyle/>
          <a:p>
            <a:pPr indent="-402057" lvl="0" marL="615917" rtl="0" algn="l">
              <a:spcBef>
                <a:spcPts val="0"/>
              </a:spcBef>
              <a:spcAft>
                <a:spcPts val="0"/>
              </a:spcAft>
              <a:buSzPts val="1482"/>
              <a:buChar char="-"/>
            </a:pPr>
            <a:r>
              <a:rPr lang="en" sz="1482"/>
              <a:t>Property size: living area, lot size</a:t>
            </a:r>
            <a:endParaRPr sz="1482"/>
          </a:p>
          <a:p>
            <a:pPr indent="-402057" lvl="0" marL="615917" rtl="0" algn="l">
              <a:spcBef>
                <a:spcPts val="0"/>
              </a:spcBef>
              <a:spcAft>
                <a:spcPts val="0"/>
              </a:spcAft>
              <a:buSzPts val="1482"/>
              <a:buChar char="-"/>
            </a:pPr>
            <a:r>
              <a:rPr lang="en" sz="1482"/>
              <a:t>Room counts: bedrooms, bathrooms, garage spaces</a:t>
            </a:r>
            <a:endParaRPr sz="1482"/>
          </a:p>
          <a:p>
            <a:pPr indent="-402057" lvl="0" marL="615917" rtl="0" algn="l">
              <a:spcBef>
                <a:spcPts val="0"/>
              </a:spcBef>
              <a:spcAft>
                <a:spcPts val="0"/>
              </a:spcAft>
              <a:buSzPts val="1482"/>
              <a:buChar char="-"/>
            </a:pPr>
            <a:r>
              <a:rPr lang="en" sz="1482"/>
              <a:t>Location: latitude, longitude, city, county, MLS area, high school district</a:t>
            </a:r>
            <a:endParaRPr sz="1482"/>
          </a:p>
          <a:p>
            <a:pPr indent="-402057" lvl="0" marL="615917" rtl="0" algn="l">
              <a:spcBef>
                <a:spcPts val="0"/>
              </a:spcBef>
              <a:spcAft>
                <a:spcPts val="0"/>
              </a:spcAft>
              <a:buSzPts val="1482"/>
              <a:buChar char="-"/>
            </a:pPr>
            <a:r>
              <a:rPr lang="en" sz="1482"/>
              <a:t>Property attributes: pool, view, fireplace, year built, stories, flooring</a:t>
            </a:r>
            <a:endParaRPr sz="1482"/>
          </a:p>
          <a:p>
            <a:pPr indent="0" lvl="0" marL="0" rtl="0" algn="l">
              <a:spcBef>
                <a:spcPts val="0"/>
              </a:spcBef>
              <a:spcAft>
                <a:spcPts val="0"/>
              </a:spcAft>
              <a:buNone/>
            </a:pPr>
            <a:r>
              <a:t/>
            </a:r>
            <a:endParaRPr sz="1347"/>
          </a:p>
        </p:txBody>
      </p:sp>
      <p:sp>
        <p:nvSpPr>
          <p:cNvPr id="1082" name="Google Shape;1082;p114"/>
          <p:cNvSpPr txBox="1"/>
          <p:nvPr>
            <p:ph type="title"/>
          </p:nvPr>
        </p:nvSpPr>
        <p:spPr>
          <a:xfrm>
            <a:off x="426350" y="1473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Linear Regression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15"/>
          <p:cNvSpPr txBox="1"/>
          <p:nvPr>
            <p:ph type="title"/>
          </p:nvPr>
        </p:nvSpPr>
        <p:spPr>
          <a:xfrm>
            <a:off x="228600" y="520675"/>
            <a:ext cx="4803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Results</a:t>
            </a:r>
            <a:endParaRPr sz="2400"/>
          </a:p>
        </p:txBody>
      </p:sp>
      <p:grpSp>
        <p:nvGrpSpPr>
          <p:cNvPr id="1088" name="Google Shape;1088;p115"/>
          <p:cNvGrpSpPr/>
          <p:nvPr/>
        </p:nvGrpSpPr>
        <p:grpSpPr>
          <a:xfrm>
            <a:off x="228609" y="1662315"/>
            <a:ext cx="8828567" cy="2303771"/>
            <a:chOff x="324300" y="2029644"/>
            <a:chExt cx="8500450" cy="2218150"/>
          </a:xfrm>
        </p:grpSpPr>
        <p:sp>
          <p:nvSpPr>
            <p:cNvPr id="1089" name="Google Shape;1089;p115"/>
            <p:cNvSpPr/>
            <p:nvPr/>
          </p:nvSpPr>
          <p:spPr>
            <a:xfrm>
              <a:off x="4223891" y="2032510"/>
              <a:ext cx="2246400" cy="286200"/>
            </a:xfrm>
            <a:prstGeom prst="roundRect">
              <a:avLst>
                <a:gd fmla="val 50000" name="adj"/>
              </a:avLst>
            </a:prstGeom>
            <a:solidFill>
              <a:schemeClr val="accent1"/>
            </a:solidFill>
            <a:ln>
              <a:noFill/>
            </a:ln>
          </p:spPr>
          <p:txBody>
            <a:bodyPr anchorCtr="0" anchor="ctr" bIns="94950" lIns="94950" spcFirstLastPara="1" rIns="94950" wrap="square" tIns="94950">
              <a:noAutofit/>
            </a:bodyPr>
            <a:lstStyle/>
            <a:p>
              <a:pPr indent="0" lvl="0" marL="0" rtl="0" algn="ctr">
                <a:spcBef>
                  <a:spcPts val="0"/>
                </a:spcBef>
                <a:spcAft>
                  <a:spcPts val="0"/>
                </a:spcAft>
                <a:buNone/>
              </a:pPr>
              <a:r>
                <a:rPr lang="en" sz="935">
                  <a:solidFill>
                    <a:schemeClr val="dk2"/>
                  </a:solidFill>
                  <a:latin typeface="Poppins SemiBold"/>
                  <a:ea typeface="Poppins SemiBold"/>
                  <a:cs typeface="Poppins SemiBold"/>
                  <a:sym typeface="Poppins SemiBold"/>
                </a:rPr>
                <a:t>MAE</a:t>
              </a:r>
              <a:endParaRPr sz="935">
                <a:solidFill>
                  <a:schemeClr val="dk2"/>
                </a:solidFill>
                <a:latin typeface="Poppins SemiBold"/>
                <a:ea typeface="Poppins SemiBold"/>
                <a:cs typeface="Poppins SemiBold"/>
                <a:sym typeface="Poppins SemiBold"/>
              </a:endParaRPr>
            </a:p>
          </p:txBody>
        </p:sp>
        <p:sp>
          <p:nvSpPr>
            <p:cNvPr id="1090" name="Google Shape;1090;p115"/>
            <p:cNvSpPr/>
            <p:nvPr/>
          </p:nvSpPr>
          <p:spPr>
            <a:xfrm>
              <a:off x="6578350" y="2032510"/>
              <a:ext cx="2246400" cy="286200"/>
            </a:xfrm>
            <a:prstGeom prst="roundRect">
              <a:avLst>
                <a:gd fmla="val 50000" name="adj"/>
              </a:avLst>
            </a:prstGeom>
            <a:solidFill>
              <a:schemeClr val="accent2"/>
            </a:solidFill>
            <a:ln>
              <a:noFill/>
            </a:ln>
          </p:spPr>
          <p:txBody>
            <a:bodyPr anchorCtr="0" anchor="ctr" bIns="94950" lIns="94950" spcFirstLastPara="1" rIns="94950" wrap="square" tIns="94950">
              <a:noAutofit/>
            </a:bodyPr>
            <a:lstStyle/>
            <a:p>
              <a:pPr indent="0" lvl="0" marL="0" rtl="0" algn="ctr">
                <a:spcBef>
                  <a:spcPts val="0"/>
                </a:spcBef>
                <a:spcAft>
                  <a:spcPts val="0"/>
                </a:spcAft>
                <a:buNone/>
              </a:pPr>
              <a:r>
                <a:rPr lang="en" sz="935">
                  <a:solidFill>
                    <a:schemeClr val="dk2"/>
                  </a:solidFill>
                  <a:latin typeface="Poppins SemiBold"/>
                  <a:ea typeface="Poppins SemiBold"/>
                  <a:cs typeface="Poppins SemiBold"/>
                  <a:sym typeface="Poppins SemiBold"/>
                </a:rPr>
                <a:t>MDAPE</a:t>
              </a:r>
              <a:endParaRPr sz="935">
                <a:solidFill>
                  <a:schemeClr val="dk2"/>
                </a:solidFill>
                <a:latin typeface="Poppins SemiBold"/>
                <a:ea typeface="Poppins SemiBold"/>
                <a:cs typeface="Poppins SemiBold"/>
                <a:sym typeface="Poppins SemiBold"/>
              </a:endParaRPr>
            </a:p>
          </p:txBody>
        </p:sp>
        <p:cxnSp>
          <p:nvCxnSpPr>
            <p:cNvPr id="1091" name="Google Shape;1091;p115"/>
            <p:cNvCxnSpPr/>
            <p:nvPr/>
          </p:nvCxnSpPr>
          <p:spPr>
            <a:xfrm>
              <a:off x="324300" y="3406472"/>
              <a:ext cx="8495400" cy="0"/>
            </a:xfrm>
            <a:prstGeom prst="straightConnector1">
              <a:avLst/>
            </a:prstGeom>
            <a:noFill/>
            <a:ln cap="flat" cmpd="sng" w="9525">
              <a:solidFill>
                <a:schemeClr val="accent5"/>
              </a:solidFill>
              <a:prstDash val="solid"/>
              <a:round/>
              <a:headEnd len="med" w="med" type="none"/>
              <a:tailEnd len="med" w="med" type="none"/>
            </a:ln>
          </p:spPr>
        </p:cxnSp>
        <p:cxnSp>
          <p:nvCxnSpPr>
            <p:cNvPr id="1092" name="Google Shape;1092;p115"/>
            <p:cNvCxnSpPr/>
            <p:nvPr/>
          </p:nvCxnSpPr>
          <p:spPr>
            <a:xfrm>
              <a:off x="324300" y="3913397"/>
              <a:ext cx="8495400" cy="0"/>
            </a:xfrm>
            <a:prstGeom prst="straightConnector1">
              <a:avLst/>
            </a:prstGeom>
            <a:noFill/>
            <a:ln cap="flat" cmpd="sng" w="9525">
              <a:solidFill>
                <a:schemeClr val="accent5"/>
              </a:solidFill>
              <a:prstDash val="solid"/>
              <a:round/>
              <a:headEnd len="med" w="med" type="none"/>
              <a:tailEnd len="med" w="med" type="none"/>
            </a:ln>
          </p:spPr>
        </p:cxnSp>
        <p:sp>
          <p:nvSpPr>
            <p:cNvPr id="1093" name="Google Shape;1093;p115"/>
            <p:cNvSpPr txBox="1"/>
            <p:nvPr/>
          </p:nvSpPr>
          <p:spPr>
            <a:xfrm>
              <a:off x="332764" y="2029644"/>
              <a:ext cx="763200" cy="246300"/>
            </a:xfrm>
            <a:prstGeom prst="rect">
              <a:avLst/>
            </a:prstGeom>
            <a:noFill/>
            <a:ln>
              <a:noFill/>
            </a:ln>
          </p:spPr>
          <p:txBody>
            <a:bodyPr anchorCtr="0" anchor="t" bIns="0" lIns="94950" spcFirstLastPara="1" rIns="94950" wrap="square" tIns="94950">
              <a:spAutoFit/>
            </a:bodyPr>
            <a:lstStyle/>
            <a:p>
              <a:pPr indent="0" lvl="0" marL="0" rtl="0" algn="l">
                <a:spcBef>
                  <a:spcPts val="0"/>
                </a:spcBef>
                <a:spcAft>
                  <a:spcPts val="0"/>
                </a:spcAft>
                <a:buNone/>
              </a:pPr>
              <a:r>
                <a:rPr b="1" lang="en" sz="1039">
                  <a:solidFill>
                    <a:schemeClr val="dk1"/>
                  </a:solidFill>
                  <a:latin typeface="Nunito Sans"/>
                  <a:ea typeface="Nunito Sans"/>
                  <a:cs typeface="Nunito Sans"/>
                  <a:sym typeface="Nunito Sans"/>
                </a:rPr>
                <a:t>Split</a:t>
              </a:r>
              <a:endParaRPr b="1" sz="1039">
                <a:solidFill>
                  <a:schemeClr val="dk1"/>
                </a:solidFill>
                <a:latin typeface="Nunito Sans"/>
                <a:ea typeface="Nunito Sans"/>
                <a:cs typeface="Nunito Sans"/>
                <a:sym typeface="Nunito Sans"/>
              </a:endParaRPr>
            </a:p>
          </p:txBody>
        </p:sp>
        <p:cxnSp>
          <p:nvCxnSpPr>
            <p:cNvPr id="1094" name="Google Shape;1094;p115"/>
            <p:cNvCxnSpPr/>
            <p:nvPr/>
          </p:nvCxnSpPr>
          <p:spPr>
            <a:xfrm>
              <a:off x="324300" y="2899547"/>
              <a:ext cx="8495400" cy="0"/>
            </a:xfrm>
            <a:prstGeom prst="straightConnector1">
              <a:avLst/>
            </a:prstGeom>
            <a:noFill/>
            <a:ln cap="flat" cmpd="sng" w="9525">
              <a:solidFill>
                <a:schemeClr val="accent5"/>
              </a:solidFill>
              <a:prstDash val="solid"/>
              <a:round/>
              <a:headEnd len="med" w="med" type="none"/>
              <a:tailEnd len="med" w="med" type="none"/>
            </a:ln>
          </p:spPr>
        </p:cxnSp>
        <p:sp>
          <p:nvSpPr>
            <p:cNvPr id="1095" name="Google Shape;1095;p115"/>
            <p:cNvSpPr txBox="1"/>
            <p:nvPr/>
          </p:nvSpPr>
          <p:spPr>
            <a:xfrm>
              <a:off x="4965489" y="2480719"/>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t/>
              </a:r>
              <a:endParaRPr sz="1039">
                <a:solidFill>
                  <a:schemeClr val="dk1"/>
                </a:solidFill>
                <a:latin typeface="Nunito Sans"/>
                <a:ea typeface="Nunito Sans"/>
                <a:cs typeface="Nunito Sans"/>
                <a:sym typeface="Nunito Sans"/>
              </a:endParaRPr>
            </a:p>
          </p:txBody>
        </p:sp>
        <p:sp>
          <p:nvSpPr>
            <p:cNvPr id="1096" name="Google Shape;1096;p115"/>
            <p:cNvSpPr txBox="1"/>
            <p:nvPr/>
          </p:nvSpPr>
          <p:spPr>
            <a:xfrm>
              <a:off x="332764" y="2987644"/>
              <a:ext cx="763200" cy="246300"/>
            </a:xfrm>
            <a:prstGeom prst="rect">
              <a:avLst/>
            </a:prstGeom>
            <a:noFill/>
            <a:ln>
              <a:noFill/>
            </a:ln>
          </p:spPr>
          <p:txBody>
            <a:bodyPr anchorCtr="0" anchor="t" bIns="0" lIns="94950" spcFirstLastPara="1" rIns="94950" wrap="square" tIns="94950">
              <a:spAutoFit/>
            </a:bodyPr>
            <a:lstStyle/>
            <a:p>
              <a:pPr indent="0" lvl="0" marL="0" rtl="0" algn="l">
                <a:spcBef>
                  <a:spcPts val="0"/>
                </a:spcBef>
                <a:spcAft>
                  <a:spcPts val="0"/>
                </a:spcAft>
                <a:buNone/>
              </a:pPr>
              <a:r>
                <a:rPr b="1" lang="en" sz="1039">
                  <a:solidFill>
                    <a:schemeClr val="dk1"/>
                  </a:solidFill>
                  <a:latin typeface="Nunito Sans"/>
                  <a:ea typeface="Nunito Sans"/>
                  <a:cs typeface="Nunito Sans"/>
                  <a:sym typeface="Nunito Sans"/>
                </a:rPr>
                <a:t>Train</a:t>
              </a:r>
              <a:endParaRPr b="1" sz="1039">
                <a:solidFill>
                  <a:schemeClr val="dk1"/>
                </a:solidFill>
                <a:latin typeface="Nunito Sans"/>
                <a:ea typeface="Nunito Sans"/>
                <a:cs typeface="Nunito Sans"/>
                <a:sym typeface="Nunito Sans"/>
              </a:endParaRPr>
            </a:p>
          </p:txBody>
        </p:sp>
        <p:sp>
          <p:nvSpPr>
            <p:cNvPr id="1097" name="Google Shape;1097;p115"/>
            <p:cNvSpPr txBox="1"/>
            <p:nvPr/>
          </p:nvSpPr>
          <p:spPr>
            <a:xfrm>
              <a:off x="2611014" y="2987644"/>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lang="en" sz="1039">
                  <a:solidFill>
                    <a:schemeClr val="dk1"/>
                  </a:solidFill>
                  <a:latin typeface="Nunito Sans"/>
                  <a:ea typeface="Nunito Sans"/>
                  <a:cs typeface="Nunito Sans"/>
                  <a:sym typeface="Nunito Sans"/>
                </a:rPr>
                <a:t>0.827</a:t>
              </a:r>
              <a:endParaRPr sz="1039">
                <a:solidFill>
                  <a:schemeClr val="dk1"/>
                </a:solidFill>
                <a:latin typeface="Nunito Sans"/>
                <a:ea typeface="Nunito Sans"/>
                <a:cs typeface="Nunito Sans"/>
                <a:sym typeface="Nunito Sans"/>
              </a:endParaRPr>
            </a:p>
          </p:txBody>
        </p:sp>
        <p:sp>
          <p:nvSpPr>
            <p:cNvPr id="1098" name="Google Shape;1098;p115"/>
            <p:cNvSpPr txBox="1"/>
            <p:nvPr/>
          </p:nvSpPr>
          <p:spPr>
            <a:xfrm>
              <a:off x="4965489" y="2987644"/>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lang="en" sz="1039">
                  <a:solidFill>
                    <a:schemeClr val="dk1"/>
                  </a:solidFill>
                  <a:latin typeface="Nunito Sans"/>
                  <a:ea typeface="Nunito Sans"/>
                  <a:cs typeface="Nunito Sans"/>
                  <a:sym typeface="Nunito Sans"/>
                </a:rPr>
                <a:t>$232.6K</a:t>
              </a:r>
              <a:endParaRPr sz="1039">
                <a:solidFill>
                  <a:schemeClr val="dk1"/>
                </a:solidFill>
                <a:latin typeface="Nunito Sans"/>
                <a:ea typeface="Nunito Sans"/>
                <a:cs typeface="Nunito Sans"/>
                <a:sym typeface="Nunito Sans"/>
              </a:endParaRPr>
            </a:p>
          </p:txBody>
        </p:sp>
        <p:sp>
          <p:nvSpPr>
            <p:cNvPr id="1099" name="Google Shape;1099;p115"/>
            <p:cNvSpPr txBox="1"/>
            <p:nvPr/>
          </p:nvSpPr>
          <p:spPr>
            <a:xfrm>
              <a:off x="7319964" y="2987644"/>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lang="en" sz="1039">
                  <a:solidFill>
                    <a:schemeClr val="dk1"/>
                  </a:solidFill>
                  <a:latin typeface="Nunito Sans"/>
                  <a:ea typeface="Nunito Sans"/>
                  <a:cs typeface="Nunito Sans"/>
                  <a:sym typeface="Nunito Sans"/>
                </a:rPr>
                <a:t>15.90%</a:t>
              </a:r>
              <a:endParaRPr sz="1039">
                <a:solidFill>
                  <a:schemeClr val="dk1"/>
                </a:solidFill>
                <a:latin typeface="Nunito Sans"/>
                <a:ea typeface="Nunito Sans"/>
                <a:cs typeface="Nunito Sans"/>
                <a:sym typeface="Nunito Sans"/>
              </a:endParaRPr>
            </a:p>
          </p:txBody>
        </p:sp>
        <p:sp>
          <p:nvSpPr>
            <p:cNvPr id="1100" name="Google Shape;1100;p115"/>
            <p:cNvSpPr txBox="1"/>
            <p:nvPr/>
          </p:nvSpPr>
          <p:spPr>
            <a:xfrm>
              <a:off x="332776" y="3494575"/>
              <a:ext cx="854100" cy="246300"/>
            </a:xfrm>
            <a:prstGeom prst="rect">
              <a:avLst/>
            </a:prstGeom>
            <a:noFill/>
            <a:ln>
              <a:noFill/>
            </a:ln>
          </p:spPr>
          <p:txBody>
            <a:bodyPr anchorCtr="0" anchor="t" bIns="0" lIns="94950" spcFirstLastPara="1" rIns="94950" wrap="square" tIns="94950">
              <a:spAutoFit/>
            </a:bodyPr>
            <a:lstStyle/>
            <a:p>
              <a:pPr indent="0" lvl="0" marL="0" rtl="0" algn="l">
                <a:spcBef>
                  <a:spcPts val="0"/>
                </a:spcBef>
                <a:spcAft>
                  <a:spcPts val="0"/>
                </a:spcAft>
                <a:buNone/>
              </a:pPr>
              <a:r>
                <a:rPr b="1" lang="en" sz="1039">
                  <a:solidFill>
                    <a:schemeClr val="dk1"/>
                  </a:solidFill>
                  <a:latin typeface="Nunito Sans"/>
                  <a:ea typeface="Nunito Sans"/>
                  <a:cs typeface="Nunito Sans"/>
                  <a:sym typeface="Nunito Sans"/>
                </a:rPr>
                <a:t>Validation</a:t>
              </a:r>
              <a:endParaRPr b="1" sz="1039">
                <a:solidFill>
                  <a:schemeClr val="dk1"/>
                </a:solidFill>
                <a:latin typeface="Nunito Sans"/>
                <a:ea typeface="Nunito Sans"/>
                <a:cs typeface="Nunito Sans"/>
                <a:sym typeface="Nunito Sans"/>
              </a:endParaRPr>
            </a:p>
          </p:txBody>
        </p:sp>
        <p:sp>
          <p:nvSpPr>
            <p:cNvPr id="1101" name="Google Shape;1101;p115"/>
            <p:cNvSpPr txBox="1"/>
            <p:nvPr/>
          </p:nvSpPr>
          <p:spPr>
            <a:xfrm>
              <a:off x="2611014" y="3494569"/>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lang="en" sz="1039">
                  <a:solidFill>
                    <a:schemeClr val="dk1"/>
                  </a:solidFill>
                  <a:latin typeface="Nunito Sans"/>
                  <a:ea typeface="Nunito Sans"/>
                  <a:cs typeface="Nunito Sans"/>
                  <a:sym typeface="Nunito Sans"/>
                </a:rPr>
                <a:t>0.822</a:t>
              </a:r>
              <a:endParaRPr sz="1039">
                <a:solidFill>
                  <a:schemeClr val="dk1"/>
                </a:solidFill>
                <a:latin typeface="Nunito Sans"/>
                <a:ea typeface="Nunito Sans"/>
                <a:cs typeface="Nunito Sans"/>
                <a:sym typeface="Nunito Sans"/>
              </a:endParaRPr>
            </a:p>
          </p:txBody>
        </p:sp>
        <p:sp>
          <p:nvSpPr>
            <p:cNvPr id="1102" name="Google Shape;1102;p115"/>
            <p:cNvSpPr txBox="1"/>
            <p:nvPr/>
          </p:nvSpPr>
          <p:spPr>
            <a:xfrm>
              <a:off x="4965489" y="3494569"/>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lang="en" sz="1039">
                  <a:solidFill>
                    <a:schemeClr val="dk1"/>
                  </a:solidFill>
                  <a:latin typeface="Nunito Sans"/>
                  <a:ea typeface="Nunito Sans"/>
                  <a:cs typeface="Nunito Sans"/>
                  <a:sym typeface="Nunito Sans"/>
                </a:rPr>
                <a:t>$247.4K</a:t>
              </a:r>
              <a:endParaRPr sz="1039">
                <a:solidFill>
                  <a:schemeClr val="dk1"/>
                </a:solidFill>
                <a:latin typeface="Nunito Sans"/>
                <a:ea typeface="Nunito Sans"/>
                <a:cs typeface="Nunito Sans"/>
                <a:sym typeface="Nunito Sans"/>
              </a:endParaRPr>
            </a:p>
          </p:txBody>
        </p:sp>
        <p:sp>
          <p:nvSpPr>
            <p:cNvPr id="1103" name="Google Shape;1103;p115"/>
            <p:cNvSpPr txBox="1"/>
            <p:nvPr/>
          </p:nvSpPr>
          <p:spPr>
            <a:xfrm>
              <a:off x="7319964" y="3494569"/>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lang="en" sz="1039">
                  <a:solidFill>
                    <a:schemeClr val="dk1"/>
                  </a:solidFill>
                  <a:latin typeface="Nunito Sans"/>
                  <a:ea typeface="Nunito Sans"/>
                  <a:cs typeface="Nunito Sans"/>
                  <a:sym typeface="Nunito Sans"/>
                </a:rPr>
                <a:t>16.19%</a:t>
              </a:r>
              <a:endParaRPr sz="1039">
                <a:solidFill>
                  <a:schemeClr val="dk1"/>
                </a:solidFill>
                <a:latin typeface="Nunito Sans"/>
                <a:ea typeface="Nunito Sans"/>
                <a:cs typeface="Nunito Sans"/>
                <a:sym typeface="Nunito Sans"/>
              </a:endParaRPr>
            </a:p>
          </p:txBody>
        </p:sp>
        <p:sp>
          <p:nvSpPr>
            <p:cNvPr id="1104" name="Google Shape;1104;p115"/>
            <p:cNvSpPr txBox="1"/>
            <p:nvPr/>
          </p:nvSpPr>
          <p:spPr>
            <a:xfrm>
              <a:off x="332764" y="4001494"/>
              <a:ext cx="763200" cy="246300"/>
            </a:xfrm>
            <a:prstGeom prst="rect">
              <a:avLst/>
            </a:prstGeom>
            <a:noFill/>
            <a:ln>
              <a:noFill/>
            </a:ln>
          </p:spPr>
          <p:txBody>
            <a:bodyPr anchorCtr="0" anchor="t" bIns="0" lIns="94950" spcFirstLastPara="1" rIns="94950" wrap="square" tIns="94950">
              <a:spAutoFit/>
            </a:bodyPr>
            <a:lstStyle/>
            <a:p>
              <a:pPr indent="0" lvl="0" marL="0" rtl="0" algn="l">
                <a:spcBef>
                  <a:spcPts val="0"/>
                </a:spcBef>
                <a:spcAft>
                  <a:spcPts val="0"/>
                </a:spcAft>
                <a:buNone/>
              </a:pPr>
              <a:r>
                <a:rPr b="1" lang="en" sz="1039">
                  <a:solidFill>
                    <a:schemeClr val="dk1"/>
                  </a:solidFill>
                  <a:latin typeface="Nunito Sans"/>
                  <a:ea typeface="Nunito Sans"/>
                  <a:cs typeface="Nunito Sans"/>
                  <a:sym typeface="Nunito Sans"/>
                </a:rPr>
                <a:t>Test</a:t>
              </a:r>
              <a:endParaRPr b="1" sz="1039">
                <a:solidFill>
                  <a:schemeClr val="dk1"/>
                </a:solidFill>
                <a:latin typeface="Nunito Sans"/>
                <a:ea typeface="Nunito Sans"/>
                <a:cs typeface="Nunito Sans"/>
                <a:sym typeface="Nunito Sans"/>
              </a:endParaRPr>
            </a:p>
          </p:txBody>
        </p:sp>
        <p:sp>
          <p:nvSpPr>
            <p:cNvPr id="1105" name="Google Shape;1105;p115"/>
            <p:cNvSpPr txBox="1"/>
            <p:nvPr/>
          </p:nvSpPr>
          <p:spPr>
            <a:xfrm>
              <a:off x="2611014" y="4001494"/>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b="1" lang="en" sz="1039">
                  <a:solidFill>
                    <a:schemeClr val="lt2"/>
                  </a:solidFill>
                  <a:latin typeface="Nunito Sans"/>
                  <a:ea typeface="Nunito Sans"/>
                  <a:cs typeface="Nunito Sans"/>
                  <a:sym typeface="Nunito Sans"/>
                </a:rPr>
                <a:t>0.822</a:t>
              </a:r>
              <a:endParaRPr b="1" sz="1039">
                <a:solidFill>
                  <a:schemeClr val="lt2"/>
                </a:solidFill>
                <a:latin typeface="Nunito Sans"/>
                <a:ea typeface="Nunito Sans"/>
                <a:cs typeface="Nunito Sans"/>
                <a:sym typeface="Nunito Sans"/>
              </a:endParaRPr>
            </a:p>
          </p:txBody>
        </p:sp>
        <p:sp>
          <p:nvSpPr>
            <p:cNvPr id="1106" name="Google Shape;1106;p115"/>
            <p:cNvSpPr txBox="1"/>
            <p:nvPr/>
          </p:nvSpPr>
          <p:spPr>
            <a:xfrm>
              <a:off x="4965489" y="4001494"/>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b="1" lang="en" sz="1039">
                  <a:solidFill>
                    <a:schemeClr val="accent1"/>
                  </a:solidFill>
                  <a:latin typeface="Nunito Sans"/>
                  <a:ea typeface="Nunito Sans"/>
                  <a:cs typeface="Nunito Sans"/>
                  <a:sym typeface="Nunito Sans"/>
                </a:rPr>
                <a:t>$248.9K</a:t>
              </a:r>
              <a:endParaRPr b="1" sz="1039">
                <a:solidFill>
                  <a:schemeClr val="accent1"/>
                </a:solidFill>
                <a:latin typeface="Nunito Sans"/>
                <a:ea typeface="Nunito Sans"/>
                <a:cs typeface="Nunito Sans"/>
                <a:sym typeface="Nunito Sans"/>
              </a:endParaRPr>
            </a:p>
          </p:txBody>
        </p:sp>
        <p:sp>
          <p:nvSpPr>
            <p:cNvPr id="1107" name="Google Shape;1107;p115"/>
            <p:cNvSpPr/>
            <p:nvPr/>
          </p:nvSpPr>
          <p:spPr>
            <a:xfrm>
              <a:off x="1869432" y="2032510"/>
              <a:ext cx="2246400" cy="286200"/>
            </a:xfrm>
            <a:prstGeom prst="roundRect">
              <a:avLst>
                <a:gd fmla="val 50000" name="adj"/>
              </a:avLst>
            </a:prstGeom>
            <a:solidFill>
              <a:schemeClr val="lt2"/>
            </a:solidFill>
            <a:ln>
              <a:noFill/>
            </a:ln>
          </p:spPr>
          <p:txBody>
            <a:bodyPr anchorCtr="0" anchor="ctr" bIns="94950" lIns="94950" spcFirstLastPara="1" rIns="94950" wrap="square" tIns="94950">
              <a:noAutofit/>
            </a:bodyPr>
            <a:lstStyle/>
            <a:p>
              <a:pPr indent="0" lvl="0" marL="0" rtl="0" algn="ctr">
                <a:spcBef>
                  <a:spcPts val="0"/>
                </a:spcBef>
                <a:spcAft>
                  <a:spcPts val="0"/>
                </a:spcAft>
                <a:buNone/>
              </a:pPr>
              <a:r>
                <a:rPr lang="en" sz="935">
                  <a:solidFill>
                    <a:schemeClr val="dk2"/>
                  </a:solidFill>
                  <a:latin typeface="Poppins SemiBold"/>
                  <a:ea typeface="Poppins SemiBold"/>
                  <a:cs typeface="Poppins SemiBold"/>
                  <a:sym typeface="Poppins SemiBold"/>
                </a:rPr>
                <a:t>R</a:t>
              </a:r>
              <a:r>
                <a:rPr baseline="30000" lang="en" sz="935">
                  <a:solidFill>
                    <a:schemeClr val="dk2"/>
                  </a:solidFill>
                  <a:latin typeface="Poppins SemiBold"/>
                  <a:ea typeface="Poppins SemiBold"/>
                  <a:cs typeface="Poppins SemiBold"/>
                  <a:sym typeface="Poppins SemiBold"/>
                </a:rPr>
                <a:t>2</a:t>
              </a:r>
              <a:endParaRPr baseline="30000" sz="935">
                <a:solidFill>
                  <a:schemeClr val="dk2"/>
                </a:solidFill>
                <a:latin typeface="Poppins SemiBold"/>
                <a:ea typeface="Poppins SemiBold"/>
                <a:cs typeface="Poppins SemiBold"/>
                <a:sym typeface="Poppins SemiBold"/>
              </a:endParaRPr>
            </a:p>
          </p:txBody>
        </p:sp>
        <p:sp>
          <p:nvSpPr>
            <p:cNvPr id="1108" name="Google Shape;1108;p115"/>
            <p:cNvSpPr txBox="1"/>
            <p:nvPr/>
          </p:nvSpPr>
          <p:spPr>
            <a:xfrm>
              <a:off x="7319964" y="4001494"/>
              <a:ext cx="763200" cy="246300"/>
            </a:xfrm>
            <a:prstGeom prst="rect">
              <a:avLst/>
            </a:prstGeom>
            <a:noFill/>
            <a:ln>
              <a:noFill/>
            </a:ln>
          </p:spPr>
          <p:txBody>
            <a:bodyPr anchorCtr="0" anchor="t" bIns="0" lIns="94950" spcFirstLastPara="1" rIns="94950" wrap="square" tIns="94950">
              <a:spAutoFit/>
            </a:bodyPr>
            <a:lstStyle/>
            <a:p>
              <a:pPr indent="0" lvl="0" marL="0" rtl="0" algn="ctr">
                <a:spcBef>
                  <a:spcPts val="0"/>
                </a:spcBef>
                <a:spcAft>
                  <a:spcPts val="0"/>
                </a:spcAft>
                <a:buNone/>
              </a:pPr>
              <a:r>
                <a:rPr b="1" lang="en" sz="1039">
                  <a:solidFill>
                    <a:schemeClr val="accent2"/>
                  </a:solidFill>
                  <a:latin typeface="Nunito Sans"/>
                  <a:ea typeface="Nunito Sans"/>
                  <a:cs typeface="Nunito Sans"/>
                  <a:sym typeface="Nunito Sans"/>
                </a:rPr>
                <a:t>16.10%</a:t>
              </a:r>
              <a:endParaRPr b="1" sz="1039">
                <a:solidFill>
                  <a:schemeClr val="accent2"/>
                </a:solidFill>
                <a:latin typeface="Nunito Sans"/>
                <a:ea typeface="Nunito Sans"/>
                <a:cs typeface="Nunito Sans"/>
                <a:sym typeface="Nunito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16"/>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Feature Engineering</a:t>
            </a:r>
            <a:endParaRPr/>
          </a:p>
        </p:txBody>
      </p:sp>
      <p:grpSp>
        <p:nvGrpSpPr>
          <p:cNvPr id="1114" name="Google Shape;1114;p116"/>
          <p:cNvGrpSpPr/>
          <p:nvPr/>
        </p:nvGrpSpPr>
        <p:grpSpPr>
          <a:xfrm>
            <a:off x="2679590" y="672990"/>
            <a:ext cx="1605959" cy="270489"/>
            <a:chOff x="308528" y="1555007"/>
            <a:chExt cx="1986589" cy="270489"/>
          </a:xfrm>
        </p:grpSpPr>
        <p:sp>
          <p:nvSpPr>
            <p:cNvPr id="1115" name="Google Shape;1115;p116"/>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116" name="Google Shape;1116;p116"/>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1117" name="Google Shape;1117;p116"/>
          <p:cNvSpPr/>
          <p:nvPr/>
        </p:nvSpPr>
        <p:spPr>
          <a:xfrm>
            <a:off x="272850" y="1155050"/>
            <a:ext cx="8504400" cy="511800"/>
          </a:xfrm>
          <a:prstGeom prst="rect">
            <a:avLst/>
          </a:prstGeom>
          <a:solidFill>
            <a:srgbClr val="15191E"/>
          </a:solidFill>
          <a:ln cap="flat" cmpd="sng" w="7825">
            <a:solidFill>
              <a:srgbClr val="262B31"/>
            </a:solidFill>
            <a:prstDash val="solid"/>
            <a:round/>
            <a:headEnd len="sm" w="sm" type="none"/>
            <a:tailEnd len="sm" w="sm" type="none"/>
          </a:ln>
        </p:spPr>
        <p:txBody>
          <a:bodyPr anchorCtr="0" anchor="ctr" bIns="75250" lIns="75250" spcFirstLastPara="1" rIns="75250" wrap="square" tIns="75250">
            <a:noAutofit/>
          </a:bodyPr>
          <a:lstStyle/>
          <a:p>
            <a:pPr indent="0" lvl="0" marL="0" rtl="0" algn="l">
              <a:spcBef>
                <a:spcPts val="0"/>
              </a:spcBef>
              <a:spcAft>
                <a:spcPts val="0"/>
              </a:spcAft>
              <a:buNone/>
            </a:pPr>
            <a:r>
              <a:t/>
            </a:r>
            <a:endParaRPr/>
          </a:p>
        </p:txBody>
      </p:sp>
      <p:sp>
        <p:nvSpPr>
          <p:cNvPr id="1118" name="Google Shape;1118;p116"/>
          <p:cNvSpPr txBox="1"/>
          <p:nvPr/>
        </p:nvSpPr>
        <p:spPr>
          <a:xfrm>
            <a:off x="837308" y="1200207"/>
            <a:ext cx="2559000" cy="3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2"/>
              <a:buFont typeface="Nunito Sans"/>
              <a:buNone/>
            </a:pPr>
            <a:r>
              <a:rPr i="0" lang="en" sz="1152" u="none" cap="none" strike="noStrike">
                <a:solidFill>
                  <a:srgbClr val="FFFFFF"/>
                </a:solidFill>
                <a:latin typeface="Nunito Sans"/>
                <a:ea typeface="Nunito Sans"/>
                <a:cs typeface="Nunito Sans"/>
                <a:sym typeface="Nunito Sans"/>
              </a:rPr>
              <a:t>Coordinate quality</a:t>
            </a:r>
            <a:endParaRPr i="0" sz="1152" u="none" cap="none" strike="noStrike">
              <a:solidFill>
                <a:srgbClr val="000000"/>
              </a:solidFill>
              <a:latin typeface="Nunito Sans"/>
              <a:ea typeface="Nunito Sans"/>
              <a:cs typeface="Nunito Sans"/>
              <a:sym typeface="Nunito Sans"/>
            </a:endParaRPr>
          </a:p>
        </p:txBody>
      </p:sp>
      <p:sp>
        <p:nvSpPr>
          <p:cNvPr id="1119" name="Google Shape;1119;p116"/>
          <p:cNvSpPr txBox="1"/>
          <p:nvPr/>
        </p:nvSpPr>
        <p:spPr>
          <a:xfrm>
            <a:off x="3509074" y="1200207"/>
            <a:ext cx="5155500" cy="37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AC"/>
              </a:buClr>
              <a:buSzPts val="988"/>
              <a:buFont typeface="Nunito Sans"/>
              <a:buNone/>
            </a:pPr>
            <a:r>
              <a:rPr b="0" i="0" lang="en" sz="988" u="none" cap="none" strike="noStrike">
                <a:solidFill>
                  <a:schemeClr val="dk1"/>
                </a:solidFill>
                <a:latin typeface="Nunito Sans"/>
                <a:ea typeface="Nunito Sans"/>
                <a:cs typeface="Nunito Sans"/>
                <a:sym typeface="Nunito Sans"/>
              </a:rPr>
              <a:t>Detected and corrected missing / placeholder GPS coordinates via the Census geocoder</a:t>
            </a:r>
            <a:endParaRPr b="0" i="0" sz="988" u="none" cap="none" strike="noStrike">
              <a:solidFill>
                <a:schemeClr val="dk1"/>
              </a:solidFill>
              <a:latin typeface="Calibri"/>
              <a:ea typeface="Calibri"/>
              <a:cs typeface="Calibri"/>
              <a:sym typeface="Calibri"/>
            </a:endParaRPr>
          </a:p>
        </p:txBody>
      </p:sp>
      <p:sp>
        <p:nvSpPr>
          <p:cNvPr id="1120" name="Google Shape;1120;p116"/>
          <p:cNvSpPr/>
          <p:nvPr/>
        </p:nvSpPr>
        <p:spPr>
          <a:xfrm>
            <a:off x="272850" y="1772194"/>
            <a:ext cx="8504400" cy="511800"/>
          </a:xfrm>
          <a:prstGeom prst="rect">
            <a:avLst/>
          </a:prstGeom>
          <a:solidFill>
            <a:srgbClr val="15191E"/>
          </a:solidFill>
          <a:ln cap="flat" cmpd="sng" w="7825">
            <a:solidFill>
              <a:srgbClr val="262B31"/>
            </a:solidFill>
            <a:prstDash val="solid"/>
            <a:round/>
            <a:headEnd len="sm" w="sm" type="none"/>
            <a:tailEnd len="sm" w="sm" type="none"/>
          </a:ln>
        </p:spPr>
        <p:txBody>
          <a:bodyPr anchorCtr="0" anchor="ctr" bIns="75250" lIns="75250" spcFirstLastPara="1" rIns="75250" wrap="square" tIns="75250">
            <a:noAutofit/>
          </a:bodyPr>
          <a:lstStyle/>
          <a:p>
            <a:pPr indent="0" lvl="0" marL="0" rtl="0" algn="l">
              <a:spcBef>
                <a:spcPts val="0"/>
              </a:spcBef>
              <a:spcAft>
                <a:spcPts val="0"/>
              </a:spcAft>
              <a:buNone/>
            </a:pPr>
            <a:r>
              <a:t/>
            </a:r>
            <a:endParaRPr/>
          </a:p>
        </p:txBody>
      </p:sp>
      <p:sp>
        <p:nvSpPr>
          <p:cNvPr id="1121" name="Google Shape;1121;p116"/>
          <p:cNvSpPr txBox="1"/>
          <p:nvPr/>
        </p:nvSpPr>
        <p:spPr>
          <a:xfrm>
            <a:off x="837308" y="1817351"/>
            <a:ext cx="2559000" cy="3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2"/>
              <a:buFont typeface="Nunito Sans"/>
              <a:buNone/>
            </a:pPr>
            <a:r>
              <a:rPr b="1" i="0" lang="en" sz="1152" u="none" cap="none" strike="noStrike">
                <a:solidFill>
                  <a:srgbClr val="FFFFFF"/>
                </a:solidFill>
                <a:latin typeface="Nunito Sans"/>
                <a:ea typeface="Nunito Sans"/>
                <a:cs typeface="Nunito Sans"/>
                <a:sym typeface="Nunito Sans"/>
              </a:rPr>
              <a:t>Hub distance</a:t>
            </a:r>
            <a:endParaRPr b="0" i="0" sz="1152" u="none" cap="none" strike="noStrike">
              <a:solidFill>
                <a:srgbClr val="000000"/>
              </a:solidFill>
              <a:latin typeface="Calibri"/>
              <a:ea typeface="Calibri"/>
              <a:cs typeface="Calibri"/>
              <a:sym typeface="Calibri"/>
            </a:endParaRPr>
          </a:p>
        </p:txBody>
      </p:sp>
      <p:sp>
        <p:nvSpPr>
          <p:cNvPr id="1122" name="Google Shape;1122;p116"/>
          <p:cNvSpPr txBox="1"/>
          <p:nvPr/>
        </p:nvSpPr>
        <p:spPr>
          <a:xfrm>
            <a:off x="3509074" y="1817351"/>
            <a:ext cx="5155500" cy="37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AC"/>
              </a:buClr>
              <a:buSzPts val="988"/>
              <a:buFont typeface="Nunito Sans"/>
              <a:buNone/>
            </a:pPr>
            <a:r>
              <a:rPr b="0" i="0" lang="en" sz="988" u="none" cap="none" strike="noStrike">
                <a:solidFill>
                  <a:schemeClr val="dk1"/>
                </a:solidFill>
                <a:latin typeface="Nunito Sans"/>
                <a:ea typeface="Nunito Sans"/>
                <a:cs typeface="Nunito Sans"/>
                <a:sym typeface="Nunito Sans"/>
              </a:rPr>
              <a:t>Haversine distance to LA, SD, and SF</a:t>
            </a:r>
            <a:endParaRPr b="0" i="0" sz="988" u="none" cap="none" strike="noStrike">
              <a:solidFill>
                <a:schemeClr val="dk1"/>
              </a:solidFill>
              <a:latin typeface="Calibri"/>
              <a:ea typeface="Calibri"/>
              <a:cs typeface="Calibri"/>
              <a:sym typeface="Calibri"/>
            </a:endParaRPr>
          </a:p>
        </p:txBody>
      </p:sp>
      <p:sp>
        <p:nvSpPr>
          <p:cNvPr id="1123" name="Google Shape;1123;p116"/>
          <p:cNvSpPr/>
          <p:nvPr/>
        </p:nvSpPr>
        <p:spPr>
          <a:xfrm>
            <a:off x="272850" y="2389338"/>
            <a:ext cx="8504400" cy="511800"/>
          </a:xfrm>
          <a:prstGeom prst="rect">
            <a:avLst/>
          </a:prstGeom>
          <a:solidFill>
            <a:srgbClr val="15191E"/>
          </a:solidFill>
          <a:ln cap="flat" cmpd="sng" w="7825">
            <a:solidFill>
              <a:srgbClr val="262B31"/>
            </a:solidFill>
            <a:prstDash val="solid"/>
            <a:round/>
            <a:headEnd len="sm" w="sm" type="none"/>
            <a:tailEnd len="sm" w="sm" type="none"/>
          </a:ln>
        </p:spPr>
        <p:txBody>
          <a:bodyPr anchorCtr="0" anchor="ctr" bIns="75250" lIns="75250" spcFirstLastPara="1" rIns="75250" wrap="square" tIns="75250">
            <a:noAutofit/>
          </a:bodyPr>
          <a:lstStyle/>
          <a:p>
            <a:pPr indent="0" lvl="0" marL="0" rtl="0" algn="l">
              <a:spcBef>
                <a:spcPts val="0"/>
              </a:spcBef>
              <a:spcAft>
                <a:spcPts val="0"/>
              </a:spcAft>
              <a:buNone/>
            </a:pPr>
            <a:r>
              <a:t/>
            </a:r>
            <a:endParaRPr/>
          </a:p>
        </p:txBody>
      </p:sp>
      <p:sp>
        <p:nvSpPr>
          <p:cNvPr id="1124" name="Google Shape;1124;p116"/>
          <p:cNvSpPr txBox="1"/>
          <p:nvPr/>
        </p:nvSpPr>
        <p:spPr>
          <a:xfrm>
            <a:off x="837308" y="2434495"/>
            <a:ext cx="2559000" cy="3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2"/>
              <a:buFont typeface="Nunito Sans"/>
              <a:buNone/>
            </a:pPr>
            <a:r>
              <a:rPr b="1" lang="en" sz="1152">
                <a:solidFill>
                  <a:srgbClr val="FFFFFF"/>
                </a:solidFill>
                <a:latin typeface="Nunito Sans"/>
                <a:ea typeface="Nunito Sans"/>
                <a:cs typeface="Nunito Sans"/>
                <a:sym typeface="Nunito Sans"/>
              </a:rPr>
              <a:t>Zip-level</a:t>
            </a:r>
            <a:r>
              <a:rPr b="1" i="0" lang="en" sz="1152" u="none" cap="none" strike="noStrike">
                <a:solidFill>
                  <a:srgbClr val="FFFFFF"/>
                </a:solidFill>
                <a:latin typeface="Nunito Sans"/>
                <a:ea typeface="Nunito Sans"/>
                <a:cs typeface="Nunito Sans"/>
                <a:sym typeface="Nunito Sans"/>
              </a:rPr>
              <a:t> </a:t>
            </a:r>
            <a:r>
              <a:rPr b="1" lang="en" sz="1152">
                <a:solidFill>
                  <a:srgbClr val="FFFFFF"/>
                </a:solidFill>
                <a:latin typeface="Nunito Sans"/>
                <a:ea typeface="Nunito Sans"/>
                <a:cs typeface="Nunito Sans"/>
                <a:sym typeface="Nunito Sans"/>
              </a:rPr>
              <a:t>price comps</a:t>
            </a:r>
            <a:endParaRPr b="0" i="0" sz="1152" u="none" cap="none" strike="noStrike">
              <a:solidFill>
                <a:srgbClr val="000000"/>
              </a:solidFill>
              <a:latin typeface="Calibri"/>
              <a:ea typeface="Calibri"/>
              <a:cs typeface="Calibri"/>
              <a:sym typeface="Calibri"/>
            </a:endParaRPr>
          </a:p>
        </p:txBody>
      </p:sp>
      <p:sp>
        <p:nvSpPr>
          <p:cNvPr id="1125" name="Google Shape;1125;p116"/>
          <p:cNvSpPr txBox="1"/>
          <p:nvPr/>
        </p:nvSpPr>
        <p:spPr>
          <a:xfrm>
            <a:off x="3509074" y="2434495"/>
            <a:ext cx="5155500" cy="37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AC"/>
              </a:buClr>
              <a:buSzPts val="988"/>
              <a:buFont typeface="Nunito Sans"/>
              <a:buNone/>
            </a:pPr>
            <a:r>
              <a:rPr lang="en" sz="988">
                <a:solidFill>
                  <a:schemeClr val="dk1"/>
                </a:solidFill>
                <a:latin typeface="Nunito Sans"/>
                <a:ea typeface="Nunito Sans"/>
                <a:cs typeface="Nunito Sans"/>
                <a:sym typeface="Nunito Sans"/>
              </a:rPr>
              <a:t>Median $/sqft within a listing's own ZIP</a:t>
            </a:r>
            <a:endParaRPr b="0" i="0" sz="988" u="none" cap="none" strike="noStrike">
              <a:solidFill>
                <a:schemeClr val="dk1"/>
              </a:solidFill>
              <a:latin typeface="Calibri"/>
              <a:ea typeface="Calibri"/>
              <a:cs typeface="Calibri"/>
              <a:sym typeface="Calibri"/>
            </a:endParaRPr>
          </a:p>
        </p:txBody>
      </p:sp>
      <p:sp>
        <p:nvSpPr>
          <p:cNvPr id="1126" name="Google Shape;1126;p116"/>
          <p:cNvSpPr/>
          <p:nvPr/>
        </p:nvSpPr>
        <p:spPr>
          <a:xfrm>
            <a:off x="272850" y="3006483"/>
            <a:ext cx="8504400" cy="511800"/>
          </a:xfrm>
          <a:prstGeom prst="rect">
            <a:avLst/>
          </a:prstGeom>
          <a:solidFill>
            <a:srgbClr val="15191E"/>
          </a:solidFill>
          <a:ln cap="flat" cmpd="sng" w="7825">
            <a:solidFill>
              <a:srgbClr val="262B31"/>
            </a:solidFill>
            <a:prstDash val="solid"/>
            <a:round/>
            <a:headEnd len="sm" w="sm" type="none"/>
            <a:tailEnd len="sm" w="sm" type="none"/>
          </a:ln>
        </p:spPr>
        <p:txBody>
          <a:bodyPr anchorCtr="0" anchor="ctr" bIns="75250" lIns="75250" spcFirstLastPara="1" rIns="75250" wrap="square" tIns="75250">
            <a:noAutofit/>
          </a:bodyPr>
          <a:lstStyle/>
          <a:p>
            <a:pPr indent="0" lvl="0" marL="0" rtl="0" algn="l">
              <a:spcBef>
                <a:spcPts val="0"/>
              </a:spcBef>
              <a:spcAft>
                <a:spcPts val="0"/>
              </a:spcAft>
              <a:buNone/>
            </a:pPr>
            <a:r>
              <a:t/>
            </a:r>
            <a:endParaRPr/>
          </a:p>
        </p:txBody>
      </p:sp>
      <p:sp>
        <p:nvSpPr>
          <p:cNvPr id="1127" name="Google Shape;1127;p116"/>
          <p:cNvSpPr txBox="1"/>
          <p:nvPr/>
        </p:nvSpPr>
        <p:spPr>
          <a:xfrm>
            <a:off x="837308" y="3051640"/>
            <a:ext cx="2559000" cy="3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2"/>
              <a:buFont typeface="Nunito Sans"/>
              <a:buNone/>
            </a:pPr>
            <a:r>
              <a:rPr b="1" i="0" lang="en" sz="1152" u="none" cap="none" strike="noStrike">
                <a:solidFill>
                  <a:srgbClr val="FFFFFF"/>
                </a:solidFill>
                <a:latin typeface="Nunito Sans"/>
                <a:ea typeface="Nunito Sans"/>
                <a:cs typeface="Nunito Sans"/>
                <a:sym typeface="Nunito Sans"/>
              </a:rPr>
              <a:t>High-cardinality encoding</a:t>
            </a:r>
            <a:endParaRPr b="0" i="0" sz="1152" u="none" cap="none" strike="noStrike">
              <a:solidFill>
                <a:srgbClr val="000000"/>
              </a:solidFill>
              <a:latin typeface="Calibri"/>
              <a:ea typeface="Calibri"/>
              <a:cs typeface="Calibri"/>
              <a:sym typeface="Calibri"/>
            </a:endParaRPr>
          </a:p>
        </p:txBody>
      </p:sp>
      <p:sp>
        <p:nvSpPr>
          <p:cNvPr id="1128" name="Google Shape;1128;p116"/>
          <p:cNvSpPr txBox="1"/>
          <p:nvPr/>
        </p:nvSpPr>
        <p:spPr>
          <a:xfrm>
            <a:off x="3509074" y="3051640"/>
            <a:ext cx="5155500" cy="376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988">
                <a:solidFill>
                  <a:schemeClr val="dk1"/>
                </a:solidFill>
                <a:latin typeface="Nunito Sans"/>
                <a:ea typeface="Nunito Sans"/>
                <a:cs typeface="Nunito Sans"/>
                <a:sym typeface="Nunito Sans"/>
              </a:rPr>
              <a:t>City, MLSAreaMajor, and school district joined in as categorical signal</a:t>
            </a:r>
            <a:endParaRPr sz="988">
              <a:solidFill>
                <a:srgbClr val="9AA5AC"/>
              </a:solidFill>
              <a:latin typeface="Nunito Sans"/>
              <a:ea typeface="Nunito Sans"/>
              <a:cs typeface="Nunito Sans"/>
              <a:sym typeface="Nunito Sans"/>
            </a:endParaRPr>
          </a:p>
        </p:txBody>
      </p:sp>
      <p:sp>
        <p:nvSpPr>
          <p:cNvPr id="1129" name="Google Shape;1129;p116"/>
          <p:cNvSpPr/>
          <p:nvPr/>
        </p:nvSpPr>
        <p:spPr>
          <a:xfrm>
            <a:off x="272850" y="3623627"/>
            <a:ext cx="8504400" cy="511800"/>
          </a:xfrm>
          <a:prstGeom prst="rect">
            <a:avLst/>
          </a:prstGeom>
          <a:solidFill>
            <a:srgbClr val="15191E"/>
          </a:solidFill>
          <a:ln cap="flat" cmpd="sng" w="7825">
            <a:solidFill>
              <a:srgbClr val="262B31"/>
            </a:solidFill>
            <a:prstDash val="solid"/>
            <a:round/>
            <a:headEnd len="sm" w="sm" type="none"/>
            <a:tailEnd len="sm" w="sm" type="none"/>
          </a:ln>
        </p:spPr>
        <p:txBody>
          <a:bodyPr anchorCtr="0" anchor="ctr" bIns="75250" lIns="75250" spcFirstLastPara="1" rIns="75250" wrap="square" tIns="75250">
            <a:noAutofit/>
          </a:bodyPr>
          <a:lstStyle/>
          <a:p>
            <a:pPr indent="0" lvl="0" marL="0" rtl="0" algn="l">
              <a:spcBef>
                <a:spcPts val="0"/>
              </a:spcBef>
              <a:spcAft>
                <a:spcPts val="0"/>
              </a:spcAft>
              <a:buNone/>
            </a:pPr>
            <a:r>
              <a:t/>
            </a:r>
            <a:endParaRPr/>
          </a:p>
        </p:txBody>
      </p:sp>
      <p:sp>
        <p:nvSpPr>
          <p:cNvPr id="1130" name="Google Shape;1130;p116"/>
          <p:cNvSpPr txBox="1"/>
          <p:nvPr/>
        </p:nvSpPr>
        <p:spPr>
          <a:xfrm>
            <a:off x="837308" y="3668784"/>
            <a:ext cx="2559000" cy="30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2"/>
              <a:buFont typeface="Nunito Sans"/>
              <a:buNone/>
            </a:pPr>
            <a:r>
              <a:rPr b="1" lang="en" sz="1152">
                <a:solidFill>
                  <a:srgbClr val="FFFFFF"/>
                </a:solidFill>
                <a:latin typeface="Nunito Sans"/>
                <a:ea typeface="Nunito Sans"/>
                <a:cs typeface="Nunito Sans"/>
                <a:sym typeface="Nunito Sans"/>
              </a:rPr>
              <a:t>Time-of-sale features</a:t>
            </a:r>
            <a:endParaRPr b="0" i="0" sz="1152" u="none" cap="none" strike="noStrike">
              <a:solidFill>
                <a:srgbClr val="000000"/>
              </a:solidFill>
              <a:latin typeface="Calibri"/>
              <a:ea typeface="Calibri"/>
              <a:cs typeface="Calibri"/>
              <a:sym typeface="Calibri"/>
            </a:endParaRPr>
          </a:p>
        </p:txBody>
      </p:sp>
      <p:sp>
        <p:nvSpPr>
          <p:cNvPr id="1131" name="Google Shape;1131;p116"/>
          <p:cNvSpPr txBox="1"/>
          <p:nvPr/>
        </p:nvSpPr>
        <p:spPr>
          <a:xfrm>
            <a:off x="3509074" y="3668784"/>
            <a:ext cx="5155500" cy="37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AC"/>
              </a:buClr>
              <a:buSzPts val="988"/>
              <a:buFont typeface="Nunito Sans"/>
              <a:buNone/>
            </a:pPr>
            <a:r>
              <a:rPr lang="en" sz="988">
                <a:solidFill>
                  <a:schemeClr val="dk1"/>
                </a:solidFill>
                <a:latin typeface="Nunito Sans"/>
                <a:ea typeface="Nunito Sans"/>
                <a:cs typeface="Nunito Sans"/>
                <a:sym typeface="Nunito Sans"/>
              </a:rPr>
              <a:t>Month-of-sale seasonality and time-since-start trend</a:t>
            </a:r>
            <a:endParaRPr i="0" sz="988" u="none" cap="none" strike="noStrike">
              <a:solidFill>
                <a:schemeClr val="dk1"/>
              </a:solidFill>
              <a:latin typeface="Nunito Sans"/>
              <a:ea typeface="Nunito Sans"/>
              <a:cs typeface="Nunito Sans"/>
              <a:sym typeface="Nuni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17"/>
          <p:cNvSpPr txBox="1"/>
          <p:nvPr>
            <p:ph type="title"/>
          </p:nvPr>
        </p:nvSpPr>
        <p:spPr>
          <a:xfrm>
            <a:off x="228600" y="256925"/>
            <a:ext cx="8686800" cy="585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600"/>
              <a:t>Coordinate Quality: Finding What Needs Fixing</a:t>
            </a:r>
            <a:endParaRPr sz="2600"/>
          </a:p>
        </p:txBody>
      </p:sp>
      <p:grpSp>
        <p:nvGrpSpPr>
          <p:cNvPr id="1137" name="Google Shape;1137;p117"/>
          <p:cNvGrpSpPr/>
          <p:nvPr/>
        </p:nvGrpSpPr>
        <p:grpSpPr>
          <a:xfrm>
            <a:off x="2679590" y="672990"/>
            <a:ext cx="1605959" cy="270489"/>
            <a:chOff x="308528" y="1555007"/>
            <a:chExt cx="1986589" cy="270489"/>
          </a:xfrm>
        </p:grpSpPr>
        <p:sp>
          <p:nvSpPr>
            <p:cNvPr id="1138" name="Google Shape;1138;p117"/>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139" name="Google Shape;1139;p117"/>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1140" name="Google Shape;1140;p117"/>
          <p:cNvSpPr txBox="1"/>
          <p:nvPr/>
        </p:nvSpPr>
        <p:spPr>
          <a:xfrm>
            <a:off x="548647" y="1508753"/>
            <a:ext cx="7100700" cy="50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62"/>
              <a:buFont typeface="Nunito Sans"/>
              <a:buNone/>
            </a:pPr>
            <a:r>
              <a:rPr b="0" i="0" lang="en" sz="962" u="none" cap="none" strike="noStrike">
                <a:solidFill>
                  <a:srgbClr val="FFFFFF"/>
                </a:solidFill>
                <a:latin typeface="Nunito Sans"/>
                <a:ea typeface="Nunito Sans"/>
                <a:cs typeface="Nunito Sans"/>
                <a:sym typeface="Nunito Sans"/>
              </a:rPr>
              <a:t>Two failure modes hid in the raw MLS coordinates: missing values, and placeholder clusters</a:t>
            </a:r>
            <a:r>
              <a:rPr lang="en" sz="962">
                <a:solidFill>
                  <a:srgbClr val="FFFFFF"/>
                </a:solidFill>
                <a:latin typeface="Nunito Sans"/>
                <a:ea typeface="Nunito Sans"/>
                <a:cs typeface="Nunito Sans"/>
                <a:sym typeface="Nunito Sans"/>
              </a:rPr>
              <a:t>, </a:t>
            </a:r>
            <a:r>
              <a:rPr b="0" i="0" lang="en" sz="962" u="none" cap="none" strike="noStrike">
                <a:solidFill>
                  <a:srgbClr val="FFFFFF"/>
                </a:solidFill>
                <a:latin typeface="Nunito Sans"/>
                <a:ea typeface="Nunito Sans"/>
                <a:cs typeface="Nunito Sans"/>
                <a:sym typeface="Nunito Sans"/>
              </a:rPr>
              <a:t>many rows silently sharing one fake point (e.g. 107 rows all sitting on the same Hemet coordinate).</a:t>
            </a:r>
            <a:endParaRPr b="0" i="0" sz="962" u="none" cap="none" strike="noStrike">
              <a:solidFill>
                <a:srgbClr val="000000"/>
              </a:solidFill>
              <a:latin typeface="Calibri"/>
              <a:ea typeface="Calibri"/>
              <a:cs typeface="Calibri"/>
              <a:sym typeface="Calibri"/>
            </a:endParaRPr>
          </a:p>
        </p:txBody>
      </p:sp>
      <p:sp>
        <p:nvSpPr>
          <p:cNvPr id="1141" name="Google Shape;1141;p117"/>
          <p:cNvSpPr/>
          <p:nvPr/>
        </p:nvSpPr>
        <p:spPr>
          <a:xfrm>
            <a:off x="548647" y="2168563"/>
            <a:ext cx="4461600" cy="1822200"/>
          </a:xfrm>
          <a:prstGeom prst="rect">
            <a:avLst/>
          </a:prstGeom>
          <a:solidFill>
            <a:srgbClr val="15191E"/>
          </a:solidFill>
          <a:ln cap="flat" cmpd="sng" w="6550">
            <a:solidFill>
              <a:srgbClr val="262B31"/>
            </a:solidFill>
            <a:prstDash val="solid"/>
            <a:round/>
            <a:headEnd len="sm" w="sm" type="none"/>
            <a:tailEnd len="sm" w="sm" type="none"/>
          </a:ln>
        </p:spPr>
        <p:txBody>
          <a:bodyPr anchorCtr="0" anchor="ctr" bIns="62825" lIns="62825" spcFirstLastPara="1" rIns="62825" wrap="square" tIns="62825">
            <a:noAutofit/>
          </a:bodyPr>
          <a:lstStyle/>
          <a:p>
            <a:pPr indent="0" lvl="0" marL="0" rtl="0" algn="l">
              <a:spcBef>
                <a:spcPts val="0"/>
              </a:spcBef>
              <a:spcAft>
                <a:spcPts val="0"/>
              </a:spcAft>
              <a:buNone/>
            </a:pPr>
            <a:r>
              <a:t/>
            </a:r>
            <a:endParaRPr/>
          </a:p>
        </p:txBody>
      </p:sp>
      <p:sp>
        <p:nvSpPr>
          <p:cNvPr id="1142" name="Google Shape;1142;p117"/>
          <p:cNvSpPr txBox="1"/>
          <p:nvPr/>
        </p:nvSpPr>
        <p:spPr>
          <a:xfrm>
            <a:off x="768583" y="2325660"/>
            <a:ext cx="4021500" cy="25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B8A6"/>
              </a:buClr>
              <a:buSzPts val="1031"/>
              <a:buFont typeface="Nunito Sans"/>
              <a:buNone/>
            </a:pPr>
            <a:r>
              <a:rPr b="1" i="0" lang="en" sz="1031" u="none" cap="none" strike="noStrike">
                <a:solidFill>
                  <a:srgbClr val="1FB8A6"/>
                </a:solidFill>
                <a:latin typeface="Nunito Sans"/>
                <a:ea typeface="Nunito Sans"/>
                <a:cs typeface="Nunito Sans"/>
                <a:sym typeface="Nunito Sans"/>
              </a:rPr>
              <a:t>Detection rule</a:t>
            </a:r>
            <a:endParaRPr b="0" i="0" sz="1031" u="none" cap="none" strike="noStrike">
              <a:solidFill>
                <a:srgbClr val="000000"/>
              </a:solidFill>
              <a:latin typeface="Calibri"/>
              <a:ea typeface="Calibri"/>
              <a:cs typeface="Calibri"/>
              <a:sym typeface="Calibri"/>
            </a:endParaRPr>
          </a:p>
        </p:txBody>
      </p:sp>
      <p:sp>
        <p:nvSpPr>
          <p:cNvPr id="1143" name="Google Shape;1143;p117"/>
          <p:cNvSpPr txBox="1"/>
          <p:nvPr/>
        </p:nvSpPr>
        <p:spPr>
          <a:xfrm>
            <a:off x="768583" y="2671275"/>
            <a:ext cx="4021500" cy="628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893"/>
              <a:buFont typeface="Nunito Sans"/>
              <a:buNone/>
            </a:pPr>
            <a:r>
              <a:rPr b="1" i="0" lang="en" sz="893" u="none" cap="none" strike="noStrike">
                <a:solidFill>
                  <a:srgbClr val="FFFFFF"/>
                </a:solidFill>
                <a:latin typeface="Nunito Sans"/>
                <a:ea typeface="Nunito Sans"/>
                <a:cs typeface="Nunito Sans"/>
                <a:sym typeface="Nunito Sans"/>
              </a:rPr>
              <a:t>Flag a row if:  </a:t>
            </a:r>
            <a:r>
              <a:rPr b="0" i="0" lang="en" sz="893" u="none" cap="none" strike="noStrike">
                <a:solidFill>
                  <a:srgbClr val="9AA5AC"/>
                </a:solidFill>
                <a:latin typeface="Nunito Sans"/>
                <a:ea typeface="Nunito Sans"/>
                <a:cs typeface="Nunito Sans"/>
                <a:sym typeface="Nunito Sans"/>
              </a:rPr>
              <a:t>Latitude/Longitude is missin</a:t>
            </a:r>
            <a:r>
              <a:rPr lang="en" sz="893">
                <a:solidFill>
                  <a:srgbClr val="9AA5AC"/>
                </a:solidFill>
                <a:latin typeface="Nunito Sans"/>
                <a:ea typeface="Nunito Sans"/>
                <a:cs typeface="Nunito Sans"/>
                <a:sym typeface="Nunito Sans"/>
              </a:rPr>
              <a:t>g or</a:t>
            </a:r>
            <a:r>
              <a:rPr b="1" i="0" lang="en" sz="893" u="none" cap="none" strike="noStrike">
                <a:solidFill>
                  <a:srgbClr val="1FB8A6"/>
                </a:solidFill>
                <a:latin typeface="Nunito Sans"/>
                <a:ea typeface="Nunito Sans"/>
                <a:cs typeface="Nunito Sans"/>
                <a:sym typeface="Nunito Sans"/>
              </a:rPr>
              <a:t> </a:t>
            </a:r>
            <a:r>
              <a:rPr b="0" i="0" lang="en" sz="893" u="none" cap="none" strike="noStrike">
                <a:solidFill>
                  <a:srgbClr val="9AA5AC"/>
                </a:solidFill>
                <a:latin typeface="Nunito Sans"/>
                <a:ea typeface="Nunito Sans"/>
                <a:cs typeface="Nunito Sans"/>
                <a:sym typeface="Nunito Sans"/>
              </a:rPr>
              <a:t>its coordinate is shared by 5+ other rows</a:t>
            </a:r>
            <a:endParaRPr b="0" i="0" sz="893" u="none" cap="none" strike="noStrike">
              <a:solidFill>
                <a:srgbClr val="000000"/>
              </a:solidFill>
              <a:latin typeface="Calibri"/>
              <a:ea typeface="Calibri"/>
              <a:cs typeface="Calibri"/>
              <a:sym typeface="Calibri"/>
            </a:endParaRPr>
          </a:p>
        </p:txBody>
      </p:sp>
      <p:sp>
        <p:nvSpPr>
          <p:cNvPr id="1144" name="Google Shape;1144;p117"/>
          <p:cNvSpPr txBox="1"/>
          <p:nvPr/>
        </p:nvSpPr>
        <p:spPr>
          <a:xfrm>
            <a:off x="768583" y="3362504"/>
            <a:ext cx="4021500" cy="53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5AC"/>
              </a:buClr>
              <a:buSzPts val="825"/>
              <a:buFont typeface="Nunito Sans"/>
              <a:buNone/>
            </a:pPr>
            <a:r>
              <a:rPr b="0" i="1" lang="en" sz="825" u="none" cap="none" strike="noStrike">
                <a:solidFill>
                  <a:srgbClr val="9AA5AC"/>
                </a:solidFill>
                <a:latin typeface="Nunito Sans"/>
                <a:ea typeface="Nunito Sans"/>
                <a:cs typeface="Nunito Sans"/>
                <a:sym typeface="Nunito Sans"/>
              </a:rPr>
              <a:t>A single hardcoded placeholder check only catches known bad points</a:t>
            </a:r>
            <a:r>
              <a:rPr i="1" lang="en" sz="825">
                <a:solidFill>
                  <a:srgbClr val="9AA5AC"/>
                </a:solidFill>
                <a:latin typeface="Nunito Sans"/>
                <a:ea typeface="Nunito Sans"/>
                <a:cs typeface="Nunito Sans"/>
                <a:sym typeface="Nunito Sans"/>
              </a:rPr>
              <a:t>, </a:t>
            </a:r>
            <a:r>
              <a:rPr b="0" i="1" lang="en" sz="825" u="none" cap="none" strike="noStrike">
                <a:solidFill>
                  <a:srgbClr val="9AA5AC"/>
                </a:solidFill>
                <a:latin typeface="Nunito Sans"/>
                <a:ea typeface="Nunito Sans"/>
                <a:cs typeface="Nunito Sans"/>
                <a:sym typeface="Nunito Sans"/>
              </a:rPr>
              <a:t>this generalizes to any new cluster, not just Hemet.</a:t>
            </a:r>
            <a:endParaRPr b="0" i="0" sz="825" u="none" cap="none" strike="noStrike">
              <a:solidFill>
                <a:srgbClr val="000000"/>
              </a:solidFill>
              <a:latin typeface="Calibri"/>
              <a:ea typeface="Calibri"/>
              <a:cs typeface="Calibri"/>
              <a:sym typeface="Calibri"/>
            </a:endParaRPr>
          </a:p>
        </p:txBody>
      </p:sp>
      <p:sp>
        <p:nvSpPr>
          <p:cNvPr id="1145" name="Google Shape;1145;p117"/>
          <p:cNvSpPr txBox="1"/>
          <p:nvPr/>
        </p:nvSpPr>
        <p:spPr>
          <a:xfrm>
            <a:off x="5167295" y="2257510"/>
            <a:ext cx="3003600" cy="62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B8A6"/>
              </a:buClr>
              <a:buSzPts val="3024"/>
              <a:buFont typeface="Nunito Sans"/>
              <a:buNone/>
            </a:pPr>
            <a:r>
              <a:rPr b="1" i="0" lang="en" sz="3024" u="none" cap="none" strike="noStrike">
                <a:solidFill>
                  <a:schemeClr val="dk1"/>
                </a:solidFill>
                <a:latin typeface="Nunito Sans"/>
                <a:ea typeface="Nunito Sans"/>
                <a:cs typeface="Nunito Sans"/>
                <a:sym typeface="Nunito Sans"/>
              </a:rPr>
              <a:t>2,653</a:t>
            </a:r>
            <a:endParaRPr b="0" i="0" sz="3024" u="none" cap="none" strike="noStrike">
              <a:solidFill>
                <a:schemeClr val="dk1"/>
              </a:solidFill>
              <a:latin typeface="Calibri"/>
              <a:ea typeface="Calibri"/>
              <a:cs typeface="Calibri"/>
              <a:sym typeface="Calibri"/>
            </a:endParaRPr>
          </a:p>
        </p:txBody>
      </p:sp>
      <p:sp>
        <p:nvSpPr>
          <p:cNvPr id="1146" name="Google Shape;1146;p117"/>
          <p:cNvSpPr txBox="1"/>
          <p:nvPr/>
        </p:nvSpPr>
        <p:spPr>
          <a:xfrm>
            <a:off x="5167295" y="2891212"/>
            <a:ext cx="3003600" cy="25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93"/>
              <a:buFont typeface="Nunito Sans"/>
              <a:buNone/>
            </a:pPr>
            <a:r>
              <a:rPr b="0" i="0" lang="en" sz="893" u="none" cap="none" strike="noStrike">
                <a:solidFill>
                  <a:srgbClr val="FFFFFF"/>
                </a:solidFill>
                <a:latin typeface="Nunito Sans"/>
                <a:ea typeface="Nunito Sans"/>
                <a:cs typeface="Nunito Sans"/>
                <a:sym typeface="Nunito Sans"/>
              </a:rPr>
              <a:t>of 320,506 rows flagged</a:t>
            </a:r>
            <a:endParaRPr b="0" i="0" sz="893" u="none" cap="none" strike="noStrike">
              <a:solidFill>
                <a:srgbClr val="000000"/>
              </a:solidFill>
              <a:latin typeface="Calibri"/>
              <a:ea typeface="Calibri"/>
              <a:cs typeface="Calibri"/>
              <a:sym typeface="Calibri"/>
            </a:endParaRPr>
          </a:p>
        </p:txBody>
      </p:sp>
      <p:sp>
        <p:nvSpPr>
          <p:cNvPr id="1147" name="Google Shape;1147;p117"/>
          <p:cNvSpPr txBox="1"/>
          <p:nvPr/>
        </p:nvSpPr>
        <p:spPr>
          <a:xfrm>
            <a:off x="5167295" y="3299771"/>
            <a:ext cx="3003600" cy="25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AC"/>
              </a:buClr>
              <a:buSzPts val="825"/>
              <a:buFont typeface="Nunito Sans"/>
              <a:buNone/>
            </a:pPr>
            <a:r>
              <a:rPr b="0" i="0" lang="en" sz="825" u="none" cap="none" strike="noStrike">
                <a:solidFill>
                  <a:schemeClr val="dk1"/>
                </a:solidFill>
                <a:latin typeface="Nunito Sans"/>
                <a:ea typeface="Nunito Sans"/>
                <a:cs typeface="Nunito Sans"/>
                <a:sym typeface="Nunito Sans"/>
              </a:rPr>
              <a:t>0.8% of the dataset</a:t>
            </a:r>
            <a:endParaRPr b="0" i="0" sz="825"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18"/>
          <p:cNvSpPr txBox="1"/>
          <p:nvPr>
            <p:ph idx="6" type="title"/>
          </p:nvPr>
        </p:nvSpPr>
        <p:spPr>
          <a:xfrm>
            <a:off x="228600" y="369300"/>
            <a:ext cx="80424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3000"/>
              <a:buFont typeface="Nunito Sans"/>
              <a:buNone/>
            </a:pPr>
            <a:r>
              <a:rPr lang="en" sz="3000">
                <a:latin typeface="Nunito Sans"/>
                <a:ea typeface="Nunito Sans"/>
                <a:cs typeface="Nunito Sans"/>
                <a:sym typeface="Nunito Sans"/>
              </a:rPr>
              <a:t>The Fix: Census Batch Geocoding</a:t>
            </a:r>
            <a:endParaRPr sz="1600"/>
          </a:p>
        </p:txBody>
      </p:sp>
      <p:sp>
        <p:nvSpPr>
          <p:cNvPr id="1153" name="Google Shape;1153;p118"/>
          <p:cNvSpPr txBox="1"/>
          <p:nvPr/>
        </p:nvSpPr>
        <p:spPr>
          <a:xfrm>
            <a:off x="169413" y="1472449"/>
            <a:ext cx="8668800" cy="57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49"/>
              <a:buFont typeface="Nunito Sans"/>
              <a:buNone/>
            </a:pPr>
            <a:r>
              <a:rPr b="0" i="0" lang="en" sz="1049" u="none" cap="none" strike="noStrike">
                <a:solidFill>
                  <a:srgbClr val="FFFFFF"/>
                </a:solidFill>
                <a:latin typeface="Nunito Sans"/>
                <a:ea typeface="Nunito Sans"/>
                <a:cs typeface="Nunito Sans"/>
                <a:sym typeface="Nunito Sans"/>
              </a:rPr>
              <a:t>Why the Census Bulk Geocoder over a service like Nominatim: no API key, no per-row rate limit, and up to 10,000 addresses per request instead of one row at a time with a mandatory delay</a:t>
            </a:r>
            <a:r>
              <a:rPr lang="en" sz="1049">
                <a:solidFill>
                  <a:srgbClr val="FFFFFF"/>
                </a:solidFill>
                <a:latin typeface="Nunito Sans"/>
                <a:ea typeface="Nunito Sans"/>
                <a:cs typeface="Nunito Sans"/>
                <a:sym typeface="Nunito Sans"/>
              </a:rPr>
              <a:t>, </a:t>
            </a:r>
            <a:r>
              <a:rPr b="0" i="0" lang="en" sz="1049" u="none" cap="none" strike="noStrike">
                <a:solidFill>
                  <a:srgbClr val="FFFFFF"/>
                </a:solidFill>
                <a:latin typeface="Nunito Sans"/>
                <a:ea typeface="Nunito Sans"/>
                <a:cs typeface="Nunito Sans"/>
                <a:sym typeface="Nunito Sans"/>
              </a:rPr>
              <a:t> traded for a lower match rate on messy addresses.</a:t>
            </a:r>
            <a:endParaRPr b="0" i="0" sz="1049" u="none" cap="none" strike="noStrike">
              <a:solidFill>
                <a:srgbClr val="000000"/>
              </a:solidFill>
              <a:latin typeface="Calibri"/>
              <a:ea typeface="Calibri"/>
              <a:cs typeface="Calibri"/>
              <a:sym typeface="Calibri"/>
            </a:endParaRPr>
          </a:p>
        </p:txBody>
      </p:sp>
      <p:sp>
        <p:nvSpPr>
          <p:cNvPr id="1154" name="Google Shape;1154;p118"/>
          <p:cNvSpPr/>
          <p:nvPr/>
        </p:nvSpPr>
        <p:spPr>
          <a:xfrm>
            <a:off x="307500" y="2377686"/>
            <a:ext cx="306600" cy="306600"/>
          </a:xfrm>
          <a:prstGeom prst="ellipse">
            <a:avLst/>
          </a:prstGeom>
          <a:solidFill>
            <a:srgbClr val="1FB8A6">
              <a:alpha val="90200"/>
            </a:srgbClr>
          </a:solidFill>
          <a:ln>
            <a:noFill/>
          </a:ln>
        </p:spPr>
        <p:txBody>
          <a:bodyPr anchorCtr="0" anchor="ctr" bIns="76700" lIns="76700" spcFirstLastPara="1" rIns="76700" wrap="square" tIns="76700">
            <a:noAutofit/>
          </a:bodyPr>
          <a:lstStyle/>
          <a:p>
            <a:pPr indent="0" lvl="0" marL="0" rtl="0" algn="l">
              <a:spcBef>
                <a:spcPts val="0"/>
              </a:spcBef>
              <a:spcAft>
                <a:spcPts val="0"/>
              </a:spcAft>
              <a:buNone/>
            </a:pPr>
            <a:r>
              <a:t/>
            </a:r>
            <a:endParaRPr/>
          </a:p>
        </p:txBody>
      </p:sp>
      <p:sp>
        <p:nvSpPr>
          <p:cNvPr id="1155" name="Google Shape;1155;p118"/>
          <p:cNvSpPr txBox="1"/>
          <p:nvPr/>
        </p:nvSpPr>
        <p:spPr>
          <a:xfrm>
            <a:off x="307500" y="2377686"/>
            <a:ext cx="306600" cy="3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E12"/>
              </a:buClr>
              <a:buSzPts val="1258"/>
              <a:buFont typeface="Nunito Sans"/>
              <a:buNone/>
            </a:pPr>
            <a:r>
              <a:rPr b="1" i="0" lang="en" sz="1258" u="none" cap="none" strike="noStrike">
                <a:solidFill>
                  <a:srgbClr val="0B0E12"/>
                </a:solidFill>
                <a:latin typeface="Nunito Sans"/>
                <a:ea typeface="Nunito Sans"/>
                <a:cs typeface="Nunito Sans"/>
                <a:sym typeface="Nunito Sans"/>
              </a:rPr>
              <a:t>1</a:t>
            </a:r>
            <a:endParaRPr b="0" i="0" sz="1258" u="none" cap="none" strike="noStrike">
              <a:solidFill>
                <a:srgbClr val="000000"/>
              </a:solidFill>
              <a:latin typeface="Calibri"/>
              <a:ea typeface="Calibri"/>
              <a:cs typeface="Calibri"/>
              <a:sym typeface="Calibri"/>
            </a:endParaRPr>
          </a:p>
        </p:txBody>
      </p:sp>
      <p:sp>
        <p:nvSpPr>
          <p:cNvPr id="1156" name="Google Shape;1156;p118"/>
          <p:cNvSpPr txBox="1"/>
          <p:nvPr/>
        </p:nvSpPr>
        <p:spPr>
          <a:xfrm>
            <a:off x="307500" y="2791947"/>
            <a:ext cx="1810500" cy="53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33"/>
              <a:buFont typeface="Nunito Sans"/>
              <a:buNone/>
            </a:pPr>
            <a:r>
              <a:rPr b="1" i="0" lang="en" sz="1133" u="none" cap="none" strike="noStrike">
                <a:solidFill>
                  <a:srgbClr val="FFFFFF"/>
                </a:solidFill>
                <a:latin typeface="Nunito Sans"/>
                <a:ea typeface="Nunito Sans"/>
                <a:cs typeface="Nunito Sans"/>
                <a:sym typeface="Nunito Sans"/>
              </a:rPr>
              <a:t>2,653 flagged rows</a:t>
            </a:r>
            <a:endParaRPr b="0" i="0" sz="1133" u="none" cap="none" strike="noStrike">
              <a:solidFill>
                <a:srgbClr val="000000"/>
              </a:solidFill>
              <a:latin typeface="Calibri"/>
              <a:ea typeface="Calibri"/>
              <a:cs typeface="Calibri"/>
              <a:sym typeface="Calibri"/>
            </a:endParaRPr>
          </a:p>
        </p:txBody>
      </p:sp>
      <p:sp>
        <p:nvSpPr>
          <p:cNvPr id="1157" name="Google Shape;1157;p118"/>
          <p:cNvSpPr txBox="1"/>
          <p:nvPr/>
        </p:nvSpPr>
        <p:spPr>
          <a:xfrm>
            <a:off x="307500" y="3313610"/>
            <a:ext cx="1810500" cy="767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AA5AC"/>
              </a:buClr>
              <a:buSzPts val="881"/>
              <a:buFont typeface="Nunito Sans"/>
              <a:buNone/>
            </a:pPr>
            <a:r>
              <a:rPr b="0" i="0" lang="en" sz="881" u="none" cap="none" strike="noStrike">
                <a:solidFill>
                  <a:srgbClr val="9AA5AC"/>
                </a:solidFill>
                <a:latin typeface="Nunito Sans"/>
                <a:ea typeface="Nunito Sans"/>
                <a:cs typeface="Nunito Sans"/>
                <a:sym typeface="Nunito Sans"/>
              </a:rPr>
              <a:t>Street / City / State / ZIP kept as separate fields</a:t>
            </a:r>
            <a:r>
              <a:rPr lang="en" sz="881">
                <a:solidFill>
                  <a:srgbClr val="9AA5AC"/>
                </a:solidFill>
                <a:latin typeface="Nunito Sans"/>
                <a:ea typeface="Nunito Sans"/>
                <a:cs typeface="Nunito Sans"/>
                <a:sym typeface="Nunito Sans"/>
              </a:rPr>
              <a:t>: </a:t>
            </a:r>
            <a:r>
              <a:rPr b="0" i="0" lang="en" sz="881" u="none" cap="none" strike="noStrike">
                <a:solidFill>
                  <a:srgbClr val="9AA5AC"/>
                </a:solidFill>
                <a:latin typeface="Nunito Sans"/>
                <a:ea typeface="Nunito Sans"/>
                <a:cs typeface="Nunito Sans"/>
                <a:sym typeface="Nunito Sans"/>
              </a:rPr>
              <a:t>geocoding runs before those columns are dropped later in the pipeline</a:t>
            </a:r>
            <a:endParaRPr b="0" i="0" sz="881" u="none" cap="none" strike="noStrike">
              <a:solidFill>
                <a:srgbClr val="000000"/>
              </a:solidFill>
              <a:latin typeface="Calibri"/>
              <a:ea typeface="Calibri"/>
              <a:cs typeface="Calibri"/>
              <a:sym typeface="Calibri"/>
            </a:endParaRPr>
          </a:p>
        </p:txBody>
      </p:sp>
      <p:sp>
        <p:nvSpPr>
          <p:cNvPr id="1158" name="Google Shape;1158;p118"/>
          <p:cNvSpPr txBox="1"/>
          <p:nvPr/>
        </p:nvSpPr>
        <p:spPr>
          <a:xfrm>
            <a:off x="2256055" y="2987571"/>
            <a:ext cx="184200" cy="460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5AC"/>
              </a:buClr>
              <a:buSzPts val="1678"/>
              <a:buFont typeface="Nunito Sans"/>
              <a:buNone/>
            </a:pPr>
            <a:r>
              <a:t/>
            </a:r>
            <a:endParaRPr b="0" i="0" sz="1678" u="none" cap="none" strike="noStrike">
              <a:solidFill>
                <a:srgbClr val="000000"/>
              </a:solidFill>
              <a:latin typeface="Calibri"/>
              <a:ea typeface="Calibri"/>
              <a:cs typeface="Calibri"/>
              <a:sym typeface="Calibri"/>
            </a:endParaRPr>
          </a:p>
        </p:txBody>
      </p:sp>
      <p:sp>
        <p:nvSpPr>
          <p:cNvPr id="1159" name="Google Shape;1159;p118"/>
          <p:cNvSpPr/>
          <p:nvPr/>
        </p:nvSpPr>
        <p:spPr>
          <a:xfrm>
            <a:off x="2578258" y="2377686"/>
            <a:ext cx="306600" cy="306600"/>
          </a:xfrm>
          <a:prstGeom prst="ellipse">
            <a:avLst/>
          </a:prstGeom>
          <a:solidFill>
            <a:srgbClr val="1FB8A6">
              <a:alpha val="90200"/>
            </a:srgbClr>
          </a:solidFill>
          <a:ln>
            <a:noFill/>
          </a:ln>
        </p:spPr>
        <p:txBody>
          <a:bodyPr anchorCtr="0" anchor="ctr" bIns="76700" lIns="76700" spcFirstLastPara="1" rIns="76700" wrap="square" tIns="76700">
            <a:noAutofit/>
          </a:bodyPr>
          <a:lstStyle/>
          <a:p>
            <a:pPr indent="0" lvl="0" marL="0" rtl="0" algn="l">
              <a:spcBef>
                <a:spcPts val="0"/>
              </a:spcBef>
              <a:spcAft>
                <a:spcPts val="0"/>
              </a:spcAft>
              <a:buNone/>
            </a:pPr>
            <a:r>
              <a:t/>
            </a:r>
            <a:endParaRPr/>
          </a:p>
        </p:txBody>
      </p:sp>
      <p:sp>
        <p:nvSpPr>
          <p:cNvPr id="1160" name="Google Shape;1160;p118"/>
          <p:cNvSpPr txBox="1"/>
          <p:nvPr/>
        </p:nvSpPr>
        <p:spPr>
          <a:xfrm>
            <a:off x="2578258" y="2377686"/>
            <a:ext cx="306600" cy="3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E12"/>
              </a:buClr>
              <a:buSzPts val="1258"/>
              <a:buFont typeface="Nunito Sans"/>
              <a:buNone/>
            </a:pPr>
            <a:r>
              <a:rPr b="1" i="0" lang="en" sz="1258" u="none" cap="none" strike="noStrike">
                <a:solidFill>
                  <a:srgbClr val="0B0E12"/>
                </a:solidFill>
                <a:latin typeface="Nunito Sans"/>
                <a:ea typeface="Nunito Sans"/>
                <a:cs typeface="Nunito Sans"/>
                <a:sym typeface="Nunito Sans"/>
              </a:rPr>
              <a:t>2</a:t>
            </a:r>
            <a:endParaRPr b="0" i="0" sz="1258" u="none" cap="none" strike="noStrike">
              <a:solidFill>
                <a:srgbClr val="000000"/>
              </a:solidFill>
              <a:latin typeface="Calibri"/>
              <a:ea typeface="Calibri"/>
              <a:cs typeface="Calibri"/>
              <a:sym typeface="Calibri"/>
            </a:endParaRPr>
          </a:p>
        </p:txBody>
      </p:sp>
      <p:sp>
        <p:nvSpPr>
          <p:cNvPr id="1161" name="Google Shape;1161;p118"/>
          <p:cNvSpPr txBox="1"/>
          <p:nvPr/>
        </p:nvSpPr>
        <p:spPr>
          <a:xfrm>
            <a:off x="2578258" y="2791947"/>
            <a:ext cx="1810500" cy="53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33"/>
              <a:buFont typeface="Nunito Sans"/>
              <a:buNone/>
            </a:pPr>
            <a:r>
              <a:rPr b="1" i="0" lang="en" sz="1133" u="none" cap="none" strike="noStrike">
                <a:solidFill>
                  <a:srgbClr val="FFFFFF"/>
                </a:solidFill>
                <a:latin typeface="Nunito Sans"/>
                <a:ea typeface="Nunito Sans"/>
                <a:cs typeface="Nunito Sans"/>
                <a:sym typeface="Nunito Sans"/>
              </a:rPr>
              <a:t>Batched to the Census API</a:t>
            </a:r>
            <a:endParaRPr b="0" i="0" sz="1133" u="none" cap="none" strike="noStrike">
              <a:solidFill>
                <a:srgbClr val="000000"/>
              </a:solidFill>
              <a:latin typeface="Calibri"/>
              <a:ea typeface="Calibri"/>
              <a:cs typeface="Calibri"/>
              <a:sym typeface="Calibri"/>
            </a:endParaRPr>
          </a:p>
        </p:txBody>
      </p:sp>
      <p:sp>
        <p:nvSpPr>
          <p:cNvPr id="1162" name="Google Shape;1162;p118"/>
          <p:cNvSpPr txBox="1"/>
          <p:nvPr/>
        </p:nvSpPr>
        <p:spPr>
          <a:xfrm>
            <a:off x="2578258" y="3313610"/>
            <a:ext cx="1810500" cy="767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AA5AC"/>
              </a:buClr>
              <a:buSzPts val="881"/>
              <a:buFont typeface="Nunito Sans"/>
              <a:buNone/>
            </a:pPr>
            <a:r>
              <a:rPr b="0" i="0" lang="en" sz="881" u="none" cap="none" strike="noStrike">
                <a:solidFill>
                  <a:srgbClr val="9AA5AC"/>
                </a:solidFill>
                <a:latin typeface="Nunito Sans"/>
                <a:ea typeface="Nunito Sans"/>
                <a:cs typeface="Nunito Sans"/>
                <a:sym typeface="Nunito Sans"/>
              </a:rPr>
              <a:t>Up to 10,000 addresses per request; checkpointed per batch, not per row</a:t>
            </a:r>
            <a:endParaRPr b="0" i="0" sz="881" u="none" cap="none" strike="noStrike">
              <a:solidFill>
                <a:srgbClr val="000000"/>
              </a:solidFill>
              <a:latin typeface="Calibri"/>
              <a:ea typeface="Calibri"/>
              <a:cs typeface="Calibri"/>
              <a:sym typeface="Calibri"/>
            </a:endParaRPr>
          </a:p>
        </p:txBody>
      </p:sp>
      <p:sp>
        <p:nvSpPr>
          <p:cNvPr id="1163" name="Google Shape;1163;p118"/>
          <p:cNvSpPr/>
          <p:nvPr/>
        </p:nvSpPr>
        <p:spPr>
          <a:xfrm>
            <a:off x="4849015" y="2377686"/>
            <a:ext cx="306600" cy="306600"/>
          </a:xfrm>
          <a:prstGeom prst="ellipse">
            <a:avLst/>
          </a:prstGeom>
          <a:solidFill>
            <a:srgbClr val="1FB8A6">
              <a:alpha val="90200"/>
            </a:srgbClr>
          </a:solidFill>
          <a:ln>
            <a:noFill/>
          </a:ln>
        </p:spPr>
        <p:txBody>
          <a:bodyPr anchorCtr="0" anchor="ctr" bIns="76700" lIns="76700" spcFirstLastPara="1" rIns="76700" wrap="square" tIns="76700">
            <a:noAutofit/>
          </a:bodyPr>
          <a:lstStyle/>
          <a:p>
            <a:pPr indent="0" lvl="0" marL="0" rtl="0" algn="l">
              <a:spcBef>
                <a:spcPts val="0"/>
              </a:spcBef>
              <a:spcAft>
                <a:spcPts val="0"/>
              </a:spcAft>
              <a:buNone/>
            </a:pPr>
            <a:r>
              <a:t/>
            </a:r>
            <a:endParaRPr/>
          </a:p>
        </p:txBody>
      </p:sp>
      <p:sp>
        <p:nvSpPr>
          <p:cNvPr id="1164" name="Google Shape;1164;p118"/>
          <p:cNvSpPr txBox="1"/>
          <p:nvPr/>
        </p:nvSpPr>
        <p:spPr>
          <a:xfrm>
            <a:off x="4849015" y="2377686"/>
            <a:ext cx="306600" cy="3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E12"/>
              </a:buClr>
              <a:buSzPts val="1258"/>
              <a:buFont typeface="Nunito Sans"/>
              <a:buNone/>
            </a:pPr>
            <a:r>
              <a:rPr b="1" i="0" lang="en" sz="1258" u="none" cap="none" strike="noStrike">
                <a:solidFill>
                  <a:srgbClr val="0B0E12"/>
                </a:solidFill>
                <a:latin typeface="Nunito Sans"/>
                <a:ea typeface="Nunito Sans"/>
                <a:cs typeface="Nunito Sans"/>
                <a:sym typeface="Nunito Sans"/>
              </a:rPr>
              <a:t>3</a:t>
            </a:r>
            <a:endParaRPr b="0" i="0" sz="1258" u="none" cap="none" strike="noStrike">
              <a:solidFill>
                <a:srgbClr val="000000"/>
              </a:solidFill>
              <a:latin typeface="Calibri"/>
              <a:ea typeface="Calibri"/>
              <a:cs typeface="Calibri"/>
              <a:sym typeface="Calibri"/>
            </a:endParaRPr>
          </a:p>
        </p:txBody>
      </p:sp>
      <p:sp>
        <p:nvSpPr>
          <p:cNvPr id="1165" name="Google Shape;1165;p118"/>
          <p:cNvSpPr txBox="1"/>
          <p:nvPr/>
        </p:nvSpPr>
        <p:spPr>
          <a:xfrm>
            <a:off x="4849015" y="2791947"/>
            <a:ext cx="1810500" cy="53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33"/>
              <a:buFont typeface="Nunito Sans"/>
              <a:buNone/>
            </a:pPr>
            <a:r>
              <a:rPr b="1" i="0" lang="en" sz="1133" u="none" cap="none" strike="noStrike">
                <a:solidFill>
                  <a:srgbClr val="FFFFFF"/>
                </a:solidFill>
                <a:latin typeface="Nunito Sans"/>
                <a:ea typeface="Nunito Sans"/>
                <a:cs typeface="Nunito Sans"/>
                <a:sym typeface="Nunito Sans"/>
              </a:rPr>
              <a:t>Matched → corrected</a:t>
            </a:r>
            <a:endParaRPr b="0" i="0" sz="1133" u="none" cap="none" strike="noStrike">
              <a:solidFill>
                <a:srgbClr val="000000"/>
              </a:solidFill>
              <a:latin typeface="Calibri"/>
              <a:ea typeface="Calibri"/>
              <a:cs typeface="Calibri"/>
              <a:sym typeface="Calibri"/>
            </a:endParaRPr>
          </a:p>
        </p:txBody>
      </p:sp>
      <p:sp>
        <p:nvSpPr>
          <p:cNvPr id="1166" name="Google Shape;1166;p118"/>
          <p:cNvSpPr txBox="1"/>
          <p:nvPr/>
        </p:nvSpPr>
        <p:spPr>
          <a:xfrm>
            <a:off x="4849015" y="3313610"/>
            <a:ext cx="1810500" cy="767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AA5AC"/>
              </a:buClr>
              <a:buSzPts val="881"/>
              <a:buFont typeface="Nunito Sans"/>
              <a:buNone/>
            </a:pPr>
            <a:r>
              <a:rPr b="0" i="0" lang="en" sz="881" u="none" cap="none" strike="noStrike">
                <a:solidFill>
                  <a:srgbClr val="9AA5AC"/>
                </a:solidFill>
                <a:latin typeface="Nunito Sans"/>
                <a:ea typeface="Nunito Sans"/>
                <a:cs typeface="Nunito Sans"/>
                <a:sym typeface="Nunito Sans"/>
              </a:rPr>
              <a:t>820 rows get their Latitude/Longitude overwritten with the geocoded value</a:t>
            </a:r>
            <a:endParaRPr b="0" i="0" sz="881" u="none" cap="none" strike="noStrike">
              <a:solidFill>
                <a:srgbClr val="000000"/>
              </a:solidFill>
              <a:latin typeface="Calibri"/>
              <a:ea typeface="Calibri"/>
              <a:cs typeface="Calibri"/>
              <a:sym typeface="Calibri"/>
            </a:endParaRPr>
          </a:p>
        </p:txBody>
      </p:sp>
      <p:sp>
        <p:nvSpPr>
          <p:cNvPr id="1167" name="Google Shape;1167;p118"/>
          <p:cNvSpPr txBox="1"/>
          <p:nvPr/>
        </p:nvSpPr>
        <p:spPr>
          <a:xfrm>
            <a:off x="7119773" y="2791947"/>
            <a:ext cx="1810500" cy="53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33"/>
              <a:buFont typeface="Nunito Sans"/>
              <a:buNone/>
            </a:pPr>
            <a:r>
              <a:rPr b="1" i="0" lang="en" sz="1133" u="none" cap="none" strike="noStrike">
                <a:solidFill>
                  <a:srgbClr val="FFFFFF"/>
                </a:solidFill>
                <a:latin typeface="Nunito Sans"/>
                <a:ea typeface="Nunito Sans"/>
                <a:cs typeface="Nunito Sans"/>
                <a:sym typeface="Nunito Sans"/>
              </a:rPr>
              <a:t>Unmatched → kept as-is</a:t>
            </a:r>
            <a:endParaRPr b="0" i="0" sz="1133" u="none" cap="none" strike="noStrike">
              <a:solidFill>
                <a:srgbClr val="000000"/>
              </a:solidFill>
              <a:latin typeface="Calibri"/>
              <a:ea typeface="Calibri"/>
              <a:cs typeface="Calibri"/>
              <a:sym typeface="Calibri"/>
            </a:endParaRPr>
          </a:p>
        </p:txBody>
      </p:sp>
      <p:sp>
        <p:nvSpPr>
          <p:cNvPr id="1168" name="Google Shape;1168;p118"/>
          <p:cNvSpPr txBox="1"/>
          <p:nvPr/>
        </p:nvSpPr>
        <p:spPr>
          <a:xfrm>
            <a:off x="7119773" y="3313610"/>
            <a:ext cx="1810500" cy="7671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AA5AC"/>
              </a:buClr>
              <a:buSzPts val="881"/>
              <a:buFont typeface="Nunito Sans"/>
              <a:buNone/>
            </a:pPr>
            <a:r>
              <a:rPr b="0" i="0" lang="en" sz="881" u="none" cap="none" strike="noStrike">
                <a:solidFill>
                  <a:srgbClr val="9AA5AC"/>
                </a:solidFill>
                <a:latin typeface="Nunito Sans"/>
                <a:ea typeface="Nunito Sans"/>
                <a:cs typeface="Nunito Sans"/>
                <a:sym typeface="Nunito Sans"/>
              </a:rPr>
              <a:t>1,835 rows keep their original, still-suspect coordinate</a:t>
            </a:r>
            <a:endParaRPr b="0" i="0" sz="881" u="none" cap="none" strike="noStrike">
              <a:solidFill>
                <a:srgbClr val="000000"/>
              </a:solidFill>
              <a:latin typeface="Calibri"/>
              <a:ea typeface="Calibri"/>
              <a:cs typeface="Calibri"/>
              <a:sym typeface="Calibri"/>
            </a:endParaRPr>
          </a:p>
        </p:txBody>
      </p:sp>
      <p:sp>
        <p:nvSpPr>
          <p:cNvPr id="1169" name="Google Shape;1169;p118"/>
          <p:cNvSpPr/>
          <p:nvPr/>
        </p:nvSpPr>
        <p:spPr>
          <a:xfrm>
            <a:off x="6981783" y="2377686"/>
            <a:ext cx="306600" cy="306600"/>
          </a:xfrm>
          <a:prstGeom prst="ellipse">
            <a:avLst/>
          </a:prstGeom>
          <a:solidFill>
            <a:srgbClr val="1FB8A6">
              <a:alpha val="90200"/>
            </a:srgbClr>
          </a:solidFill>
          <a:ln>
            <a:noFill/>
          </a:ln>
        </p:spPr>
        <p:txBody>
          <a:bodyPr anchorCtr="0" anchor="ctr" bIns="76700" lIns="76700" spcFirstLastPara="1" rIns="76700" wrap="square" tIns="76700">
            <a:noAutofit/>
          </a:bodyPr>
          <a:lstStyle/>
          <a:p>
            <a:pPr indent="0" lvl="0" marL="0" rtl="0" algn="l">
              <a:spcBef>
                <a:spcPts val="0"/>
              </a:spcBef>
              <a:spcAft>
                <a:spcPts val="0"/>
              </a:spcAft>
              <a:buNone/>
            </a:pPr>
            <a:r>
              <a:t/>
            </a:r>
            <a:endParaRPr/>
          </a:p>
        </p:txBody>
      </p:sp>
      <p:sp>
        <p:nvSpPr>
          <p:cNvPr id="1170" name="Google Shape;1170;p118"/>
          <p:cNvSpPr txBox="1"/>
          <p:nvPr/>
        </p:nvSpPr>
        <p:spPr>
          <a:xfrm>
            <a:off x="6981765" y="2364574"/>
            <a:ext cx="306600" cy="3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E12"/>
              </a:buClr>
              <a:buSzPts val="1258"/>
              <a:buFont typeface="Nunito Sans"/>
              <a:buNone/>
            </a:pPr>
            <a:r>
              <a:rPr b="1" lang="en" sz="1258">
                <a:solidFill>
                  <a:srgbClr val="0B0E12"/>
                </a:solidFill>
                <a:latin typeface="Nunito Sans"/>
                <a:ea typeface="Nunito Sans"/>
                <a:cs typeface="Nunito Sans"/>
                <a:sym typeface="Nunito Sans"/>
              </a:rPr>
              <a:t>4</a:t>
            </a:r>
            <a:endParaRPr b="0" i="0" sz="1258"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19"/>
          <p:cNvSpPr txBox="1"/>
          <p:nvPr/>
        </p:nvSpPr>
        <p:spPr>
          <a:xfrm>
            <a:off x="228600" y="228600"/>
            <a:ext cx="9513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Nunito Sans"/>
                <a:ea typeface="Nunito Sans"/>
                <a:cs typeface="Nunito Sans"/>
                <a:sym typeface="Nunito Sans"/>
              </a:rPr>
              <a:t>Isolating the Effect of Geocoding</a:t>
            </a:r>
            <a:endParaRPr/>
          </a:p>
        </p:txBody>
      </p:sp>
      <p:graphicFrame>
        <p:nvGraphicFramePr>
          <p:cNvPr id="1176" name="Google Shape;1176;p119"/>
          <p:cNvGraphicFramePr/>
          <p:nvPr/>
        </p:nvGraphicFramePr>
        <p:xfrm>
          <a:off x="476315" y="1331500"/>
          <a:ext cx="3000000" cy="3000000"/>
        </p:xfrm>
        <a:graphic>
          <a:graphicData uri="http://schemas.openxmlformats.org/drawingml/2006/table">
            <a:tbl>
              <a:tblPr>
                <a:noFill/>
                <a:tableStyleId>{599F266E-CD7F-40C9-B928-08707556C8E2}</a:tableStyleId>
              </a:tblPr>
              <a:tblGrid>
                <a:gridCol w="2570550"/>
                <a:gridCol w="1691150"/>
                <a:gridCol w="1691150"/>
                <a:gridCol w="1691150"/>
              </a:tblGrid>
              <a:tr h="118575">
                <a:tc>
                  <a:txBody>
                    <a:bodyPr/>
                    <a:lstStyle/>
                    <a:p>
                      <a:pPr indent="0" lvl="0" marL="0" marR="0" rtl="0" algn="l">
                        <a:spcBef>
                          <a:spcPts val="0"/>
                        </a:spcBef>
                        <a:spcAft>
                          <a:spcPts val="0"/>
                        </a:spcAft>
                        <a:buClr>
                          <a:srgbClr val="FFFFFF"/>
                        </a:buClr>
                        <a:buSzPts val="1250"/>
                        <a:buFont typeface="Nunito Sans"/>
                        <a:buNone/>
                      </a:pPr>
                      <a:r>
                        <a:rPr b="1" lang="en" sz="1250" u="none" cap="none" strike="noStrike">
                          <a:solidFill>
                            <a:srgbClr val="FFFFFF"/>
                          </a:solidFill>
                          <a:latin typeface="Nunito Sans"/>
                          <a:ea typeface="Nunito Sans"/>
                          <a:cs typeface="Nunito Sans"/>
                          <a:sym typeface="Nunito Sans"/>
                        </a:rPr>
                        <a:t>Model</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FFFFFF"/>
                        </a:buClr>
                        <a:buSzPts val="1250"/>
                        <a:buFont typeface="Nunito Sans"/>
                        <a:buNone/>
                      </a:pPr>
                      <a:r>
                        <a:rPr b="1" lang="en" sz="1250" u="none" cap="none" strike="noStrike">
                          <a:solidFill>
                            <a:srgbClr val="FFFFFF"/>
                          </a:solidFill>
                          <a:latin typeface="Nunito Sans"/>
                          <a:ea typeface="Nunito Sans"/>
                          <a:cs typeface="Nunito Sans"/>
                          <a:sym typeface="Nunito Sans"/>
                        </a:rPr>
                        <a:t>m1 R² (uncorrected)</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FFFFFF"/>
                        </a:buClr>
                        <a:buSzPts val="1250"/>
                        <a:buFont typeface="Nunito Sans"/>
                        <a:buNone/>
                      </a:pPr>
                      <a:r>
                        <a:rPr b="1" lang="en" sz="1250" u="none" cap="none" strike="noStrike">
                          <a:solidFill>
                            <a:srgbClr val="FFFFFF"/>
                          </a:solidFill>
                          <a:latin typeface="Nunito Sans"/>
                          <a:ea typeface="Nunito Sans"/>
                          <a:cs typeface="Nunito Sans"/>
                          <a:sym typeface="Nunito Sans"/>
                        </a:rPr>
                        <a:t>m3 R² (geocoded)</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FFFFFF"/>
                        </a:buClr>
                        <a:buSzPts val="1250"/>
                        <a:buFont typeface="Nunito Sans"/>
                        <a:buNone/>
                      </a:pPr>
                      <a:r>
                        <a:rPr b="1" lang="en" sz="1250" u="none" cap="none" strike="noStrike">
                          <a:solidFill>
                            <a:srgbClr val="FFFFFF"/>
                          </a:solidFill>
                          <a:latin typeface="Nunito Sans"/>
                          <a:ea typeface="Nunito Sans"/>
                          <a:cs typeface="Nunito Sans"/>
                          <a:sym typeface="Nunito Sans"/>
                        </a:rPr>
                        <a:t>Change</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r>
              <a:tr h="118575">
                <a:tc>
                  <a:txBody>
                    <a:bodyPr/>
                    <a:lstStyle/>
                    <a:p>
                      <a:pPr indent="0" lvl="0" marL="0" marR="0" rtl="0" algn="l">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Linear Regression</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0.8217</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0.8218</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1FB8A6"/>
                        </a:buClr>
                        <a:buSzPts val="1250"/>
                        <a:buFont typeface="Nunito Sans"/>
                        <a:buNone/>
                      </a:pPr>
                      <a:r>
                        <a:rPr b="1" lang="en" sz="1250" u="none" cap="none" strike="noStrike">
                          <a:solidFill>
                            <a:srgbClr val="1FB8A6"/>
                          </a:solidFill>
                          <a:latin typeface="Nunito Sans"/>
                          <a:ea typeface="Nunito Sans"/>
                          <a:cs typeface="Nunito Sans"/>
                          <a:sym typeface="Nunito Sans"/>
                        </a:rPr>
                        <a:t>+0.0001</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r>
              <a:tr h="118575">
                <a:tc>
                  <a:txBody>
                    <a:bodyPr/>
                    <a:lstStyle/>
                    <a:p>
                      <a:pPr indent="0" lvl="0" marL="0" marR="0" rtl="0" algn="l">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Decision Tree</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0.7824</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0.7741</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E2685A"/>
                        </a:buClr>
                        <a:buSzPts val="1250"/>
                        <a:buFont typeface="Nunito Sans"/>
                        <a:buNone/>
                      </a:pPr>
                      <a:r>
                        <a:rPr b="1" lang="en" sz="1250" u="none" cap="none" strike="noStrike">
                          <a:solidFill>
                            <a:srgbClr val="E2685A"/>
                          </a:solidFill>
                          <a:latin typeface="Nunito Sans"/>
                          <a:ea typeface="Nunito Sans"/>
                          <a:cs typeface="Nunito Sans"/>
                          <a:sym typeface="Nunito Sans"/>
                        </a:rPr>
                        <a:t>−0.0083</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r>
              <a:tr h="118575">
                <a:tc>
                  <a:txBody>
                    <a:bodyPr/>
                    <a:lstStyle/>
                    <a:p>
                      <a:pPr indent="0" lvl="0" marL="0" marR="0" rtl="0" algn="l">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Random Forest</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0.8768</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9AA5AC"/>
                        </a:buClr>
                        <a:buSzPts val="1250"/>
                        <a:buFont typeface="Nunito Sans"/>
                        <a:buNone/>
                      </a:pPr>
                      <a:r>
                        <a:rPr lang="en" sz="1250" u="none" cap="none" strike="noStrike">
                          <a:solidFill>
                            <a:srgbClr val="9AA5AC"/>
                          </a:solidFill>
                          <a:latin typeface="Nunito Sans"/>
                          <a:ea typeface="Nunito Sans"/>
                          <a:cs typeface="Nunito Sans"/>
                          <a:sym typeface="Nunito Sans"/>
                        </a:rPr>
                        <a:t>0.8773</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c>
                  <a:txBody>
                    <a:bodyPr/>
                    <a:lstStyle/>
                    <a:p>
                      <a:pPr indent="0" lvl="0" marL="0" marR="0" rtl="0" algn="ctr">
                        <a:spcBef>
                          <a:spcPts val="0"/>
                        </a:spcBef>
                        <a:spcAft>
                          <a:spcPts val="0"/>
                        </a:spcAft>
                        <a:buClr>
                          <a:srgbClr val="1FB8A6"/>
                        </a:buClr>
                        <a:buSzPts val="1250"/>
                        <a:buFont typeface="Nunito Sans"/>
                        <a:buNone/>
                      </a:pPr>
                      <a:r>
                        <a:rPr b="1" lang="en" sz="1250" u="none" cap="none" strike="noStrike">
                          <a:solidFill>
                            <a:srgbClr val="1FB8A6"/>
                          </a:solidFill>
                          <a:latin typeface="Nunito Sans"/>
                          <a:ea typeface="Nunito Sans"/>
                          <a:cs typeface="Nunito Sans"/>
                          <a:sym typeface="Nunito Sans"/>
                        </a:rPr>
                        <a:t>+0.0005</a:t>
                      </a:r>
                      <a:endParaRPr sz="1250" u="none" cap="none" strike="noStrike">
                        <a:latin typeface="Nunito Sans"/>
                        <a:ea typeface="Nunito Sans"/>
                        <a:cs typeface="Nunito Sans"/>
                        <a:sym typeface="Nunito Sans"/>
                      </a:endParaRPr>
                    </a:p>
                  </a:txBody>
                  <a:tcPr marT="45725" marB="45725" marR="91450" marL="91450" anchor="ctr">
                    <a:lnL cap="flat" cmpd="sng" w="9525">
                      <a:solidFill>
                        <a:srgbClr val="262B31"/>
                      </a:solidFill>
                      <a:prstDash val="solid"/>
                      <a:round/>
                      <a:headEnd len="sm" w="sm" type="none"/>
                      <a:tailEnd len="sm" w="sm" type="none"/>
                    </a:lnL>
                    <a:lnR cap="flat" cmpd="sng" w="9525">
                      <a:solidFill>
                        <a:srgbClr val="262B31"/>
                      </a:solidFill>
                      <a:prstDash val="solid"/>
                      <a:round/>
                      <a:headEnd len="sm" w="sm" type="none"/>
                      <a:tailEnd len="sm" w="sm" type="none"/>
                    </a:lnR>
                    <a:lnT cap="flat" cmpd="sng" w="9525">
                      <a:solidFill>
                        <a:srgbClr val="262B31"/>
                      </a:solidFill>
                      <a:prstDash val="solid"/>
                      <a:round/>
                      <a:headEnd len="sm" w="sm" type="none"/>
                      <a:tailEnd len="sm" w="sm" type="none"/>
                    </a:lnT>
                    <a:lnB cap="flat" cmpd="sng" w="9525">
                      <a:solidFill>
                        <a:srgbClr val="262B31"/>
                      </a:solidFill>
                      <a:prstDash val="solid"/>
                      <a:round/>
                      <a:headEnd len="sm" w="sm" type="none"/>
                      <a:tailEnd len="sm" w="sm" type="none"/>
                    </a:lnB>
                    <a:solidFill>
                      <a:srgbClr val="15191E"/>
                    </a:solidFill>
                  </a:tcPr>
                </a:tc>
              </a:tr>
            </a:tbl>
          </a:graphicData>
        </a:graphic>
      </p:graphicFrame>
      <p:sp>
        <p:nvSpPr>
          <p:cNvPr id="1177" name="Google Shape;1177;p119"/>
          <p:cNvSpPr txBox="1"/>
          <p:nvPr/>
        </p:nvSpPr>
        <p:spPr>
          <a:xfrm>
            <a:off x="459224" y="2791873"/>
            <a:ext cx="8225700" cy="26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685A"/>
              </a:buClr>
              <a:buSzPts val="1177"/>
              <a:buFont typeface="Nunito Sans"/>
              <a:buNone/>
            </a:pPr>
            <a:r>
              <a:rPr b="1" i="0" lang="en" sz="1177" u="none" cap="none" strike="noStrike">
                <a:solidFill>
                  <a:srgbClr val="E2685A"/>
                </a:solidFill>
                <a:latin typeface="Nunito Sans"/>
                <a:ea typeface="Nunito Sans"/>
                <a:cs typeface="Nunito Sans"/>
                <a:sym typeface="Nunito Sans"/>
              </a:rPr>
              <a:t>Why so small</a:t>
            </a:r>
            <a:endParaRPr b="0" i="0" sz="1177" u="none" cap="none" strike="noStrike">
              <a:solidFill>
                <a:srgbClr val="000000"/>
              </a:solidFill>
              <a:latin typeface="Calibri"/>
              <a:ea typeface="Calibri"/>
              <a:cs typeface="Calibri"/>
              <a:sym typeface="Calibri"/>
            </a:endParaRPr>
          </a:p>
        </p:txBody>
      </p:sp>
      <p:sp>
        <p:nvSpPr>
          <p:cNvPr id="1178" name="Google Shape;1178;p119"/>
          <p:cNvSpPr txBox="1"/>
          <p:nvPr/>
        </p:nvSpPr>
        <p:spPr>
          <a:xfrm>
            <a:off x="459224" y="2945623"/>
            <a:ext cx="8225700" cy="499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1009"/>
              <a:buFont typeface="Nunito Sans"/>
              <a:buNone/>
            </a:pPr>
            <a:r>
              <a:rPr b="0" i="0" lang="en" sz="1009" u="none" cap="none" strike="noStrike">
                <a:solidFill>
                  <a:srgbClr val="FFFFFF"/>
                </a:solidFill>
                <a:latin typeface="Nunito Sans"/>
                <a:ea typeface="Nunito Sans"/>
                <a:cs typeface="Nunito Sans"/>
                <a:sym typeface="Nunito Sans"/>
              </a:rPr>
              <a:t>Only 0.8% of rows were even flagged, and just 0.26% were actually correctable</a:t>
            </a:r>
            <a:endParaRPr b="0" i="0" sz="1009"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2"/>
        </a:solidFill>
      </p:bgPr>
    </p:bg>
    <p:spTree>
      <p:nvGrpSpPr>
        <p:cNvPr id="1183" name="Shape 1183"/>
        <p:cNvGrpSpPr/>
        <p:nvPr/>
      </p:nvGrpSpPr>
      <p:grpSpPr>
        <a:xfrm>
          <a:off x="0" y="0"/>
          <a:ext cx="0" cy="0"/>
          <a:chOff x="0" y="0"/>
          <a:chExt cx="0" cy="0"/>
        </a:xfrm>
      </p:grpSpPr>
      <p:sp>
        <p:nvSpPr>
          <p:cNvPr id="1184" name="Google Shape;1184;p120"/>
          <p:cNvSpPr/>
          <p:nvPr/>
        </p:nvSpPr>
        <p:spPr>
          <a:xfrm>
            <a:off x="6377940" y="-1783080"/>
            <a:ext cx="4800600" cy="4800600"/>
          </a:xfrm>
          <a:prstGeom prst="ellipse">
            <a:avLst/>
          </a:prstGeom>
          <a:solidFill>
            <a:srgbClr val="1FB8A6">
              <a:alpha val="1216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5" name="Google Shape;1185;p120"/>
          <p:cNvSpPr/>
          <p:nvPr/>
        </p:nvSpPr>
        <p:spPr>
          <a:xfrm>
            <a:off x="7269480" y="-1097280"/>
            <a:ext cx="3154800" cy="3154800"/>
          </a:xfrm>
          <a:prstGeom prst="ellipse">
            <a:avLst/>
          </a:prstGeom>
          <a:solidFill>
            <a:srgbClr val="1FB8A6">
              <a:alpha val="1804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6" name="Google Shape;1186;p120"/>
          <p:cNvSpPr txBox="1"/>
          <p:nvPr/>
        </p:nvSpPr>
        <p:spPr>
          <a:xfrm>
            <a:off x="411480" y="308610"/>
            <a:ext cx="78867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Nunito Sans"/>
              <a:buNone/>
            </a:pPr>
            <a:r>
              <a:rPr b="1" i="0" lang="en" sz="2300" u="none" cap="none" strike="noStrike">
                <a:solidFill>
                  <a:srgbClr val="FFFFFF"/>
                </a:solidFill>
                <a:latin typeface="Nunito Sans"/>
                <a:ea typeface="Nunito Sans"/>
                <a:cs typeface="Nunito Sans"/>
                <a:sym typeface="Nunito Sans"/>
              </a:rPr>
              <a:t>What Actually Drives Price: Feature Importance</a:t>
            </a:r>
            <a:endParaRPr b="0" i="0" sz="2300" u="none" cap="none" strike="noStrike">
              <a:solidFill>
                <a:schemeClr val="dk1"/>
              </a:solidFill>
              <a:latin typeface="Calibri"/>
              <a:ea typeface="Calibri"/>
              <a:cs typeface="Calibri"/>
              <a:sym typeface="Calibri"/>
            </a:endParaRPr>
          </a:p>
        </p:txBody>
      </p:sp>
      <p:cxnSp>
        <p:nvCxnSpPr>
          <p:cNvPr id="1187" name="Google Shape;1187;p120"/>
          <p:cNvCxnSpPr/>
          <p:nvPr/>
        </p:nvCxnSpPr>
        <p:spPr>
          <a:xfrm>
            <a:off x="425196" y="822960"/>
            <a:ext cx="1645800" cy="0"/>
          </a:xfrm>
          <a:prstGeom prst="straightConnector1">
            <a:avLst/>
          </a:prstGeom>
          <a:noFill/>
          <a:ln cap="flat" cmpd="sng" w="28575">
            <a:solidFill>
              <a:srgbClr val="1FB8A6"/>
            </a:solidFill>
            <a:prstDash val="solid"/>
            <a:round/>
            <a:headEnd len="sm" w="sm" type="none"/>
            <a:tailEnd len="sm" w="sm" type="none"/>
          </a:ln>
        </p:spPr>
      </p:cxnSp>
      <p:sp>
        <p:nvSpPr>
          <p:cNvPr id="1188" name="Google Shape;1188;p120"/>
          <p:cNvSpPr txBox="1"/>
          <p:nvPr/>
        </p:nvSpPr>
        <p:spPr>
          <a:xfrm>
            <a:off x="5246370" y="1131570"/>
            <a:ext cx="3360300" cy="10287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900"/>
              <a:buFont typeface="Nunito Sans"/>
              <a:buNone/>
            </a:pPr>
            <a:r>
              <a:rPr b="1" i="0" lang="en" sz="900" u="none" cap="none" strike="noStrike">
                <a:solidFill>
                  <a:srgbClr val="FFFFFF"/>
                </a:solidFill>
                <a:latin typeface="Nunito Sans"/>
                <a:ea typeface="Nunito Sans"/>
                <a:cs typeface="Nunito Sans"/>
                <a:sym typeface="Nunito Sans"/>
              </a:rPr>
              <a:t>Location + size dominate.</a:t>
            </a:r>
            <a:r>
              <a:rPr b="1" lang="en" sz="900">
                <a:solidFill>
                  <a:srgbClr val="FFFFFF"/>
                </a:solidFill>
                <a:latin typeface="Nunito Sans"/>
                <a:ea typeface="Nunito Sans"/>
                <a:cs typeface="Nunito Sans"/>
                <a:sym typeface="Nunito Sans"/>
              </a:rPr>
              <a:t> LivingArea and LotSizeSquareFeet remain the top two. Immediately after them were hub distance and ZIP price comps.</a:t>
            </a:r>
            <a:endParaRPr sz="900">
              <a:solidFill>
                <a:srgbClr val="9AA5AC"/>
              </a:solidFill>
              <a:latin typeface="Nunito Sans"/>
              <a:ea typeface="Nunito Sans"/>
              <a:cs typeface="Nunito Sans"/>
              <a:sym typeface="Nunito Sans"/>
            </a:endParaRPr>
          </a:p>
          <a:p>
            <a:pPr indent="0" lvl="0" marL="0" marR="0" rtl="0" algn="l">
              <a:lnSpc>
                <a:spcPct val="125000"/>
              </a:lnSpc>
              <a:spcBef>
                <a:spcPts val="0"/>
              </a:spcBef>
              <a:spcAft>
                <a:spcPts val="0"/>
              </a:spcAft>
              <a:buClr>
                <a:srgbClr val="FFFFFF"/>
              </a:buClr>
              <a:buSzPts val="900"/>
              <a:buFont typeface="Nunito Sans"/>
              <a:buNone/>
            </a:pPr>
            <a:r>
              <a:t/>
            </a:r>
            <a:endParaRPr sz="900">
              <a:solidFill>
                <a:srgbClr val="9AA5AC"/>
              </a:solidFill>
              <a:latin typeface="Nunito Sans"/>
              <a:ea typeface="Nunito Sans"/>
              <a:cs typeface="Nunito Sans"/>
              <a:sym typeface="Nunito Sans"/>
            </a:endParaRPr>
          </a:p>
        </p:txBody>
      </p:sp>
      <p:sp>
        <p:nvSpPr>
          <p:cNvPr id="1189" name="Google Shape;1189;p120"/>
          <p:cNvSpPr txBox="1"/>
          <p:nvPr/>
        </p:nvSpPr>
        <p:spPr>
          <a:xfrm>
            <a:off x="5246370" y="2228850"/>
            <a:ext cx="3360300" cy="11661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FB8A6"/>
              </a:buClr>
              <a:buSzPts val="900"/>
              <a:buFont typeface="Nunito Sans"/>
              <a:buNone/>
            </a:pPr>
            <a:r>
              <a:rPr b="1" lang="en" sz="900">
                <a:solidFill>
                  <a:schemeClr val="dk1"/>
                </a:solidFill>
                <a:latin typeface="Nunito Sans"/>
                <a:ea typeface="Nunito Sans"/>
                <a:cs typeface="Nunito Sans"/>
                <a:sym typeface="Nunito Sans"/>
              </a:rPr>
              <a:t>Hub distance (8.1%) and ZIP-level price comps (7.2%) each outrank Latitude (6.2%) and Longitude (6.1%) individually</a:t>
            </a:r>
            <a:endParaRPr b="0" i="0" sz="900" u="none" cap="none" strike="noStrike">
              <a:solidFill>
                <a:schemeClr val="dk1"/>
              </a:solidFill>
              <a:latin typeface="Calibri"/>
              <a:ea typeface="Calibri"/>
              <a:cs typeface="Calibri"/>
              <a:sym typeface="Calibri"/>
            </a:endParaRPr>
          </a:p>
        </p:txBody>
      </p:sp>
      <p:sp>
        <p:nvSpPr>
          <p:cNvPr id="1190" name="Google Shape;1190;p120"/>
          <p:cNvSpPr txBox="1"/>
          <p:nvPr/>
        </p:nvSpPr>
        <p:spPr>
          <a:xfrm>
            <a:off x="5246370" y="3429000"/>
            <a:ext cx="3360300" cy="11661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900"/>
              <a:buFont typeface="Nunito Sans"/>
              <a:buNone/>
            </a:pPr>
            <a:r>
              <a:rPr b="1" lang="en" sz="900">
                <a:solidFill>
                  <a:srgbClr val="FFFFFF"/>
                </a:solidFill>
                <a:latin typeface="Nunito Sans"/>
                <a:ea typeface="Nunito Sans"/>
                <a:cs typeface="Nunito Sans"/>
                <a:sym typeface="Nunito Sans"/>
              </a:rPr>
              <a:t>City, MLSAreaMajor, and YearBuilt trail the geographic features. Accuracy itself still varies by county: roughly 10% MAPE in some, over 20% in Lake, Santa Cruz, etc</a:t>
            </a:r>
            <a:endParaRPr b="0" i="0" sz="900" u="none" cap="none" strike="noStrike">
              <a:solidFill>
                <a:schemeClr val="dk1"/>
              </a:solidFill>
              <a:latin typeface="Calibri"/>
              <a:ea typeface="Calibri"/>
              <a:cs typeface="Calibri"/>
              <a:sym typeface="Calibri"/>
            </a:endParaRPr>
          </a:p>
        </p:txBody>
      </p:sp>
      <p:sp>
        <p:nvSpPr>
          <p:cNvPr id="1191" name="Google Shape;1191;p120"/>
          <p:cNvSpPr txBox="1"/>
          <p:nvPr/>
        </p:nvSpPr>
        <p:spPr>
          <a:xfrm>
            <a:off x="8593074" y="4855464"/>
            <a:ext cx="2742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AC"/>
              </a:buClr>
              <a:buSzPts val="800"/>
              <a:buFont typeface="Nunito Sans"/>
              <a:buNone/>
            </a:pPr>
            <a:r>
              <a:rPr b="0" i="0" lang="en" sz="800" u="none" cap="none" strike="noStrike">
                <a:solidFill>
                  <a:srgbClr val="9AA5AC"/>
                </a:solidFill>
                <a:latin typeface="Nunito Sans"/>
                <a:ea typeface="Nunito Sans"/>
                <a:cs typeface="Nunito Sans"/>
                <a:sym typeface="Nunito Sans"/>
              </a:rPr>
              <a:t>20</a:t>
            </a:r>
            <a:endParaRPr b="0" i="0" sz="800" u="none" cap="none" strike="noStrike">
              <a:solidFill>
                <a:schemeClr val="dk1"/>
              </a:solidFill>
              <a:latin typeface="Calibri"/>
              <a:ea typeface="Calibri"/>
              <a:cs typeface="Calibri"/>
              <a:sym typeface="Calibri"/>
            </a:endParaRPr>
          </a:p>
        </p:txBody>
      </p:sp>
      <p:pic>
        <p:nvPicPr>
          <p:cNvPr descr="/tmp/claude-0/-home-claude/08325d5f-9a8b-5c50-be40-859da30ec97b/scratchpad/fe_slides/feature_importance_m5.png" id="1192" name="Google Shape;1192;p120"/>
          <p:cNvPicPr preferRelativeResize="0"/>
          <p:nvPr/>
        </p:nvPicPr>
        <p:blipFill rotWithShape="1">
          <a:blip r:embed="rId3">
            <a:alphaModFix/>
          </a:blip>
          <a:srcRect b="0" l="0" r="0" t="0"/>
          <a:stretch/>
        </p:blipFill>
        <p:spPr>
          <a:xfrm>
            <a:off x="411475" y="1128112"/>
            <a:ext cx="4562934" cy="3422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121"/>
          <p:cNvSpPr txBox="1"/>
          <p:nvPr>
            <p:ph type="title"/>
          </p:nvPr>
        </p:nvSpPr>
        <p:spPr>
          <a:xfrm>
            <a:off x="228600" y="256925"/>
            <a:ext cx="88131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0" lang="en"/>
              <a:t>HyperParameter Tuning - Training Window</a:t>
            </a:r>
            <a:endParaRPr b="0"/>
          </a:p>
        </p:txBody>
      </p:sp>
      <p:sp>
        <p:nvSpPr>
          <p:cNvPr id="1198" name="Google Shape;1198;p121"/>
          <p:cNvSpPr txBox="1"/>
          <p:nvPr/>
        </p:nvSpPr>
        <p:spPr>
          <a:xfrm>
            <a:off x="8399690" y="2661836"/>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pic>
        <p:nvPicPr>
          <p:cNvPr id="1199" name="Google Shape;1199;p121" title="Training Window Sweep.png"/>
          <p:cNvPicPr preferRelativeResize="0"/>
          <p:nvPr/>
        </p:nvPicPr>
        <p:blipFill rotWithShape="1">
          <a:blip r:embed="rId3">
            <a:alphaModFix/>
          </a:blip>
          <a:srcRect b="0" l="0" r="0" t="4352"/>
          <a:stretch/>
        </p:blipFill>
        <p:spPr>
          <a:xfrm>
            <a:off x="314450" y="1119900"/>
            <a:ext cx="5674902" cy="3440275"/>
          </a:xfrm>
          <a:prstGeom prst="rect">
            <a:avLst/>
          </a:prstGeom>
          <a:noFill/>
          <a:ln>
            <a:noFill/>
          </a:ln>
        </p:spPr>
      </p:pic>
      <p:sp>
        <p:nvSpPr>
          <p:cNvPr id="1200" name="Google Shape;1200;p121"/>
          <p:cNvSpPr txBox="1"/>
          <p:nvPr/>
        </p:nvSpPr>
        <p:spPr>
          <a:xfrm>
            <a:off x="6080700" y="1440775"/>
            <a:ext cx="29952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latin typeface="Poppins"/>
                <a:ea typeface="Poppins"/>
                <a:cs typeface="Poppins"/>
                <a:sym typeface="Poppins"/>
              </a:rPr>
              <a:t>Why 24 months?</a:t>
            </a:r>
            <a:endParaRPr b="1" sz="1100">
              <a:solidFill>
                <a:schemeClr val="dk1"/>
              </a:solidFill>
              <a:latin typeface="Poppins"/>
              <a:ea typeface="Poppins"/>
              <a:cs typeface="Poppins"/>
              <a:sym typeface="Poppins"/>
            </a:endParaRPr>
          </a:p>
          <a:p>
            <a:pPr indent="0" lvl="0" marL="0" rtl="0" algn="l">
              <a:spcBef>
                <a:spcPts val="0"/>
              </a:spcBef>
              <a:spcAft>
                <a:spcPts val="0"/>
              </a:spcAft>
              <a:buNone/>
            </a:pPr>
            <a:r>
              <a:rPr lang="en" sz="1200">
                <a:solidFill>
                  <a:schemeClr val="dk1"/>
                </a:solidFill>
                <a:latin typeface="Poppins"/>
                <a:ea typeface="Poppins"/>
                <a:cs typeface="Poppins"/>
                <a:sym typeface="Poppins"/>
              </a:rPr>
              <a:t>Validation performance improved as more historical data was added, but gains became more gradual after about a year. The 24-month window produced the highest validation R² (</a:t>
            </a:r>
            <a:r>
              <a:rPr b="1" lang="en" sz="1100">
                <a:solidFill>
                  <a:schemeClr val="dk1"/>
                </a:solidFill>
                <a:latin typeface="Poppins"/>
                <a:ea typeface="Poppins"/>
                <a:cs typeface="Poppins"/>
                <a:sym typeface="Poppins"/>
              </a:rPr>
              <a:t>0.8963</a:t>
            </a:r>
            <a:r>
              <a:rPr lang="en" sz="1200">
                <a:solidFill>
                  <a:schemeClr val="dk1"/>
                </a:solidFill>
                <a:latin typeface="Poppins"/>
                <a:ea typeface="Poppins"/>
                <a:cs typeface="Poppins"/>
                <a:sym typeface="Poppins"/>
              </a:rPr>
              <a:t>), while performance dipped slightly at 26 months. This suggests that more data was not always better, and 24 months provided the best balance between recency and sample size.</a:t>
            </a:r>
            <a:endParaRPr sz="1200">
              <a:solidFill>
                <a:schemeClr val="dk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22"/>
          <p:cNvSpPr txBox="1"/>
          <p:nvPr>
            <p:ph type="title"/>
          </p:nvPr>
        </p:nvSpPr>
        <p:spPr>
          <a:xfrm>
            <a:off x="228600" y="256925"/>
            <a:ext cx="88131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0" lang="en"/>
              <a:t>HyperParameter Tuning &amp; Final Configuration</a:t>
            </a:r>
            <a:endParaRPr b="0"/>
          </a:p>
        </p:txBody>
      </p:sp>
      <p:sp>
        <p:nvSpPr>
          <p:cNvPr id="1206" name="Google Shape;1206;p122"/>
          <p:cNvSpPr txBox="1"/>
          <p:nvPr/>
        </p:nvSpPr>
        <p:spPr>
          <a:xfrm>
            <a:off x="8399690" y="2661836"/>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graphicFrame>
        <p:nvGraphicFramePr>
          <p:cNvPr id="1207" name="Google Shape;1207;p122"/>
          <p:cNvGraphicFramePr/>
          <p:nvPr/>
        </p:nvGraphicFramePr>
        <p:xfrm>
          <a:off x="190500" y="1269588"/>
          <a:ext cx="3000000" cy="3000000"/>
        </p:xfrm>
        <a:graphic>
          <a:graphicData uri="http://schemas.openxmlformats.org/drawingml/2006/table">
            <a:tbl>
              <a:tblPr>
                <a:noFill/>
                <a:tableStyleId>{599F266E-CD7F-40C9-B928-08707556C8E2}</a:tableStyleId>
              </a:tblPr>
              <a:tblGrid>
                <a:gridCol w="944100"/>
                <a:gridCol w="4227975"/>
                <a:gridCol w="3590925"/>
              </a:tblGrid>
              <a:tr h="190500">
                <a:tc>
                  <a:txBody>
                    <a:bodyPr/>
                    <a:lstStyle/>
                    <a:p>
                      <a:pPr indent="0" lvl="0" marL="0" rtl="0" algn="ctr">
                        <a:lnSpc>
                          <a:spcPct val="115000"/>
                        </a:lnSpc>
                        <a:spcBef>
                          <a:spcPts val="0"/>
                        </a:spcBef>
                        <a:spcAft>
                          <a:spcPts val="0"/>
                        </a:spcAft>
                        <a:buNone/>
                      </a:pPr>
                      <a:r>
                        <a:rPr b="1" lang="en" sz="1100">
                          <a:solidFill>
                            <a:schemeClr val="dk1"/>
                          </a:solidFill>
                          <a:latin typeface="Poppins"/>
                          <a:ea typeface="Poppins"/>
                          <a:cs typeface="Poppins"/>
                          <a:sym typeface="Poppins"/>
                        </a:rPr>
                        <a:t>Model</a:t>
                      </a:r>
                      <a:endParaRPr b="1" sz="1100">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ctr">
                        <a:lnSpc>
                          <a:spcPct val="115000"/>
                        </a:lnSpc>
                        <a:spcBef>
                          <a:spcPts val="0"/>
                        </a:spcBef>
                        <a:spcAft>
                          <a:spcPts val="0"/>
                        </a:spcAft>
                        <a:buNone/>
                      </a:pPr>
                      <a:r>
                        <a:rPr b="1" lang="en" sz="1100">
                          <a:solidFill>
                            <a:schemeClr val="dk1"/>
                          </a:solidFill>
                          <a:latin typeface="Poppins"/>
                          <a:ea typeface="Poppins"/>
                          <a:cs typeface="Poppins"/>
                          <a:sym typeface="Poppins"/>
                        </a:rPr>
                        <a:t>Configurations Tested</a:t>
                      </a:r>
                      <a:endParaRPr b="1" sz="1100">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ctr">
                        <a:lnSpc>
                          <a:spcPct val="115000"/>
                        </a:lnSpc>
                        <a:spcBef>
                          <a:spcPts val="0"/>
                        </a:spcBef>
                        <a:spcAft>
                          <a:spcPts val="0"/>
                        </a:spcAft>
                        <a:buNone/>
                      </a:pPr>
                      <a:r>
                        <a:rPr b="1" lang="en" sz="1100">
                          <a:solidFill>
                            <a:schemeClr val="dk1"/>
                          </a:solidFill>
                          <a:latin typeface="Poppins"/>
                          <a:ea typeface="Poppins"/>
                          <a:cs typeface="Poppins"/>
                          <a:sym typeface="Poppins"/>
                        </a:rPr>
                        <a:t>Selected Configuration</a:t>
                      </a:r>
                      <a:endParaRPr b="1" sz="1100">
                        <a:solidFill>
                          <a:schemeClr val="dk1"/>
                        </a:solidFill>
                        <a:latin typeface="Poppins"/>
                        <a:ea typeface="Poppins"/>
                        <a:cs typeface="Poppins"/>
                        <a:sym typeface="Poppins"/>
                      </a:endParaRPr>
                    </a:p>
                  </a:txBody>
                  <a:tcPr marT="91425" marB="91425" marR="91425" marL="91425">
                    <a:solidFill>
                      <a:srgbClr val="3D85C6"/>
                    </a:solidFill>
                  </a:tcPr>
                </a:tc>
              </a:tr>
              <a:tr h="361950">
                <a:tc>
                  <a:txBody>
                    <a:bodyPr/>
                    <a:lstStyle/>
                    <a:p>
                      <a:pPr indent="0" lvl="0" marL="0" rtl="0" algn="l">
                        <a:lnSpc>
                          <a:spcPct val="115000"/>
                        </a:lnSpc>
                        <a:spcBef>
                          <a:spcPts val="0"/>
                        </a:spcBef>
                        <a:spcAft>
                          <a:spcPts val="0"/>
                        </a:spcAft>
                        <a:buNone/>
                      </a:pPr>
                      <a:r>
                        <a:rPr b="1" lang="en" sz="1100">
                          <a:solidFill>
                            <a:schemeClr val="dk1"/>
                          </a:solidFill>
                          <a:latin typeface="Poppins"/>
                          <a:ea typeface="Poppins"/>
                          <a:cs typeface="Poppins"/>
                          <a:sym typeface="Poppins"/>
                        </a:rPr>
                        <a:t>XGBoost</a:t>
                      </a:r>
                      <a:endParaRPr b="1" sz="1100">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300 trees / depth 4 / LR .10 • 500 / depth 5 / LR .05 • 800 / depth 6 / LR .03</a:t>
                      </a:r>
                      <a:endParaRPr sz="1200">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800 trees, max depth = 6, learning rate = 0.03</a:t>
                      </a:r>
                      <a:endParaRPr sz="1200">
                        <a:solidFill>
                          <a:schemeClr val="dk1"/>
                        </a:solidFill>
                        <a:latin typeface="Poppins"/>
                        <a:ea typeface="Poppins"/>
                        <a:cs typeface="Poppins"/>
                        <a:sym typeface="Poppins"/>
                      </a:endParaRPr>
                    </a:p>
                  </a:txBody>
                  <a:tcPr marT="91425" marB="91425" marR="91425" marL="91425">
                    <a:solidFill>
                      <a:srgbClr val="3D85C6"/>
                    </a:solidFill>
                  </a:tcPr>
                </a:tc>
              </a:tr>
              <a:tr h="361950">
                <a:tc>
                  <a:txBody>
                    <a:bodyPr/>
                    <a:lstStyle/>
                    <a:p>
                      <a:pPr indent="0" lvl="0" marL="0" rtl="0" algn="l">
                        <a:lnSpc>
                          <a:spcPct val="115000"/>
                        </a:lnSpc>
                        <a:spcBef>
                          <a:spcPts val="0"/>
                        </a:spcBef>
                        <a:spcAft>
                          <a:spcPts val="0"/>
                        </a:spcAft>
                        <a:buNone/>
                      </a:pPr>
                      <a:r>
                        <a:rPr b="1" lang="en" sz="1100">
                          <a:solidFill>
                            <a:schemeClr val="dk1"/>
                          </a:solidFill>
                          <a:latin typeface="Poppins"/>
                          <a:ea typeface="Poppins"/>
                          <a:cs typeface="Poppins"/>
                          <a:sym typeface="Poppins"/>
                        </a:rPr>
                        <a:t>LightGBM</a:t>
                      </a:r>
                      <a:endParaRPr b="1" sz="1100">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300 trees / 31 leaves / LR .10 • 500 / 63 leaves / LR .05 • 800 / 127 leaves / LR .03</a:t>
                      </a:r>
                      <a:endParaRPr sz="1200">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800 trees, 127 leaves, learning rate = 0.03, unlimited max depth</a:t>
                      </a:r>
                      <a:endParaRPr sz="1200">
                        <a:solidFill>
                          <a:schemeClr val="dk1"/>
                        </a:solidFill>
                        <a:latin typeface="Poppins"/>
                        <a:ea typeface="Poppins"/>
                        <a:cs typeface="Poppins"/>
                        <a:sym typeface="Poppins"/>
                      </a:endParaRPr>
                    </a:p>
                  </a:txBody>
                  <a:tcPr marT="91425" marB="91425" marR="91425" marL="91425">
                    <a:solidFill>
                      <a:srgbClr val="3D85C6"/>
                    </a:solidFill>
                  </a:tcPr>
                </a:tc>
              </a:tr>
            </a:tbl>
          </a:graphicData>
        </a:graphic>
      </p:graphicFrame>
      <p:sp>
        <p:nvSpPr>
          <p:cNvPr id="1208" name="Google Shape;1208;p122"/>
          <p:cNvSpPr txBox="1"/>
          <p:nvPr/>
        </p:nvSpPr>
        <p:spPr>
          <a:xfrm>
            <a:off x="311550" y="3243900"/>
            <a:ext cx="8520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Poppins"/>
                <a:ea typeface="Poppins"/>
                <a:cs typeface="Poppins"/>
                <a:sym typeface="Poppins"/>
              </a:rPr>
              <a:t>Both boosted models performed best with </a:t>
            </a:r>
            <a:r>
              <a:rPr b="1" lang="en" sz="1500">
                <a:solidFill>
                  <a:schemeClr val="dk1"/>
                </a:solidFill>
                <a:latin typeface="Poppins"/>
                <a:ea typeface="Poppins"/>
                <a:cs typeface="Poppins"/>
                <a:sym typeface="Poppins"/>
              </a:rPr>
              <a:t>more trees and a lower learning rate</a:t>
            </a:r>
            <a:r>
              <a:rPr lang="en" sz="1500">
                <a:solidFill>
                  <a:schemeClr val="dk1"/>
                </a:solidFill>
                <a:latin typeface="Poppins"/>
                <a:ea typeface="Poppins"/>
                <a:cs typeface="Poppins"/>
                <a:sym typeface="Poppins"/>
              </a:rPr>
              <a:t>. XGBoost selected </a:t>
            </a:r>
            <a:r>
              <a:rPr b="1" lang="en" sz="1500">
                <a:solidFill>
                  <a:schemeClr val="dk1"/>
                </a:solidFill>
                <a:latin typeface="Poppins"/>
                <a:ea typeface="Poppins"/>
                <a:cs typeface="Poppins"/>
                <a:sym typeface="Poppins"/>
              </a:rPr>
              <a:t>800 trees, depth 6, LR 0.03</a:t>
            </a:r>
            <a:r>
              <a:rPr lang="en" sz="1500">
                <a:solidFill>
                  <a:schemeClr val="dk1"/>
                </a:solidFill>
                <a:latin typeface="Poppins"/>
                <a:ea typeface="Poppins"/>
                <a:cs typeface="Poppins"/>
                <a:sym typeface="Poppins"/>
              </a:rPr>
              <a:t>, while LightGBM selected </a:t>
            </a:r>
            <a:r>
              <a:rPr b="1" lang="en" sz="1500">
                <a:solidFill>
                  <a:schemeClr val="dk1"/>
                </a:solidFill>
                <a:latin typeface="Poppins"/>
                <a:ea typeface="Poppins"/>
                <a:cs typeface="Poppins"/>
                <a:sym typeface="Poppins"/>
              </a:rPr>
              <a:t>800 trees, 127 leaves, LR 0.03</a:t>
            </a:r>
            <a:r>
              <a:rPr lang="en" sz="1500">
                <a:solidFill>
                  <a:schemeClr val="dk1"/>
                </a:solidFill>
                <a:latin typeface="Poppins"/>
                <a:ea typeface="Poppins"/>
                <a:cs typeface="Poppins"/>
                <a:sym typeface="Poppins"/>
              </a:rPr>
              <a:t>. LightGBM achieved the stronger validation performance and was ultimately carried forward as the final model.</a:t>
            </a:r>
            <a:endParaRPr sz="1500">
              <a:solidFill>
                <a:schemeClr val="dk1"/>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23"/>
          <p:cNvSpPr txBox="1"/>
          <p:nvPr>
            <p:ph type="title"/>
          </p:nvPr>
        </p:nvSpPr>
        <p:spPr>
          <a:xfrm>
            <a:off x="228600" y="256925"/>
            <a:ext cx="8853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0" lang="en"/>
              <a:t>Final Model Evaluation - </a:t>
            </a:r>
            <a:r>
              <a:rPr lang="en"/>
              <a:t>LightGBM</a:t>
            </a:r>
            <a:endParaRPr/>
          </a:p>
        </p:txBody>
      </p:sp>
      <p:graphicFrame>
        <p:nvGraphicFramePr>
          <p:cNvPr id="1214" name="Google Shape;1214;p123"/>
          <p:cNvGraphicFramePr/>
          <p:nvPr/>
        </p:nvGraphicFramePr>
        <p:xfrm>
          <a:off x="645225" y="1308825"/>
          <a:ext cx="3000000" cy="3000000"/>
        </p:xfrm>
        <a:graphic>
          <a:graphicData uri="http://schemas.openxmlformats.org/drawingml/2006/table">
            <a:tbl>
              <a:tblPr>
                <a:noFill/>
                <a:tableStyleId>{599F266E-CD7F-40C9-B928-08707556C8E2}</a:tableStyleId>
              </a:tblPr>
              <a:tblGrid>
                <a:gridCol w="2273900"/>
                <a:gridCol w="955425"/>
                <a:gridCol w="1356700"/>
                <a:gridCol w="1547775"/>
                <a:gridCol w="1719750"/>
              </a:tblGrid>
              <a:tr h="190500">
                <a:tc>
                  <a:txBody>
                    <a:bodyPr/>
                    <a:lstStyle/>
                    <a:p>
                      <a:pPr indent="0" lvl="0" marL="0" rtl="0" algn="ctr">
                        <a:lnSpc>
                          <a:spcPct val="115000"/>
                        </a:lnSpc>
                        <a:spcBef>
                          <a:spcPts val="0"/>
                        </a:spcBef>
                        <a:spcAft>
                          <a:spcPts val="0"/>
                        </a:spcAft>
                        <a:buNone/>
                      </a:pPr>
                      <a:r>
                        <a:rPr b="1" lang="en" sz="1100">
                          <a:solidFill>
                            <a:schemeClr val="dk1"/>
                          </a:solidFill>
                          <a:latin typeface="Poppins"/>
                          <a:ea typeface="Poppins"/>
                          <a:cs typeface="Poppins"/>
                          <a:sym typeface="Poppins"/>
                        </a:rPr>
                        <a:t>Model</a:t>
                      </a:r>
                      <a:endParaRPr b="1" sz="1100">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b="1" lang="en" sz="1100">
                          <a:solidFill>
                            <a:schemeClr val="dk1"/>
                          </a:solidFill>
                          <a:latin typeface="Poppins"/>
                          <a:ea typeface="Poppins"/>
                          <a:cs typeface="Poppins"/>
                          <a:sym typeface="Poppins"/>
                        </a:rPr>
                        <a:t>Test R²</a:t>
                      </a:r>
                      <a:endParaRPr b="1" sz="1100">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b="1" lang="en" sz="1100">
                          <a:solidFill>
                            <a:schemeClr val="dk1"/>
                          </a:solidFill>
                          <a:latin typeface="Poppins"/>
                          <a:ea typeface="Poppins"/>
                          <a:cs typeface="Poppins"/>
                          <a:sym typeface="Poppins"/>
                        </a:rPr>
                        <a:t>Test MAE</a:t>
                      </a:r>
                      <a:endParaRPr b="1" sz="1100">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b="1" lang="en" sz="1100">
                          <a:solidFill>
                            <a:schemeClr val="dk1"/>
                          </a:solidFill>
                          <a:latin typeface="Poppins"/>
                          <a:ea typeface="Poppins"/>
                          <a:cs typeface="Poppins"/>
                          <a:sym typeface="Poppins"/>
                        </a:rPr>
                        <a:t>Test MAPE</a:t>
                      </a:r>
                      <a:endParaRPr b="1" sz="1100">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b="1" lang="en" sz="1100">
                          <a:solidFill>
                            <a:schemeClr val="dk1"/>
                          </a:solidFill>
                          <a:latin typeface="Poppins"/>
                          <a:ea typeface="Poppins"/>
                          <a:cs typeface="Poppins"/>
                          <a:sym typeface="Poppins"/>
                        </a:rPr>
                        <a:t>Test MdAPE</a:t>
                      </a:r>
                      <a:endParaRPr b="1" sz="1100">
                        <a:solidFill>
                          <a:schemeClr val="dk1"/>
                        </a:solidFill>
                        <a:latin typeface="Poppins"/>
                        <a:ea typeface="Poppins"/>
                        <a:cs typeface="Poppins"/>
                        <a:sym typeface="Poppins"/>
                      </a:endParaRPr>
                    </a:p>
                  </a:txBody>
                  <a:tcPr marT="91425" marB="91425" marR="91425" marL="91425"/>
                </a:tc>
              </a:tr>
              <a:tr h="190500">
                <a:tc>
                  <a:txBody>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Linear Regression</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0.8162</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$252,475</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23.90%</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16.64%</a:t>
                      </a:r>
                      <a:endParaRPr>
                        <a:solidFill>
                          <a:schemeClr val="dk1"/>
                        </a:solidFill>
                        <a:latin typeface="Poppins"/>
                        <a:ea typeface="Poppins"/>
                        <a:cs typeface="Poppins"/>
                        <a:sym typeface="Poppins"/>
                      </a:endParaRPr>
                    </a:p>
                  </a:txBody>
                  <a:tcPr marT="91425" marB="91425" marR="91425" marL="91425"/>
                </a:tc>
              </a:tr>
              <a:tr h="190500">
                <a:tc>
                  <a:txBody>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Decision Tree</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0.7871</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$224,990</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16.43%</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10.79%</a:t>
                      </a:r>
                      <a:endParaRPr>
                        <a:solidFill>
                          <a:schemeClr val="dk1"/>
                        </a:solidFill>
                        <a:latin typeface="Poppins"/>
                        <a:ea typeface="Poppins"/>
                        <a:cs typeface="Poppins"/>
                        <a:sym typeface="Poppins"/>
                      </a:endParaRPr>
                    </a:p>
                  </a:txBody>
                  <a:tcPr marT="91425" marB="91425" marR="91425" marL="91425"/>
                </a:tc>
              </a:tr>
              <a:tr h="190500">
                <a:tc>
                  <a:txBody>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Random Forest</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0.8967</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$156,842</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b="1" lang="en" sz="1100">
                          <a:solidFill>
                            <a:schemeClr val="dk1"/>
                          </a:solidFill>
                          <a:latin typeface="Poppins"/>
                          <a:ea typeface="Poppins"/>
                          <a:cs typeface="Poppins"/>
                          <a:sym typeface="Poppins"/>
                        </a:rPr>
                        <a:t>11.53%</a:t>
                      </a:r>
                      <a:endParaRPr b="1" sz="1100">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b="1" lang="en" sz="1100">
                          <a:solidFill>
                            <a:schemeClr val="dk1"/>
                          </a:solidFill>
                          <a:latin typeface="Poppins"/>
                          <a:ea typeface="Poppins"/>
                          <a:cs typeface="Poppins"/>
                          <a:sym typeface="Poppins"/>
                        </a:rPr>
                        <a:t>7.57%</a:t>
                      </a:r>
                      <a:endParaRPr b="1" sz="1100">
                        <a:solidFill>
                          <a:schemeClr val="dk1"/>
                        </a:solidFill>
                        <a:latin typeface="Poppins"/>
                        <a:ea typeface="Poppins"/>
                        <a:cs typeface="Poppins"/>
                        <a:sym typeface="Poppins"/>
                      </a:endParaRPr>
                    </a:p>
                  </a:txBody>
                  <a:tcPr marT="91425" marB="91425" marR="91425" marL="91425"/>
                </a:tc>
              </a:tr>
              <a:tr h="190500">
                <a:tc>
                  <a:txBody>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XGBoost</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0.9023</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$159,349</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11.96%</a:t>
                      </a:r>
                      <a:endParaRPr>
                        <a:solidFill>
                          <a:schemeClr val="dk1"/>
                        </a:solidFill>
                        <a:latin typeface="Poppins"/>
                        <a:ea typeface="Poppins"/>
                        <a:cs typeface="Poppins"/>
                        <a:sym typeface="Poppins"/>
                      </a:endParaRPr>
                    </a:p>
                  </a:txBody>
                  <a:tcPr marT="91425" marB="91425" marR="91425" marL="91425"/>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8.34%</a:t>
                      </a:r>
                      <a:endParaRPr>
                        <a:solidFill>
                          <a:schemeClr val="dk1"/>
                        </a:solidFill>
                        <a:latin typeface="Poppins"/>
                        <a:ea typeface="Poppins"/>
                        <a:cs typeface="Poppins"/>
                        <a:sym typeface="Poppins"/>
                      </a:endParaRPr>
                    </a:p>
                  </a:txBody>
                  <a:tcPr marT="91425" marB="91425" marR="91425" marL="91425"/>
                </a:tc>
              </a:tr>
              <a:tr h="190500">
                <a:tc>
                  <a:txBody>
                    <a:bodyPr/>
                    <a:lstStyle/>
                    <a:p>
                      <a:pPr indent="0" lvl="0" marL="0" rtl="0" algn="l">
                        <a:lnSpc>
                          <a:spcPct val="115000"/>
                        </a:lnSpc>
                        <a:spcBef>
                          <a:spcPts val="0"/>
                        </a:spcBef>
                        <a:spcAft>
                          <a:spcPts val="0"/>
                        </a:spcAft>
                        <a:buNone/>
                      </a:pPr>
                      <a:r>
                        <a:rPr b="1" lang="en">
                          <a:solidFill>
                            <a:schemeClr val="dk1"/>
                          </a:solidFill>
                          <a:latin typeface="Poppins"/>
                          <a:ea typeface="Poppins"/>
                          <a:cs typeface="Poppins"/>
                          <a:sym typeface="Poppins"/>
                        </a:rPr>
                        <a:t>LightGBM</a:t>
                      </a:r>
                      <a:endParaRPr b="1">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r">
                        <a:lnSpc>
                          <a:spcPct val="115000"/>
                        </a:lnSpc>
                        <a:spcBef>
                          <a:spcPts val="0"/>
                        </a:spcBef>
                        <a:spcAft>
                          <a:spcPts val="0"/>
                        </a:spcAft>
                        <a:buNone/>
                      </a:pPr>
                      <a:r>
                        <a:rPr b="1" lang="en">
                          <a:solidFill>
                            <a:schemeClr val="dk1"/>
                          </a:solidFill>
                          <a:latin typeface="Poppins"/>
                          <a:ea typeface="Poppins"/>
                          <a:cs typeface="Poppins"/>
                          <a:sym typeface="Poppins"/>
                        </a:rPr>
                        <a:t>0.9094</a:t>
                      </a:r>
                      <a:endParaRPr b="1">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r">
                        <a:lnSpc>
                          <a:spcPct val="115000"/>
                        </a:lnSpc>
                        <a:spcBef>
                          <a:spcPts val="0"/>
                        </a:spcBef>
                        <a:spcAft>
                          <a:spcPts val="0"/>
                        </a:spcAft>
                        <a:buNone/>
                      </a:pPr>
                      <a:r>
                        <a:rPr b="1" lang="en">
                          <a:solidFill>
                            <a:schemeClr val="dk1"/>
                          </a:solidFill>
                          <a:latin typeface="Poppins"/>
                          <a:ea typeface="Poppins"/>
                          <a:cs typeface="Poppins"/>
                          <a:sym typeface="Poppins"/>
                        </a:rPr>
                        <a:t>$152,550</a:t>
                      </a:r>
                      <a:endParaRPr b="1">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11.55%</a:t>
                      </a:r>
                      <a:endParaRPr>
                        <a:solidFill>
                          <a:schemeClr val="dk1"/>
                        </a:solidFill>
                        <a:latin typeface="Poppins"/>
                        <a:ea typeface="Poppins"/>
                        <a:cs typeface="Poppins"/>
                        <a:sym typeface="Poppins"/>
                      </a:endParaRPr>
                    </a:p>
                  </a:txBody>
                  <a:tcPr marT="91425" marB="91425" marR="91425" marL="91425">
                    <a:solidFill>
                      <a:srgbClr val="3D85C6"/>
                    </a:solidFill>
                  </a:tcPr>
                </a:tc>
                <a:tc>
                  <a:txBody>
                    <a:bodyPr/>
                    <a:lstStyle/>
                    <a:p>
                      <a:pPr indent="0" lvl="0" marL="0" rtl="0" algn="r">
                        <a:lnSpc>
                          <a:spcPct val="115000"/>
                        </a:lnSpc>
                        <a:spcBef>
                          <a:spcPts val="0"/>
                        </a:spcBef>
                        <a:spcAft>
                          <a:spcPts val="0"/>
                        </a:spcAft>
                        <a:buNone/>
                      </a:pPr>
                      <a:r>
                        <a:rPr lang="en">
                          <a:solidFill>
                            <a:schemeClr val="dk1"/>
                          </a:solidFill>
                          <a:latin typeface="Poppins"/>
                          <a:ea typeface="Poppins"/>
                          <a:cs typeface="Poppins"/>
                          <a:sym typeface="Poppins"/>
                        </a:rPr>
                        <a:t>7.97%</a:t>
                      </a:r>
                      <a:endParaRPr>
                        <a:solidFill>
                          <a:schemeClr val="dk1"/>
                        </a:solidFill>
                        <a:latin typeface="Poppins"/>
                        <a:ea typeface="Poppins"/>
                        <a:cs typeface="Poppins"/>
                        <a:sym typeface="Poppins"/>
                      </a:endParaRPr>
                    </a:p>
                  </a:txBody>
                  <a:tcPr marT="91425" marB="91425" marR="91425" marL="91425">
                    <a:solidFill>
                      <a:srgbClr val="3D85C6"/>
                    </a:solidFill>
                  </a:tcPr>
                </a:tc>
              </a:tr>
            </a:tbl>
          </a:graphicData>
        </a:graphic>
      </p:graphicFrame>
      <p:sp>
        <p:nvSpPr>
          <p:cNvPr id="1215" name="Google Shape;1215;p123"/>
          <p:cNvSpPr txBox="1"/>
          <p:nvPr/>
        </p:nvSpPr>
        <p:spPr>
          <a:xfrm>
            <a:off x="598200" y="4166525"/>
            <a:ext cx="7853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Poppins"/>
                <a:ea typeface="Poppins"/>
                <a:cs typeface="Poppins"/>
                <a:sym typeface="Poppins"/>
              </a:rPr>
              <a:t>Final model: </a:t>
            </a:r>
            <a:r>
              <a:rPr b="1" lang="en" sz="1600">
                <a:solidFill>
                  <a:schemeClr val="dk1"/>
                </a:solidFill>
                <a:latin typeface="Poppins"/>
                <a:ea typeface="Poppins"/>
                <a:cs typeface="Poppins"/>
                <a:sym typeface="Poppins"/>
              </a:rPr>
              <a:t>LightGBM + m5 feature set, used in the Streamlit application</a:t>
            </a:r>
            <a:endParaRPr b="1" sz="1600">
              <a:solidFill>
                <a:schemeClr val="dk1"/>
              </a:solidFill>
              <a:latin typeface="Poppins"/>
              <a:ea typeface="Poppins"/>
              <a:cs typeface="Poppins"/>
              <a:sym typeface="Poppins"/>
            </a:endParaRPr>
          </a:p>
          <a:p>
            <a:pPr indent="0" lvl="0" marL="0" rtl="0" algn="l">
              <a:spcBef>
                <a:spcPts val="0"/>
              </a:spcBef>
              <a:spcAft>
                <a:spcPts val="0"/>
              </a:spcAft>
              <a:buNone/>
            </a:pPr>
            <a:r>
              <a:rPr b="1" lang="en" sz="1600">
                <a:solidFill>
                  <a:schemeClr val="dk1"/>
                </a:solidFill>
                <a:latin typeface="Poppins"/>
                <a:ea typeface="Poppins"/>
                <a:cs typeface="Poppins"/>
                <a:sym typeface="Poppins"/>
              </a:rPr>
              <a:t> </a:t>
            </a:r>
            <a:endParaRPr b="1" sz="1600">
              <a:solidFill>
                <a:schemeClr val="dk1"/>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24"/>
          <p:cNvSpPr txBox="1"/>
          <p:nvPr>
            <p:ph type="title"/>
          </p:nvPr>
        </p:nvSpPr>
        <p:spPr>
          <a:xfrm>
            <a:off x="228600" y="180300"/>
            <a:ext cx="88536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0" lang="en"/>
              <a:t>Final Model Evaluation - Performance Over Time</a:t>
            </a:r>
            <a:endParaRPr b="0"/>
          </a:p>
          <a:p>
            <a:pPr indent="0" lvl="0" marL="0" rtl="0" algn="l">
              <a:spcBef>
                <a:spcPts val="0"/>
              </a:spcBef>
              <a:spcAft>
                <a:spcPts val="0"/>
              </a:spcAft>
              <a:buNone/>
            </a:pPr>
            <a:r>
              <a:t/>
            </a:r>
            <a:endParaRPr b="0"/>
          </a:p>
        </p:txBody>
      </p:sp>
      <p:pic>
        <p:nvPicPr>
          <p:cNvPr id="1221" name="Google Shape;1221;p124"/>
          <p:cNvPicPr preferRelativeResize="0"/>
          <p:nvPr/>
        </p:nvPicPr>
        <p:blipFill>
          <a:blip r:embed="rId3">
            <a:alphaModFix/>
          </a:blip>
          <a:stretch>
            <a:fillRect/>
          </a:stretch>
        </p:blipFill>
        <p:spPr>
          <a:xfrm>
            <a:off x="393724" y="990363"/>
            <a:ext cx="5521873" cy="3513925"/>
          </a:xfrm>
          <a:prstGeom prst="rect">
            <a:avLst/>
          </a:prstGeom>
          <a:noFill/>
          <a:ln>
            <a:noFill/>
          </a:ln>
        </p:spPr>
      </p:pic>
      <p:sp>
        <p:nvSpPr>
          <p:cNvPr id="1222" name="Google Shape;1222;p124"/>
          <p:cNvSpPr txBox="1"/>
          <p:nvPr/>
        </p:nvSpPr>
        <p:spPr>
          <a:xfrm>
            <a:off x="6030675" y="1692500"/>
            <a:ext cx="29952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Poppins"/>
                <a:ea typeface="Poppins"/>
                <a:cs typeface="Poppins"/>
                <a:sym typeface="Poppins"/>
              </a:rPr>
              <a:t>Across 23 monthly retrains, LightGBM maintained stable out of sample performance, with R² between </a:t>
            </a:r>
            <a:r>
              <a:rPr b="1" lang="en" sz="1300">
                <a:solidFill>
                  <a:schemeClr val="dk1"/>
                </a:solidFill>
                <a:latin typeface="Poppins"/>
                <a:ea typeface="Poppins"/>
                <a:cs typeface="Poppins"/>
                <a:sym typeface="Poppins"/>
              </a:rPr>
              <a:t>0.894–0.920 </a:t>
            </a:r>
            <a:r>
              <a:rPr lang="en" sz="1300">
                <a:solidFill>
                  <a:schemeClr val="dk1"/>
                </a:solidFill>
                <a:latin typeface="Poppins"/>
                <a:ea typeface="Poppins"/>
                <a:cs typeface="Poppins"/>
                <a:sym typeface="Poppins"/>
              </a:rPr>
              <a:t>and error rates staying relatively consistent. This suggests the final model generalized well over time rather than relying on a single favorable test split.</a:t>
            </a:r>
            <a:endParaRPr sz="1300">
              <a:solidFill>
                <a:schemeClr val="dk1"/>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125"/>
          <p:cNvSpPr/>
          <p:nvPr/>
        </p:nvSpPr>
        <p:spPr>
          <a:xfrm>
            <a:off x="228625" y="27850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1228" name="Google Shape;1228;p125"/>
          <p:cNvSpPr/>
          <p:nvPr/>
        </p:nvSpPr>
        <p:spPr>
          <a:xfrm>
            <a:off x="228600" y="2568175"/>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2"/>
              </a:solidFill>
              <a:latin typeface="Nunito Sans"/>
              <a:ea typeface="Nunito Sans"/>
              <a:cs typeface="Nunito Sans"/>
              <a:sym typeface="Nunito Sans"/>
            </a:endParaRPr>
          </a:p>
        </p:txBody>
      </p:sp>
      <p:sp>
        <p:nvSpPr>
          <p:cNvPr id="1229" name="Google Shape;1229;p125"/>
          <p:cNvSpPr/>
          <p:nvPr/>
        </p:nvSpPr>
        <p:spPr>
          <a:xfrm>
            <a:off x="6084625" y="27850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1230" name="Google Shape;1230;p125"/>
          <p:cNvSpPr/>
          <p:nvPr/>
        </p:nvSpPr>
        <p:spPr>
          <a:xfrm>
            <a:off x="6084600" y="2568175"/>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2"/>
              </a:solidFill>
              <a:latin typeface="Nunito Sans"/>
              <a:ea typeface="Nunito Sans"/>
              <a:cs typeface="Nunito Sans"/>
              <a:sym typeface="Nunito Sans"/>
            </a:endParaRPr>
          </a:p>
        </p:txBody>
      </p:sp>
      <p:sp>
        <p:nvSpPr>
          <p:cNvPr id="1231" name="Google Shape;1231;p125"/>
          <p:cNvSpPr/>
          <p:nvPr/>
        </p:nvSpPr>
        <p:spPr>
          <a:xfrm>
            <a:off x="3158675" y="2785075"/>
            <a:ext cx="2830800" cy="13209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1232" name="Google Shape;1232;p125"/>
          <p:cNvSpPr/>
          <p:nvPr/>
        </p:nvSpPr>
        <p:spPr>
          <a:xfrm>
            <a:off x="3158650" y="2568175"/>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2"/>
              </a:solidFill>
              <a:latin typeface="Nunito Sans"/>
              <a:ea typeface="Nunito Sans"/>
              <a:cs typeface="Nunito Sans"/>
              <a:sym typeface="Nunito Sans"/>
            </a:endParaRPr>
          </a:p>
        </p:txBody>
      </p:sp>
      <p:sp>
        <p:nvSpPr>
          <p:cNvPr id="1233" name="Google Shape;1233;p125"/>
          <p:cNvSpPr txBox="1"/>
          <p:nvPr>
            <p:ph idx="1" type="subTitle"/>
          </p:nvPr>
        </p:nvSpPr>
        <p:spPr>
          <a:xfrm>
            <a:off x="228600" y="2568175"/>
            <a:ext cx="2834700" cy="400200"/>
          </a:xfrm>
          <a:prstGeom prst="rect">
            <a:avLst/>
          </a:prstGeom>
          <a:noFill/>
          <a:ln>
            <a:noFill/>
          </a:ln>
        </p:spPr>
        <p:txBody>
          <a:bodyPr anchorCtr="0" anchor="ctr" bIns="0" lIns="274300" spcFirstLastPara="1" rIns="274300" wrap="square" tIns="0">
            <a:noAutofit/>
          </a:bodyPr>
          <a:lstStyle/>
          <a:p>
            <a:pPr indent="0" lvl="0" marL="0" rtl="0" algn="l">
              <a:lnSpc>
                <a:spcPct val="90000"/>
              </a:lnSpc>
              <a:spcBef>
                <a:spcPts val="0"/>
              </a:spcBef>
              <a:spcAft>
                <a:spcPts val="0"/>
              </a:spcAft>
              <a:buSzPts val="900"/>
              <a:buNone/>
            </a:pPr>
            <a:r>
              <a:rPr lang="en"/>
              <a:t>lgbm_m5.pkl</a:t>
            </a:r>
            <a:endParaRPr/>
          </a:p>
        </p:txBody>
      </p:sp>
      <p:sp>
        <p:nvSpPr>
          <p:cNvPr id="1234" name="Google Shape;1234;p125"/>
          <p:cNvSpPr txBox="1"/>
          <p:nvPr>
            <p:ph idx="2" type="subTitle"/>
          </p:nvPr>
        </p:nvSpPr>
        <p:spPr>
          <a:xfrm>
            <a:off x="3156613" y="2568175"/>
            <a:ext cx="2834700" cy="400200"/>
          </a:xfrm>
          <a:prstGeom prst="rect">
            <a:avLst/>
          </a:prstGeom>
          <a:noFill/>
          <a:ln>
            <a:noFill/>
          </a:ln>
        </p:spPr>
        <p:txBody>
          <a:bodyPr anchorCtr="0" anchor="ctr" bIns="0" lIns="274300" spcFirstLastPara="1" rIns="274300" wrap="square" tIns="0">
            <a:noAutofit/>
          </a:bodyPr>
          <a:lstStyle/>
          <a:p>
            <a:pPr indent="0" lvl="0" marL="0" rtl="0" algn="l">
              <a:lnSpc>
                <a:spcPct val="90000"/>
              </a:lnSpc>
              <a:spcBef>
                <a:spcPts val="0"/>
              </a:spcBef>
              <a:spcAft>
                <a:spcPts val="0"/>
              </a:spcAft>
              <a:buSzPts val="900"/>
              <a:buNone/>
            </a:pPr>
            <a:r>
              <a:rPr lang="en"/>
              <a:t>app.py</a:t>
            </a:r>
            <a:endParaRPr/>
          </a:p>
        </p:txBody>
      </p:sp>
      <p:sp>
        <p:nvSpPr>
          <p:cNvPr id="1235" name="Google Shape;1235;p125"/>
          <p:cNvSpPr txBox="1"/>
          <p:nvPr>
            <p:ph idx="3" type="subTitle"/>
          </p:nvPr>
        </p:nvSpPr>
        <p:spPr>
          <a:xfrm>
            <a:off x="6084638" y="2568175"/>
            <a:ext cx="2834700" cy="400200"/>
          </a:xfrm>
          <a:prstGeom prst="rect">
            <a:avLst/>
          </a:prstGeom>
          <a:noFill/>
          <a:ln>
            <a:noFill/>
          </a:ln>
        </p:spPr>
        <p:txBody>
          <a:bodyPr anchorCtr="0" anchor="ctr" bIns="0" lIns="274300" spcFirstLastPara="1" rIns="274300" wrap="square" tIns="0">
            <a:noAutofit/>
          </a:bodyPr>
          <a:lstStyle/>
          <a:p>
            <a:pPr indent="0" lvl="0" marL="0" rtl="0" algn="l">
              <a:lnSpc>
                <a:spcPct val="90000"/>
              </a:lnSpc>
              <a:spcBef>
                <a:spcPts val="0"/>
              </a:spcBef>
              <a:spcAft>
                <a:spcPts val="0"/>
              </a:spcAft>
              <a:buSzPts val="900"/>
              <a:buNone/>
            </a:pPr>
            <a:r>
              <a:rPr lang="en"/>
              <a:t>Live prediction</a:t>
            </a:r>
            <a:endParaRPr/>
          </a:p>
        </p:txBody>
      </p:sp>
      <p:sp>
        <p:nvSpPr>
          <p:cNvPr id="1236" name="Google Shape;1236;p125"/>
          <p:cNvSpPr txBox="1"/>
          <p:nvPr>
            <p:ph idx="4" type="body"/>
          </p:nvPr>
        </p:nvSpPr>
        <p:spPr>
          <a:xfrm>
            <a:off x="228600" y="3102248"/>
            <a:ext cx="2834700" cy="722100"/>
          </a:xfrm>
          <a:prstGeom prst="rect">
            <a:avLst/>
          </a:prstGeom>
          <a:noFill/>
          <a:ln>
            <a:noFill/>
          </a:ln>
        </p:spPr>
        <p:txBody>
          <a:bodyPr anchorCtr="0" anchor="t" bIns="91425" lIns="274300" spcFirstLastPara="1" rIns="274300" wrap="square" tIns="91425">
            <a:noAutofit/>
          </a:bodyPr>
          <a:lstStyle/>
          <a:p>
            <a:pPr indent="0" lvl="0" marL="0" rtl="0" algn="l">
              <a:lnSpc>
                <a:spcPct val="115000"/>
              </a:lnSpc>
              <a:spcBef>
                <a:spcPts val="0"/>
              </a:spcBef>
              <a:spcAft>
                <a:spcPts val="0"/>
              </a:spcAft>
              <a:buSzPts val="1000"/>
              <a:buNone/>
            </a:pPr>
            <a:r>
              <a:rPr lang="en"/>
              <a:t>The fitted pipeline saved as one object: imputers, scalers, encoders, and the trained model.</a:t>
            </a:r>
            <a:endParaRPr/>
          </a:p>
        </p:txBody>
      </p:sp>
      <p:sp>
        <p:nvSpPr>
          <p:cNvPr id="1237" name="Google Shape;1237;p125"/>
          <p:cNvSpPr txBox="1"/>
          <p:nvPr>
            <p:ph idx="5" type="body"/>
          </p:nvPr>
        </p:nvSpPr>
        <p:spPr>
          <a:xfrm>
            <a:off x="3156613" y="3102248"/>
            <a:ext cx="2834700" cy="722100"/>
          </a:xfrm>
          <a:prstGeom prst="rect">
            <a:avLst/>
          </a:prstGeom>
          <a:noFill/>
          <a:ln>
            <a:noFill/>
          </a:ln>
        </p:spPr>
        <p:txBody>
          <a:bodyPr anchorCtr="0" anchor="t" bIns="91425" lIns="274300" spcFirstLastPara="1" rIns="274300" wrap="square" tIns="91425">
            <a:noAutofit/>
          </a:bodyPr>
          <a:lstStyle/>
          <a:p>
            <a:pPr indent="0" lvl="0" marL="0" rtl="0" algn="l">
              <a:lnSpc>
                <a:spcPct val="115000"/>
              </a:lnSpc>
              <a:spcBef>
                <a:spcPts val="0"/>
              </a:spcBef>
              <a:spcAft>
                <a:spcPts val="0"/>
              </a:spcAft>
              <a:buSzPts val="1000"/>
              <a:buNone/>
            </a:pPr>
            <a:r>
              <a:rPr lang="en"/>
              <a:t>Rebuilds every engineered feature from the raw form inputs, using the training notebook's logic.</a:t>
            </a:r>
            <a:endParaRPr/>
          </a:p>
        </p:txBody>
      </p:sp>
      <p:sp>
        <p:nvSpPr>
          <p:cNvPr id="1238" name="Google Shape;1238;p125"/>
          <p:cNvSpPr txBox="1"/>
          <p:nvPr>
            <p:ph idx="6" type="body"/>
          </p:nvPr>
        </p:nvSpPr>
        <p:spPr>
          <a:xfrm>
            <a:off x="6084638" y="3102248"/>
            <a:ext cx="2834700" cy="722100"/>
          </a:xfrm>
          <a:prstGeom prst="rect">
            <a:avLst/>
          </a:prstGeom>
          <a:noFill/>
          <a:ln>
            <a:noFill/>
          </a:ln>
        </p:spPr>
        <p:txBody>
          <a:bodyPr anchorCtr="0" anchor="t" bIns="91425" lIns="274300" spcFirstLastPara="1" rIns="274300" wrap="square" tIns="91425">
            <a:noAutofit/>
          </a:bodyPr>
          <a:lstStyle/>
          <a:p>
            <a:pPr indent="0" lvl="0" marL="0" rtl="0" algn="l">
              <a:lnSpc>
                <a:spcPct val="115000"/>
              </a:lnSpc>
              <a:spcBef>
                <a:spcPts val="0"/>
              </a:spcBef>
              <a:spcAft>
                <a:spcPts val="0"/>
              </a:spcAft>
              <a:buSzPts val="1000"/>
              <a:buNone/>
            </a:pPr>
            <a:r>
              <a:rPr lang="en"/>
              <a:t>Form in, predicted ClosePrice out, shown with the model's real held-out accuracy.</a:t>
            </a:r>
            <a:endParaRPr/>
          </a:p>
        </p:txBody>
      </p:sp>
      <p:sp>
        <p:nvSpPr>
          <p:cNvPr id="1239" name="Google Shape;1239;p125"/>
          <p:cNvSpPr txBox="1"/>
          <p:nvPr>
            <p:ph type="title"/>
          </p:nvPr>
        </p:nvSpPr>
        <p:spPr>
          <a:xfrm>
            <a:off x="228600" y="256925"/>
            <a:ext cx="5707200" cy="104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800"/>
              <a:buNone/>
            </a:pPr>
            <a:r>
              <a:rPr lang="en"/>
              <a:t>How the app works</a:t>
            </a:r>
            <a:endParaRPr/>
          </a:p>
        </p:txBody>
      </p:sp>
      <p:grpSp>
        <p:nvGrpSpPr>
          <p:cNvPr id="1240" name="Google Shape;1240;p125"/>
          <p:cNvGrpSpPr/>
          <p:nvPr/>
        </p:nvGrpSpPr>
        <p:grpSpPr>
          <a:xfrm>
            <a:off x="7510401" y="1463468"/>
            <a:ext cx="791090" cy="860886"/>
            <a:chOff x="6219512" y="1474206"/>
            <a:chExt cx="890968" cy="969576"/>
          </a:xfrm>
        </p:grpSpPr>
        <p:sp>
          <p:nvSpPr>
            <p:cNvPr id="1241" name="Google Shape;1241;p125"/>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25"/>
            <p:cNvSpPr/>
            <p:nvPr/>
          </p:nvSpPr>
          <p:spPr>
            <a:xfrm>
              <a:off x="6564073" y="2301803"/>
              <a:ext cx="35119" cy="141979"/>
            </a:xfrm>
            <a:custGeom>
              <a:rect b="b" l="l" r="r" t="t"/>
              <a:pathLst>
                <a:path extrusionOk="0" h="8134" w="2012">
                  <a:moveTo>
                    <a:pt x="0" y="0"/>
                  </a:moveTo>
                  <a:cubicBezTo>
                    <a:pt x="763" y="2664"/>
                    <a:pt x="2740" y="5561"/>
                    <a:pt x="1713" y="8134"/>
                  </a:cubicBez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25"/>
            <p:cNvSpPr/>
            <p:nvPr/>
          </p:nvSpPr>
          <p:spPr>
            <a:xfrm>
              <a:off x="6593941" y="2423774"/>
              <a:ext cx="144475" cy="17438"/>
            </a:xfrm>
            <a:custGeom>
              <a:rect b="b" l="l" r="r" t="t"/>
              <a:pathLst>
                <a:path extrusionOk="0" h="999" w="8277">
                  <a:moveTo>
                    <a:pt x="0" y="999"/>
                  </a:moveTo>
                  <a:cubicBezTo>
                    <a:pt x="2696" y="326"/>
                    <a:pt x="5498" y="0"/>
                    <a:pt x="8277" y="0"/>
                  </a:cubicBez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26"/>
          <p:cNvSpPr txBox="1"/>
          <p:nvPr>
            <p:ph type="title"/>
          </p:nvPr>
        </p:nvSpPr>
        <p:spPr>
          <a:xfrm>
            <a:off x="228600" y="256925"/>
            <a:ext cx="4163100" cy="615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800"/>
              <a:buNone/>
            </a:pPr>
            <a:r>
              <a:rPr lang="en">
                <a:solidFill>
                  <a:schemeClr val="lt2"/>
                </a:solidFill>
              </a:rPr>
              <a:t>The app, end to end</a:t>
            </a:r>
            <a:endParaRPr/>
          </a:p>
        </p:txBody>
      </p:sp>
      <p:pic>
        <p:nvPicPr>
          <p:cNvPr id="1249" name="Google Shape;1249;p126"/>
          <p:cNvPicPr preferRelativeResize="0"/>
          <p:nvPr/>
        </p:nvPicPr>
        <p:blipFill rotWithShape="1">
          <a:blip r:embed="rId3">
            <a:alphaModFix/>
          </a:blip>
          <a:srcRect b="0" l="0" r="0" t="0"/>
          <a:stretch/>
        </p:blipFill>
        <p:spPr>
          <a:xfrm>
            <a:off x="816769" y="868680"/>
            <a:ext cx="7510462" cy="379476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27"/>
          <p:cNvSpPr txBox="1"/>
          <p:nvPr>
            <p:ph idx="1" type="body"/>
          </p:nvPr>
        </p:nvSpPr>
        <p:spPr>
          <a:xfrm>
            <a:off x="4618950" y="1646991"/>
            <a:ext cx="4296600" cy="3063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en"/>
              <a:t>Type an address and the app fills in latitude, longitude, and ZIP.</a:t>
            </a:r>
            <a:endParaRPr/>
          </a:p>
          <a:p>
            <a:pPr indent="0" lvl="0" marL="0" rtl="0" algn="l">
              <a:lnSpc>
                <a:spcPct val="100000"/>
              </a:lnSpc>
              <a:spcBef>
                <a:spcPts val="900"/>
              </a:spcBef>
              <a:spcAft>
                <a:spcPts val="0"/>
              </a:spcAft>
              <a:buSzPts val="1200"/>
              <a:buNone/>
            </a:pPr>
            <a:r>
              <a:rPr lang="en"/>
              <a:t>Add the property details, then click Predict.</a:t>
            </a:r>
            <a:endParaRPr/>
          </a:p>
          <a:p>
            <a:pPr indent="0" lvl="0" marL="0" rtl="0" algn="l">
              <a:lnSpc>
                <a:spcPct val="100000"/>
              </a:lnSpc>
              <a:spcBef>
                <a:spcPts val="900"/>
              </a:spcBef>
              <a:spcAft>
                <a:spcPts val="0"/>
              </a:spcAft>
              <a:buSzPts val="1200"/>
              <a:buNone/>
            </a:pPr>
            <a:r>
              <a:rPr lang="en"/>
              <a:t>The estimate appears with the model's real error range beside it.</a:t>
            </a:r>
            <a:endParaRPr/>
          </a:p>
        </p:txBody>
      </p:sp>
      <p:sp>
        <p:nvSpPr>
          <p:cNvPr id="1255" name="Google Shape;1255;p127"/>
          <p:cNvSpPr txBox="1"/>
          <p:nvPr>
            <p:ph type="title"/>
          </p:nvPr>
        </p:nvSpPr>
        <p:spPr>
          <a:xfrm>
            <a:off x="4618950" y="256925"/>
            <a:ext cx="4296600" cy="104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800"/>
              <a:buNone/>
            </a:pPr>
            <a:r>
              <a:rPr lang="en">
                <a:solidFill>
                  <a:schemeClr val="lt2"/>
                </a:solidFill>
              </a:rPr>
              <a:t>Address in, </a:t>
            </a:r>
            <a:r>
              <a:rPr lang="en"/>
              <a:t>estimate out</a:t>
            </a:r>
            <a:endParaRPr/>
          </a:p>
        </p:txBody>
      </p:sp>
      <p:pic>
        <p:nvPicPr>
          <p:cNvPr descr="Five people taking a celebratory selfie inside an office. &#10;" id="1256" name="Google Shape;1256;p127"/>
          <p:cNvPicPr preferRelativeResize="0"/>
          <p:nvPr>
            <p:ph idx="2" type="pic"/>
          </p:nvPr>
        </p:nvPicPr>
        <p:blipFill rotWithShape="1">
          <a:blip r:embed="rId3">
            <a:alphaModFix/>
          </a:blip>
          <a:srcRect b="0" l="0" r="0" t="0"/>
          <a:stretch/>
        </p:blipFill>
        <p:spPr>
          <a:xfrm>
            <a:off x="313800" y="692014"/>
            <a:ext cx="3702900" cy="3672672"/>
          </a:xfrm>
          <a:prstGeom prst="roundRect">
            <a:avLst>
              <a:gd fmla="val 16667" name="adj"/>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28"/>
          <p:cNvSpPr/>
          <p:nvPr/>
        </p:nvSpPr>
        <p:spPr>
          <a:xfrm>
            <a:off x="1971375" y="266627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Poppins SemiBold"/>
              <a:ea typeface="Poppins SemiBold"/>
              <a:cs typeface="Poppins SemiBold"/>
              <a:sym typeface="Poppins SemiBold"/>
            </a:endParaRPr>
          </a:p>
        </p:txBody>
      </p:sp>
      <p:sp>
        <p:nvSpPr>
          <p:cNvPr id="1262" name="Google Shape;1262;p128"/>
          <p:cNvSpPr/>
          <p:nvPr/>
        </p:nvSpPr>
        <p:spPr>
          <a:xfrm>
            <a:off x="3714150" y="266627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Poppins SemiBold"/>
              <a:ea typeface="Poppins SemiBold"/>
              <a:cs typeface="Poppins SemiBold"/>
              <a:sym typeface="Poppins SemiBold"/>
            </a:endParaRPr>
          </a:p>
        </p:txBody>
      </p:sp>
      <p:sp>
        <p:nvSpPr>
          <p:cNvPr id="1263" name="Google Shape;1263;p128"/>
          <p:cNvSpPr/>
          <p:nvPr/>
        </p:nvSpPr>
        <p:spPr>
          <a:xfrm>
            <a:off x="5456925" y="2666275"/>
            <a:ext cx="1711800" cy="347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Poppins SemiBold"/>
              <a:ea typeface="Poppins SemiBold"/>
              <a:cs typeface="Poppins SemiBold"/>
              <a:sym typeface="Poppins SemiBold"/>
            </a:endParaRPr>
          </a:p>
        </p:txBody>
      </p:sp>
      <p:sp>
        <p:nvSpPr>
          <p:cNvPr id="1264" name="Google Shape;1264;p128"/>
          <p:cNvSpPr/>
          <p:nvPr/>
        </p:nvSpPr>
        <p:spPr>
          <a:xfrm>
            <a:off x="7199700" y="266627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Poppins SemiBold"/>
              <a:ea typeface="Poppins SemiBold"/>
              <a:cs typeface="Poppins SemiBold"/>
              <a:sym typeface="Poppins SemiBold"/>
            </a:endParaRPr>
          </a:p>
        </p:txBody>
      </p:sp>
      <p:sp>
        <p:nvSpPr>
          <p:cNvPr id="1265" name="Google Shape;1265;p128"/>
          <p:cNvSpPr/>
          <p:nvPr/>
        </p:nvSpPr>
        <p:spPr>
          <a:xfrm>
            <a:off x="228600" y="2666275"/>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Poppins SemiBold"/>
              <a:ea typeface="Poppins SemiBold"/>
              <a:cs typeface="Poppins SemiBold"/>
              <a:sym typeface="Poppins SemiBold"/>
            </a:endParaRPr>
          </a:p>
        </p:txBody>
      </p:sp>
      <p:sp>
        <p:nvSpPr>
          <p:cNvPr id="1266" name="Google Shape;1266;p128"/>
          <p:cNvSpPr txBox="1"/>
          <p:nvPr>
            <p:ph idx="1" type="subTitle"/>
          </p:nvPr>
        </p:nvSpPr>
        <p:spPr>
          <a:xfrm>
            <a:off x="228600" y="2666275"/>
            <a:ext cx="1312500" cy="347400"/>
          </a:xfrm>
          <a:prstGeom prst="rect">
            <a:avLst/>
          </a:prstGeom>
          <a:noFill/>
          <a:ln>
            <a:noFill/>
          </a:ln>
        </p:spPr>
        <p:txBody>
          <a:bodyPr anchorCtr="0" anchor="ctr" bIns="0" lIns="182875" spcFirstLastPara="1" rIns="182875" wrap="square" tIns="0">
            <a:noAutofit/>
          </a:bodyPr>
          <a:lstStyle/>
          <a:p>
            <a:pPr indent="0" lvl="0" marL="0" rtl="0" algn="l">
              <a:lnSpc>
                <a:spcPct val="115000"/>
              </a:lnSpc>
              <a:spcBef>
                <a:spcPts val="0"/>
              </a:spcBef>
              <a:spcAft>
                <a:spcPts val="0"/>
              </a:spcAft>
              <a:buSzPts val="1200"/>
              <a:buNone/>
            </a:pPr>
            <a:r>
              <a:rPr lang="en"/>
              <a:t>Features</a:t>
            </a:r>
            <a:endParaRPr/>
          </a:p>
        </p:txBody>
      </p:sp>
      <p:sp>
        <p:nvSpPr>
          <p:cNvPr id="1267" name="Google Shape;1267;p128"/>
          <p:cNvSpPr txBox="1"/>
          <p:nvPr>
            <p:ph idx="2" type="subTitle"/>
          </p:nvPr>
        </p:nvSpPr>
        <p:spPr>
          <a:xfrm>
            <a:off x="1971375" y="2666275"/>
            <a:ext cx="1312500" cy="347400"/>
          </a:xfrm>
          <a:prstGeom prst="rect">
            <a:avLst/>
          </a:prstGeom>
          <a:noFill/>
          <a:ln>
            <a:noFill/>
          </a:ln>
        </p:spPr>
        <p:txBody>
          <a:bodyPr anchorCtr="0" anchor="ctr" bIns="0" lIns="182875" spcFirstLastPara="1" rIns="182875" wrap="square" tIns="0">
            <a:noAutofit/>
          </a:bodyPr>
          <a:lstStyle/>
          <a:p>
            <a:pPr indent="0" lvl="0" marL="0" rtl="0" algn="l">
              <a:lnSpc>
                <a:spcPct val="115000"/>
              </a:lnSpc>
              <a:spcBef>
                <a:spcPts val="0"/>
              </a:spcBef>
              <a:spcAft>
                <a:spcPts val="0"/>
              </a:spcAft>
              <a:buSzPts val="1200"/>
              <a:buNone/>
            </a:pPr>
            <a:r>
              <a:rPr lang="en"/>
              <a:t>Comps</a:t>
            </a:r>
            <a:endParaRPr/>
          </a:p>
        </p:txBody>
      </p:sp>
      <p:sp>
        <p:nvSpPr>
          <p:cNvPr id="1268" name="Google Shape;1268;p128"/>
          <p:cNvSpPr txBox="1"/>
          <p:nvPr>
            <p:ph idx="3" type="subTitle"/>
          </p:nvPr>
        </p:nvSpPr>
        <p:spPr>
          <a:xfrm>
            <a:off x="3714150" y="2666275"/>
            <a:ext cx="1312500" cy="347400"/>
          </a:xfrm>
          <a:prstGeom prst="rect">
            <a:avLst/>
          </a:prstGeom>
          <a:noFill/>
          <a:ln>
            <a:noFill/>
          </a:ln>
        </p:spPr>
        <p:txBody>
          <a:bodyPr anchorCtr="0" anchor="ctr" bIns="0" lIns="182875" spcFirstLastPara="1" rIns="182875" wrap="square" tIns="0">
            <a:noAutofit/>
          </a:bodyPr>
          <a:lstStyle/>
          <a:p>
            <a:pPr indent="0" lvl="0" marL="0" rtl="0" algn="l">
              <a:lnSpc>
                <a:spcPct val="115000"/>
              </a:lnSpc>
              <a:spcBef>
                <a:spcPts val="0"/>
              </a:spcBef>
              <a:spcAft>
                <a:spcPts val="0"/>
              </a:spcAft>
              <a:buSzPts val="1200"/>
              <a:buNone/>
            </a:pPr>
            <a:r>
              <a:rPr lang="en"/>
              <a:t>Versions</a:t>
            </a:r>
            <a:endParaRPr/>
          </a:p>
        </p:txBody>
      </p:sp>
      <p:sp>
        <p:nvSpPr>
          <p:cNvPr id="1269" name="Google Shape;1269;p128"/>
          <p:cNvSpPr txBox="1"/>
          <p:nvPr>
            <p:ph idx="4" type="subTitle"/>
          </p:nvPr>
        </p:nvSpPr>
        <p:spPr>
          <a:xfrm>
            <a:off x="5456925" y="2666275"/>
            <a:ext cx="1312500" cy="347400"/>
          </a:xfrm>
          <a:prstGeom prst="rect">
            <a:avLst/>
          </a:prstGeom>
          <a:noFill/>
          <a:ln>
            <a:noFill/>
          </a:ln>
        </p:spPr>
        <p:txBody>
          <a:bodyPr anchorCtr="0" anchor="ctr" bIns="0" lIns="182875" spcFirstLastPara="1" rIns="182875" wrap="square" tIns="0">
            <a:noAutofit/>
          </a:bodyPr>
          <a:lstStyle/>
          <a:p>
            <a:pPr indent="0" lvl="0" marL="0" rtl="0" algn="l">
              <a:lnSpc>
                <a:spcPct val="115000"/>
              </a:lnSpc>
              <a:spcBef>
                <a:spcPts val="0"/>
              </a:spcBef>
              <a:spcAft>
                <a:spcPts val="0"/>
              </a:spcAft>
              <a:buSzPts val="1200"/>
              <a:buNone/>
            </a:pPr>
            <a:r>
              <a:rPr lang="en"/>
              <a:t>Git test</a:t>
            </a:r>
            <a:endParaRPr/>
          </a:p>
        </p:txBody>
      </p:sp>
      <p:sp>
        <p:nvSpPr>
          <p:cNvPr id="1270" name="Google Shape;1270;p128"/>
          <p:cNvSpPr txBox="1"/>
          <p:nvPr>
            <p:ph idx="5" type="subTitle"/>
          </p:nvPr>
        </p:nvSpPr>
        <p:spPr>
          <a:xfrm>
            <a:off x="7199700" y="2666275"/>
            <a:ext cx="1312500" cy="347400"/>
          </a:xfrm>
          <a:prstGeom prst="rect">
            <a:avLst/>
          </a:prstGeom>
          <a:noFill/>
          <a:ln>
            <a:noFill/>
          </a:ln>
        </p:spPr>
        <p:txBody>
          <a:bodyPr anchorCtr="0" anchor="ctr" bIns="0" lIns="182875" spcFirstLastPara="1" rIns="182875" wrap="square" tIns="0">
            <a:noAutofit/>
          </a:bodyPr>
          <a:lstStyle/>
          <a:p>
            <a:pPr indent="0" lvl="0" marL="0" rtl="0" algn="l">
              <a:lnSpc>
                <a:spcPct val="115000"/>
              </a:lnSpc>
              <a:spcBef>
                <a:spcPts val="0"/>
              </a:spcBef>
              <a:spcAft>
                <a:spcPts val="0"/>
              </a:spcAft>
              <a:buSzPts val="1200"/>
              <a:buNone/>
            </a:pPr>
            <a:r>
              <a:rPr lang="en"/>
              <a:t>Geocoding</a:t>
            </a:r>
            <a:endParaRPr/>
          </a:p>
        </p:txBody>
      </p:sp>
      <p:sp>
        <p:nvSpPr>
          <p:cNvPr id="1271" name="Google Shape;1271;p128"/>
          <p:cNvSpPr txBox="1"/>
          <p:nvPr>
            <p:ph type="title"/>
          </p:nvPr>
        </p:nvSpPr>
        <p:spPr>
          <a:xfrm>
            <a:off x="228600" y="256925"/>
            <a:ext cx="5707200" cy="615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800"/>
              <a:buNone/>
            </a:pPr>
            <a:r>
              <a:rPr lang="en"/>
              <a:t>What deployment took</a:t>
            </a:r>
            <a:endParaRPr/>
          </a:p>
        </p:txBody>
      </p:sp>
      <p:sp>
        <p:nvSpPr>
          <p:cNvPr id="1272" name="Google Shape;1272;p128"/>
          <p:cNvSpPr txBox="1"/>
          <p:nvPr>
            <p:ph idx="6" type="body"/>
          </p:nvPr>
        </p:nvSpPr>
        <p:spPr>
          <a:xfrm>
            <a:off x="1971375" y="3030250"/>
            <a:ext cx="1715400" cy="1145100"/>
          </a:xfrm>
          <a:prstGeom prst="rect">
            <a:avLst/>
          </a:prstGeom>
          <a:noFill/>
          <a:ln>
            <a:noFill/>
          </a:ln>
        </p:spPr>
        <p:txBody>
          <a:bodyPr anchorCtr="0" anchor="t" bIns="91425" lIns="91425" spcFirstLastPara="1" rIns="182875" wrap="square" tIns="182875">
            <a:noAutofit/>
          </a:bodyPr>
          <a:lstStyle/>
          <a:p>
            <a:pPr indent="0" lvl="0" marL="0" rtl="0" algn="l">
              <a:lnSpc>
                <a:spcPct val="115000"/>
              </a:lnSpc>
              <a:spcBef>
                <a:spcPts val="0"/>
              </a:spcBef>
              <a:spcAft>
                <a:spcPts val="0"/>
              </a:spcAft>
              <a:buSzPts val="900"/>
              <a:buNone/>
            </a:pPr>
            <a:r>
              <a:rPr lang="en"/>
              <a:t>The ZIP price-per-sqft table lived only in notebook memory. Rebuilt, then saved as its own file.</a:t>
            </a:r>
            <a:endParaRPr/>
          </a:p>
        </p:txBody>
      </p:sp>
      <p:sp>
        <p:nvSpPr>
          <p:cNvPr id="1273" name="Google Shape;1273;p128"/>
          <p:cNvSpPr txBox="1"/>
          <p:nvPr>
            <p:ph idx="7" type="body"/>
          </p:nvPr>
        </p:nvSpPr>
        <p:spPr>
          <a:xfrm>
            <a:off x="3714150" y="3030250"/>
            <a:ext cx="1715400" cy="1145100"/>
          </a:xfrm>
          <a:prstGeom prst="rect">
            <a:avLst/>
          </a:prstGeom>
          <a:noFill/>
          <a:ln>
            <a:noFill/>
          </a:ln>
        </p:spPr>
        <p:txBody>
          <a:bodyPr anchorCtr="0" anchor="t" bIns="91425" lIns="91425" spcFirstLastPara="1" rIns="182875" wrap="square" tIns="182875">
            <a:noAutofit/>
          </a:bodyPr>
          <a:lstStyle/>
          <a:p>
            <a:pPr indent="0" lvl="0" marL="0" rtl="0" algn="l">
              <a:lnSpc>
                <a:spcPct val="115000"/>
              </a:lnSpc>
              <a:spcBef>
                <a:spcPts val="0"/>
              </a:spcBef>
              <a:spcAft>
                <a:spcPts val="0"/>
              </a:spcAft>
              <a:buSzPts val="900"/>
              <a:buNone/>
            </a:pPr>
            <a:r>
              <a:rPr lang="en"/>
              <a:t>requirements.txt pins the exact library versions the model was trained under.</a:t>
            </a:r>
            <a:endParaRPr/>
          </a:p>
        </p:txBody>
      </p:sp>
      <p:sp>
        <p:nvSpPr>
          <p:cNvPr id="1274" name="Google Shape;1274;p128"/>
          <p:cNvSpPr txBox="1"/>
          <p:nvPr>
            <p:ph idx="8" type="body"/>
          </p:nvPr>
        </p:nvSpPr>
        <p:spPr>
          <a:xfrm>
            <a:off x="5456925" y="3030250"/>
            <a:ext cx="1715400" cy="1145100"/>
          </a:xfrm>
          <a:prstGeom prst="rect">
            <a:avLst/>
          </a:prstGeom>
          <a:noFill/>
          <a:ln>
            <a:noFill/>
          </a:ln>
        </p:spPr>
        <p:txBody>
          <a:bodyPr anchorCtr="0" anchor="t" bIns="91425" lIns="91425" spcFirstLastPara="1" rIns="182875" wrap="square" tIns="182875">
            <a:noAutofit/>
          </a:bodyPr>
          <a:lstStyle/>
          <a:p>
            <a:pPr indent="0" lvl="0" marL="0" rtl="0" algn="l">
              <a:lnSpc>
                <a:spcPct val="115000"/>
              </a:lnSpc>
              <a:spcBef>
                <a:spcPts val="0"/>
              </a:spcBef>
              <a:spcAft>
                <a:spcPts val="0"/>
              </a:spcAft>
              <a:buSzPts val="900"/>
              <a:buNone/>
            </a:pPr>
            <a:r>
              <a:rPr lang="en"/>
              <a:t>Dropdowns depended on a file excluded from git. Caught by testing a fresh clone.</a:t>
            </a:r>
            <a:endParaRPr/>
          </a:p>
        </p:txBody>
      </p:sp>
      <p:sp>
        <p:nvSpPr>
          <p:cNvPr id="1275" name="Google Shape;1275;p128"/>
          <p:cNvSpPr txBox="1"/>
          <p:nvPr>
            <p:ph idx="9" type="body"/>
          </p:nvPr>
        </p:nvSpPr>
        <p:spPr>
          <a:xfrm>
            <a:off x="228450" y="3030250"/>
            <a:ext cx="1715400" cy="1145100"/>
          </a:xfrm>
          <a:prstGeom prst="rect">
            <a:avLst/>
          </a:prstGeom>
          <a:noFill/>
          <a:ln>
            <a:noFill/>
          </a:ln>
        </p:spPr>
        <p:txBody>
          <a:bodyPr anchorCtr="0" anchor="t" bIns="91425" lIns="91425" spcFirstLastPara="1" rIns="182875" wrap="square" tIns="182875">
            <a:noAutofit/>
          </a:bodyPr>
          <a:lstStyle/>
          <a:p>
            <a:pPr indent="0" lvl="0" marL="0" rtl="0" algn="l">
              <a:lnSpc>
                <a:spcPct val="115000"/>
              </a:lnSpc>
              <a:spcBef>
                <a:spcPts val="0"/>
              </a:spcBef>
              <a:spcAft>
                <a:spcPts val="0"/>
              </a:spcAft>
              <a:buSzPts val="900"/>
              <a:buNone/>
            </a:pPr>
            <a:r>
              <a:rPr lang="en"/>
              <a:t>Some model inputs are computed, not typed: distance to job centers, month encoding, property age.</a:t>
            </a:r>
            <a:endParaRPr/>
          </a:p>
        </p:txBody>
      </p:sp>
      <p:sp>
        <p:nvSpPr>
          <p:cNvPr id="1276" name="Google Shape;1276;p128"/>
          <p:cNvSpPr txBox="1"/>
          <p:nvPr>
            <p:ph idx="13" type="body"/>
          </p:nvPr>
        </p:nvSpPr>
        <p:spPr>
          <a:xfrm>
            <a:off x="7199700" y="3030250"/>
            <a:ext cx="1715400" cy="1145100"/>
          </a:xfrm>
          <a:prstGeom prst="rect">
            <a:avLst/>
          </a:prstGeom>
          <a:noFill/>
          <a:ln>
            <a:noFill/>
          </a:ln>
        </p:spPr>
        <p:txBody>
          <a:bodyPr anchorCtr="0" anchor="t" bIns="91425" lIns="91425" spcFirstLastPara="1" rIns="182875" wrap="square" tIns="182875">
            <a:noAutofit/>
          </a:bodyPr>
          <a:lstStyle/>
          <a:p>
            <a:pPr indent="0" lvl="0" marL="0" rtl="0" algn="l">
              <a:lnSpc>
                <a:spcPct val="115000"/>
              </a:lnSpc>
              <a:spcBef>
                <a:spcPts val="0"/>
              </a:spcBef>
              <a:spcAft>
                <a:spcPts val="0"/>
              </a:spcAft>
              <a:buSzPts val="900"/>
              <a:buNone/>
            </a:pPr>
            <a:r>
              <a:rPr lang="en"/>
              <a:t>Address lookup uses Google Maps, with a free fallback if the key or quota fails.</a:t>
            </a:r>
            <a:endParaRPr/>
          </a:p>
        </p:txBody>
      </p:sp>
      <p:sp>
        <p:nvSpPr>
          <p:cNvPr id="1277" name="Google Shape;1277;p128"/>
          <p:cNvSpPr txBox="1"/>
          <p:nvPr/>
        </p:nvSpPr>
        <p:spPr>
          <a:xfrm>
            <a:off x="1444190" y="2661836"/>
            <a:ext cx="500100" cy="356400"/>
          </a:xfrm>
          <a:prstGeom prst="rect">
            <a:avLst/>
          </a:prstGeom>
          <a:noFill/>
          <a:ln>
            <a:noFill/>
          </a:ln>
        </p:spPr>
        <p:txBody>
          <a:bodyPr anchorCtr="0" anchor="ctr" bIns="91425" lIns="91425" spcFirstLastPara="1" rIns="137150" wrap="square" tIns="91425">
            <a:noAutofit/>
          </a:bodyPr>
          <a:lstStyle/>
          <a:p>
            <a:pPr indent="-292100" lvl="0" marL="457200" marR="0" rtl="0" algn="r">
              <a:lnSpc>
                <a:spcPct val="100000"/>
              </a:lnSpc>
              <a:spcBef>
                <a:spcPts val="0"/>
              </a:spcBef>
              <a:spcAft>
                <a:spcPts val="0"/>
              </a:spcAft>
              <a:buClr>
                <a:schemeClr val="dk2"/>
              </a:buClr>
              <a:buSzPts val="1000"/>
              <a:buFont typeface="Poppins"/>
              <a:buChar char="➔"/>
            </a:pPr>
            <a:r>
              <a:t/>
            </a:r>
            <a:endParaRPr b="0" i="0" sz="1000" u="none" cap="none" strike="noStrike">
              <a:solidFill>
                <a:schemeClr val="dk2"/>
              </a:solidFill>
              <a:latin typeface="Poppins"/>
              <a:ea typeface="Poppins"/>
              <a:cs typeface="Poppins"/>
              <a:sym typeface="Poppins"/>
            </a:endParaRPr>
          </a:p>
        </p:txBody>
      </p:sp>
      <p:grpSp>
        <p:nvGrpSpPr>
          <p:cNvPr id="1278" name="Google Shape;1278;p128"/>
          <p:cNvGrpSpPr/>
          <p:nvPr/>
        </p:nvGrpSpPr>
        <p:grpSpPr>
          <a:xfrm>
            <a:off x="6219512" y="1474206"/>
            <a:ext cx="890968" cy="969576"/>
            <a:chOff x="6219512" y="1474206"/>
            <a:chExt cx="890968" cy="969576"/>
          </a:xfrm>
        </p:grpSpPr>
        <p:sp>
          <p:nvSpPr>
            <p:cNvPr id="1279" name="Google Shape;1279;p128"/>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28"/>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28"/>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2" name="Google Shape;1282;p128"/>
          <p:cNvSpPr txBox="1"/>
          <p:nvPr/>
        </p:nvSpPr>
        <p:spPr>
          <a:xfrm>
            <a:off x="3183065" y="2661836"/>
            <a:ext cx="500100" cy="356400"/>
          </a:xfrm>
          <a:prstGeom prst="rect">
            <a:avLst/>
          </a:prstGeom>
          <a:noFill/>
          <a:ln>
            <a:noFill/>
          </a:ln>
        </p:spPr>
        <p:txBody>
          <a:bodyPr anchorCtr="0" anchor="ctr" bIns="91425" lIns="91425" spcFirstLastPara="1" rIns="137150" wrap="square" tIns="91425">
            <a:noAutofit/>
          </a:bodyPr>
          <a:lstStyle/>
          <a:p>
            <a:pPr indent="-292100" lvl="0" marL="457200" marR="0" rtl="0" algn="r">
              <a:lnSpc>
                <a:spcPct val="100000"/>
              </a:lnSpc>
              <a:spcBef>
                <a:spcPts val="0"/>
              </a:spcBef>
              <a:spcAft>
                <a:spcPts val="0"/>
              </a:spcAft>
              <a:buClr>
                <a:schemeClr val="dk2"/>
              </a:buClr>
              <a:buSzPts val="1000"/>
              <a:buFont typeface="Poppins"/>
              <a:buChar char="➔"/>
            </a:pPr>
            <a:r>
              <a:t/>
            </a:r>
            <a:endParaRPr b="0" i="0" sz="1000" u="none" cap="none" strike="noStrike">
              <a:solidFill>
                <a:schemeClr val="dk2"/>
              </a:solidFill>
              <a:latin typeface="Poppins"/>
              <a:ea typeface="Poppins"/>
              <a:cs typeface="Poppins"/>
              <a:sym typeface="Poppins"/>
            </a:endParaRPr>
          </a:p>
        </p:txBody>
      </p:sp>
      <p:sp>
        <p:nvSpPr>
          <p:cNvPr id="1283" name="Google Shape;1283;p128"/>
          <p:cNvSpPr txBox="1"/>
          <p:nvPr/>
        </p:nvSpPr>
        <p:spPr>
          <a:xfrm>
            <a:off x="4921940" y="2661836"/>
            <a:ext cx="500100" cy="356400"/>
          </a:xfrm>
          <a:prstGeom prst="rect">
            <a:avLst/>
          </a:prstGeom>
          <a:noFill/>
          <a:ln>
            <a:noFill/>
          </a:ln>
        </p:spPr>
        <p:txBody>
          <a:bodyPr anchorCtr="0" anchor="ctr" bIns="91425" lIns="91425" spcFirstLastPara="1" rIns="137150" wrap="square" tIns="91425">
            <a:noAutofit/>
          </a:bodyPr>
          <a:lstStyle/>
          <a:p>
            <a:pPr indent="-292100" lvl="0" marL="457200" marR="0" rtl="0" algn="r">
              <a:lnSpc>
                <a:spcPct val="100000"/>
              </a:lnSpc>
              <a:spcBef>
                <a:spcPts val="0"/>
              </a:spcBef>
              <a:spcAft>
                <a:spcPts val="0"/>
              </a:spcAft>
              <a:buClr>
                <a:schemeClr val="dk2"/>
              </a:buClr>
              <a:buSzPts val="1000"/>
              <a:buFont typeface="Poppins"/>
              <a:buChar char="➔"/>
            </a:pPr>
            <a:r>
              <a:t/>
            </a:r>
            <a:endParaRPr b="0" i="0" sz="1000" u="none" cap="none" strike="noStrike">
              <a:solidFill>
                <a:schemeClr val="dk2"/>
              </a:solidFill>
              <a:latin typeface="Poppins"/>
              <a:ea typeface="Poppins"/>
              <a:cs typeface="Poppins"/>
              <a:sym typeface="Poppins"/>
            </a:endParaRPr>
          </a:p>
        </p:txBody>
      </p:sp>
      <p:sp>
        <p:nvSpPr>
          <p:cNvPr id="1284" name="Google Shape;1284;p128"/>
          <p:cNvSpPr txBox="1"/>
          <p:nvPr/>
        </p:nvSpPr>
        <p:spPr>
          <a:xfrm>
            <a:off x="6660815" y="2661836"/>
            <a:ext cx="500100" cy="356400"/>
          </a:xfrm>
          <a:prstGeom prst="rect">
            <a:avLst/>
          </a:prstGeom>
          <a:noFill/>
          <a:ln>
            <a:noFill/>
          </a:ln>
        </p:spPr>
        <p:txBody>
          <a:bodyPr anchorCtr="0" anchor="ctr" bIns="91425" lIns="91425" spcFirstLastPara="1" rIns="137150" wrap="square" tIns="91425">
            <a:noAutofit/>
          </a:bodyPr>
          <a:lstStyle/>
          <a:p>
            <a:pPr indent="-292100" lvl="0" marL="457200" marR="0" rtl="0" algn="r">
              <a:lnSpc>
                <a:spcPct val="100000"/>
              </a:lnSpc>
              <a:spcBef>
                <a:spcPts val="0"/>
              </a:spcBef>
              <a:spcAft>
                <a:spcPts val="0"/>
              </a:spcAft>
              <a:buClr>
                <a:schemeClr val="dk2"/>
              </a:buClr>
              <a:buSzPts val="1000"/>
              <a:buFont typeface="Poppins"/>
              <a:buChar char="➔"/>
            </a:pPr>
            <a:r>
              <a:t/>
            </a:r>
            <a:endParaRPr b="0" i="0" sz="1000" u="none" cap="none" strike="noStrike">
              <a:solidFill>
                <a:schemeClr val="dk2"/>
              </a:solidFill>
              <a:latin typeface="Poppins"/>
              <a:ea typeface="Poppins"/>
              <a:cs typeface="Poppins"/>
              <a:sym typeface="Poppins"/>
            </a:endParaRPr>
          </a:p>
        </p:txBody>
      </p:sp>
      <p:sp>
        <p:nvSpPr>
          <p:cNvPr id="1285" name="Google Shape;1285;p128"/>
          <p:cNvSpPr txBox="1"/>
          <p:nvPr/>
        </p:nvSpPr>
        <p:spPr>
          <a:xfrm>
            <a:off x="8399690" y="2661836"/>
            <a:ext cx="500100" cy="356400"/>
          </a:xfrm>
          <a:prstGeom prst="rect">
            <a:avLst/>
          </a:prstGeom>
          <a:noFill/>
          <a:ln>
            <a:noFill/>
          </a:ln>
        </p:spPr>
        <p:txBody>
          <a:bodyPr anchorCtr="0" anchor="ctr" bIns="91425" lIns="91425" spcFirstLastPara="1" rIns="137150" wrap="square" tIns="91425">
            <a:noAutofit/>
          </a:bodyPr>
          <a:lstStyle/>
          <a:p>
            <a:pPr indent="-292100" lvl="0" marL="457200" marR="0" rtl="0" algn="r">
              <a:lnSpc>
                <a:spcPct val="100000"/>
              </a:lnSpc>
              <a:spcBef>
                <a:spcPts val="0"/>
              </a:spcBef>
              <a:spcAft>
                <a:spcPts val="0"/>
              </a:spcAft>
              <a:buClr>
                <a:schemeClr val="dk2"/>
              </a:buClr>
              <a:buSzPts val="1000"/>
              <a:buFont typeface="Poppins"/>
              <a:buChar char="➔"/>
            </a:pPr>
            <a:r>
              <a:t/>
            </a:r>
            <a:endParaRPr b="0" i="0" sz="1000" u="none" cap="none" strike="noStrike">
              <a:solidFill>
                <a:schemeClr val="dk2"/>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grpSp>
        <p:nvGrpSpPr>
          <p:cNvPr id="1290" name="Google Shape;1290;p129"/>
          <p:cNvGrpSpPr/>
          <p:nvPr/>
        </p:nvGrpSpPr>
        <p:grpSpPr>
          <a:xfrm>
            <a:off x="-1" y="760310"/>
            <a:ext cx="4358410" cy="3487960"/>
            <a:chOff x="536925" y="238125"/>
            <a:chExt cx="6546125" cy="5238750"/>
          </a:xfrm>
        </p:grpSpPr>
        <p:sp>
          <p:nvSpPr>
            <p:cNvPr id="1291" name="Google Shape;1291;p129"/>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Nunito Sans"/>
                <a:ea typeface="Nunito Sans"/>
                <a:cs typeface="Nunito Sans"/>
                <a:sym typeface="Nunito Sans"/>
              </a:endParaRPr>
            </a:p>
          </p:txBody>
        </p:sp>
        <p:sp>
          <p:nvSpPr>
            <p:cNvPr id="1292" name="Google Shape;1292;p129"/>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Nunito Sans"/>
                <a:ea typeface="Nunito Sans"/>
                <a:cs typeface="Nunito Sans"/>
                <a:sym typeface="Nunito Sans"/>
              </a:endParaRPr>
            </a:p>
          </p:txBody>
        </p:sp>
        <p:sp>
          <p:nvSpPr>
            <p:cNvPr id="1293" name="Google Shape;1293;p129"/>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Nunito Sans"/>
                <a:ea typeface="Nunito Sans"/>
                <a:cs typeface="Nunito Sans"/>
                <a:sym typeface="Nunito Sans"/>
              </a:endParaRPr>
            </a:p>
          </p:txBody>
        </p:sp>
      </p:grpSp>
      <p:sp>
        <p:nvSpPr>
          <p:cNvPr id="1294" name="Google Shape;1294;p129"/>
          <p:cNvSpPr txBox="1"/>
          <p:nvPr>
            <p:ph idx="1" type="body"/>
          </p:nvPr>
        </p:nvSpPr>
        <p:spPr>
          <a:xfrm>
            <a:off x="4618950" y="1743378"/>
            <a:ext cx="4296600" cy="3063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The model scores 0.95 on rows it trained on and 0.91 on data it has never seen. That gap is normal for a model this flexible.</a:t>
            </a:r>
            <a:endParaRPr/>
          </a:p>
          <a:p>
            <a:pPr indent="0" lvl="0" marL="0" rtl="0" algn="l">
              <a:lnSpc>
                <a:spcPct val="100000"/>
              </a:lnSpc>
              <a:spcBef>
                <a:spcPts val="900"/>
              </a:spcBef>
              <a:spcAft>
                <a:spcPts val="0"/>
              </a:spcAft>
              <a:buSzPts val="1600"/>
              <a:buNone/>
            </a:pPr>
            <a:r>
              <a:rPr lang="en"/>
              <a:t>It was not a one-off. Retraining month by month across two years kept test R2 between 0.894 and 0.920, with no downward trend.</a:t>
            </a:r>
            <a:endParaRPr/>
          </a:p>
          <a:p>
            <a:pPr indent="0" lvl="0" marL="0" rtl="0" algn="l">
              <a:lnSpc>
                <a:spcPct val="100000"/>
              </a:lnSpc>
              <a:spcBef>
                <a:spcPts val="900"/>
              </a:spcBef>
              <a:spcAft>
                <a:spcPts val="0"/>
              </a:spcAft>
              <a:buSzPts val="1600"/>
              <a:buNone/>
            </a:pPr>
            <a:r>
              <a:rPr lang="en"/>
              <a:t>Winter months run 1 to 1.5 points worse on MAPE. That is seasonality, not decay.</a:t>
            </a:r>
            <a:endParaRPr/>
          </a:p>
        </p:txBody>
      </p:sp>
      <p:sp>
        <p:nvSpPr>
          <p:cNvPr id="1295" name="Google Shape;1295;p129"/>
          <p:cNvSpPr txBox="1"/>
          <p:nvPr>
            <p:ph type="title"/>
          </p:nvPr>
        </p:nvSpPr>
        <p:spPr>
          <a:xfrm>
            <a:off x="228600" y="1743378"/>
            <a:ext cx="4296600" cy="1662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a:t>Test R2 of 0.91 held up across 23 monthly retrains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30"/>
          <p:cNvSpPr txBox="1"/>
          <p:nvPr>
            <p:ph type="title"/>
          </p:nvPr>
        </p:nvSpPr>
        <p:spPr>
          <a:xfrm>
            <a:off x="228600" y="198364"/>
            <a:ext cx="2926200" cy="1680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SzPts val="5400"/>
              <a:buNone/>
            </a:pPr>
            <a:r>
              <a:rPr lang="en"/>
              <a:t>Next steps</a:t>
            </a:r>
            <a:endParaRPr/>
          </a:p>
        </p:txBody>
      </p:sp>
      <p:cxnSp>
        <p:nvCxnSpPr>
          <p:cNvPr id="1301" name="Google Shape;1301;p130"/>
          <p:cNvCxnSpPr/>
          <p:nvPr/>
        </p:nvCxnSpPr>
        <p:spPr>
          <a:xfrm>
            <a:off x="4856288" y="1667409"/>
            <a:ext cx="3961800" cy="0"/>
          </a:xfrm>
          <a:prstGeom prst="straightConnector1">
            <a:avLst/>
          </a:prstGeom>
          <a:noFill/>
          <a:ln cap="flat" cmpd="sng" w="9525">
            <a:solidFill>
              <a:schemeClr val="lt2"/>
            </a:solidFill>
            <a:prstDash val="solid"/>
            <a:round/>
            <a:headEnd len="sm" w="sm" type="none"/>
            <a:tailEnd len="sm" w="sm" type="none"/>
          </a:ln>
        </p:spPr>
      </p:cxnSp>
      <p:cxnSp>
        <p:nvCxnSpPr>
          <p:cNvPr id="1302" name="Google Shape;1302;p130"/>
          <p:cNvCxnSpPr/>
          <p:nvPr/>
        </p:nvCxnSpPr>
        <p:spPr>
          <a:xfrm>
            <a:off x="4856288" y="3026259"/>
            <a:ext cx="3961800" cy="0"/>
          </a:xfrm>
          <a:prstGeom prst="straightConnector1">
            <a:avLst/>
          </a:prstGeom>
          <a:noFill/>
          <a:ln cap="flat" cmpd="sng" w="9525">
            <a:solidFill>
              <a:schemeClr val="lt2"/>
            </a:solidFill>
            <a:prstDash val="solid"/>
            <a:round/>
            <a:headEnd len="sm" w="sm" type="none"/>
            <a:tailEnd len="sm" w="sm" type="none"/>
          </a:ln>
        </p:spPr>
      </p:cxnSp>
      <p:grpSp>
        <p:nvGrpSpPr>
          <p:cNvPr id="1303" name="Google Shape;1303;p130"/>
          <p:cNvGrpSpPr/>
          <p:nvPr/>
        </p:nvGrpSpPr>
        <p:grpSpPr>
          <a:xfrm rot="2218824">
            <a:off x="2101130" y="701468"/>
            <a:ext cx="1067482" cy="496270"/>
            <a:chOff x="1239432" y="2293258"/>
            <a:chExt cx="166309" cy="77309"/>
          </a:xfrm>
        </p:grpSpPr>
        <p:sp>
          <p:nvSpPr>
            <p:cNvPr id="1304" name="Google Shape;1304;p130"/>
            <p:cNvSpPr/>
            <p:nvPr/>
          </p:nvSpPr>
          <p:spPr>
            <a:xfrm>
              <a:off x="1239432" y="2295871"/>
              <a:ext cx="166309" cy="74696"/>
            </a:xfrm>
            <a:custGeom>
              <a:rect b="b" l="l" r="r" t="t"/>
              <a:pathLst>
                <a:path extrusionOk="0" fill="none" h="1744" w="3883">
                  <a:moveTo>
                    <a:pt x="0" y="1420"/>
                  </a:moveTo>
                  <a:cubicBezTo>
                    <a:pt x="462" y="1126"/>
                    <a:pt x="912" y="851"/>
                    <a:pt x="1468" y="790"/>
                  </a:cubicBezTo>
                  <a:cubicBezTo>
                    <a:pt x="1812" y="752"/>
                    <a:pt x="2204" y="794"/>
                    <a:pt x="2498" y="989"/>
                  </a:cubicBezTo>
                  <a:cubicBezTo>
                    <a:pt x="2624" y="1069"/>
                    <a:pt x="2761" y="1202"/>
                    <a:pt x="2746" y="1370"/>
                  </a:cubicBezTo>
                  <a:cubicBezTo>
                    <a:pt x="2735" y="1511"/>
                    <a:pt x="2605" y="1641"/>
                    <a:pt x="2479" y="1694"/>
                  </a:cubicBezTo>
                  <a:cubicBezTo>
                    <a:pt x="2410" y="1729"/>
                    <a:pt x="2307" y="1744"/>
                    <a:pt x="2258" y="1671"/>
                  </a:cubicBezTo>
                  <a:cubicBezTo>
                    <a:pt x="2128" y="1496"/>
                    <a:pt x="2353" y="1191"/>
                    <a:pt x="2449" y="1057"/>
                  </a:cubicBezTo>
                  <a:cubicBezTo>
                    <a:pt x="2807" y="558"/>
                    <a:pt x="3330" y="234"/>
                    <a:pt x="3883"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1305" name="Google Shape;1305;p130"/>
            <p:cNvSpPr/>
            <p:nvPr/>
          </p:nvSpPr>
          <p:spPr>
            <a:xfrm>
              <a:off x="1397510" y="2296856"/>
              <a:ext cx="7238" cy="15890"/>
            </a:xfrm>
            <a:custGeom>
              <a:rect b="b" l="l" r="r" t="t"/>
              <a:pathLst>
                <a:path extrusionOk="0" fill="none" h="371" w="169">
                  <a:moveTo>
                    <a:pt x="169" y="1"/>
                  </a:moveTo>
                  <a:cubicBezTo>
                    <a:pt x="100" y="108"/>
                    <a:pt x="1" y="237"/>
                    <a:pt x="39" y="37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sp>
          <p:nvSpPr>
            <p:cNvPr id="1306" name="Google Shape;1306;p130"/>
            <p:cNvSpPr/>
            <p:nvPr/>
          </p:nvSpPr>
          <p:spPr>
            <a:xfrm>
              <a:off x="1385775" y="2293258"/>
              <a:ext cx="19488" cy="2655"/>
            </a:xfrm>
            <a:custGeom>
              <a:rect b="b" l="l" r="r" t="t"/>
              <a:pathLst>
                <a:path extrusionOk="0" fill="none" h="62" w="455">
                  <a:moveTo>
                    <a:pt x="454" y="62"/>
                  </a:moveTo>
                  <a:cubicBezTo>
                    <a:pt x="298" y="58"/>
                    <a:pt x="157" y="28"/>
                    <a:pt x="0"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Sans"/>
                <a:ea typeface="Nunito Sans"/>
                <a:cs typeface="Nunito Sans"/>
                <a:sym typeface="Nunito Sans"/>
              </a:endParaRPr>
            </a:p>
          </p:txBody>
        </p:sp>
      </p:grpSp>
      <p:sp>
        <p:nvSpPr>
          <p:cNvPr id="1307" name="Google Shape;1307;p130"/>
          <p:cNvSpPr/>
          <p:nvPr/>
        </p:nvSpPr>
        <p:spPr>
          <a:xfrm>
            <a:off x="4819600" y="5629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Poppins SemiBold"/>
                <a:ea typeface="Poppins SemiBold"/>
                <a:cs typeface="Poppins SemiBold"/>
                <a:sym typeface="Poppins SemiBold"/>
              </a:rPr>
              <a:t>Retrain</a:t>
            </a:r>
            <a:endParaRPr b="0" i="0" sz="900" u="none" cap="none" strike="noStrike">
              <a:solidFill>
                <a:schemeClr val="dk2"/>
              </a:solidFill>
              <a:latin typeface="Poppins SemiBold"/>
              <a:ea typeface="Poppins SemiBold"/>
              <a:cs typeface="Poppins SemiBold"/>
              <a:sym typeface="Poppins SemiBold"/>
            </a:endParaRPr>
          </a:p>
        </p:txBody>
      </p:sp>
      <p:sp>
        <p:nvSpPr>
          <p:cNvPr id="1308" name="Google Shape;1308;p130"/>
          <p:cNvSpPr/>
          <p:nvPr/>
        </p:nvSpPr>
        <p:spPr>
          <a:xfrm>
            <a:off x="4819600" y="192180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Poppins SemiBold"/>
                <a:ea typeface="Poppins SemiBold"/>
                <a:cs typeface="Poppins SemiBold"/>
                <a:sym typeface="Poppins SemiBold"/>
              </a:rPr>
              <a:t>Document</a:t>
            </a:r>
            <a:endParaRPr b="0" i="0" sz="900" u="none" cap="none" strike="noStrike">
              <a:solidFill>
                <a:schemeClr val="dk2"/>
              </a:solidFill>
              <a:latin typeface="Poppins SemiBold"/>
              <a:ea typeface="Poppins SemiBold"/>
              <a:cs typeface="Poppins SemiBold"/>
              <a:sym typeface="Poppins SemiBold"/>
            </a:endParaRPr>
          </a:p>
        </p:txBody>
      </p:sp>
      <p:sp>
        <p:nvSpPr>
          <p:cNvPr id="1309" name="Google Shape;1309;p130"/>
          <p:cNvSpPr/>
          <p:nvPr/>
        </p:nvSpPr>
        <p:spPr>
          <a:xfrm>
            <a:off x="4819600" y="3280650"/>
            <a:ext cx="9477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Poppins SemiBold"/>
                <a:ea typeface="Poppins SemiBold"/>
                <a:cs typeface="Poppins SemiBold"/>
                <a:sym typeface="Poppins SemiBold"/>
              </a:rPr>
              <a:t>Share</a:t>
            </a:r>
            <a:endParaRPr b="0" i="0" sz="900" u="none" cap="none" strike="noStrike">
              <a:solidFill>
                <a:schemeClr val="dk2"/>
              </a:solidFill>
              <a:latin typeface="Poppins SemiBold"/>
              <a:ea typeface="Poppins SemiBold"/>
              <a:cs typeface="Poppins SemiBold"/>
              <a:sym typeface="Poppins SemiBold"/>
            </a:endParaRPr>
          </a:p>
        </p:txBody>
      </p:sp>
      <p:sp>
        <p:nvSpPr>
          <p:cNvPr id="1310" name="Google Shape;1310;p130"/>
          <p:cNvSpPr txBox="1"/>
          <p:nvPr>
            <p:ph idx="1" type="body"/>
          </p:nvPr>
        </p:nvSpPr>
        <p:spPr>
          <a:xfrm>
            <a:off x="4819600" y="3701256"/>
            <a:ext cx="4095900" cy="58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app is live on Streamlit Cloud and open to anyone on the team.</a:t>
            </a:r>
            <a:endParaRPr/>
          </a:p>
        </p:txBody>
      </p:sp>
      <p:sp>
        <p:nvSpPr>
          <p:cNvPr id="1311" name="Google Shape;1311;p130"/>
          <p:cNvSpPr txBox="1"/>
          <p:nvPr>
            <p:ph idx="2" type="body"/>
          </p:nvPr>
        </p:nvSpPr>
        <p:spPr>
          <a:xfrm>
            <a:off x="4819600" y="2342406"/>
            <a:ext cx="4095900" cy="58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README documents every result, including the parts that are not yet verified.</a:t>
            </a:r>
            <a:endParaRPr/>
          </a:p>
        </p:txBody>
      </p:sp>
      <p:sp>
        <p:nvSpPr>
          <p:cNvPr id="1312" name="Google Shape;1312;p130"/>
          <p:cNvSpPr txBox="1"/>
          <p:nvPr>
            <p:ph idx="3" type="body"/>
          </p:nvPr>
        </p:nvSpPr>
        <p:spPr>
          <a:xfrm>
            <a:off x="4819600" y="983556"/>
            <a:ext cx="4095900" cy="58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Retrain monthly. The walk-forward test showed winter months run slightly worse, so refresh rather than deploy once.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31"/>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a:p>
            <a:pPr indent="0" lvl="0" marL="0" rtl="0" algn="ctr">
              <a:spcBef>
                <a:spcPts val="0"/>
              </a:spcBef>
              <a:spcAft>
                <a:spcPts val="0"/>
              </a:spcAft>
              <a:buNone/>
            </a:pPr>
            <a:r>
              <a:t/>
            </a:r>
            <a:endParaRPr/>
          </a:p>
        </p:txBody>
      </p:sp>
      <p:sp>
        <p:nvSpPr>
          <p:cNvPr id="1318" name="Google Shape;1318;p131"/>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32"/>
          <p:cNvSpPr txBox="1"/>
          <p:nvPr/>
        </p:nvSpPr>
        <p:spPr>
          <a:xfrm>
            <a:off x="1949550" y="1288925"/>
            <a:ext cx="5151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Nunito Sans"/>
                <a:ea typeface="Nunito Sans"/>
                <a:cs typeface="Nunito Sans"/>
                <a:sym typeface="Nunito Sans"/>
              </a:rPr>
              <a:t>SLIDES PAST THIS ARE SLIDE TEMPLATES FOR ANYONE ELSE TO USE</a:t>
            </a:r>
            <a:endParaRPr sz="3600">
              <a:solidFill>
                <a:schemeClr val="dk1"/>
              </a:solidFill>
              <a:latin typeface="Nunito Sans"/>
              <a:ea typeface="Nunito Sans"/>
              <a:cs typeface="Nunito Sans"/>
              <a:sym typeface="Nuni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33"/>
          <p:cNvSpPr/>
          <p:nvPr/>
        </p:nvSpPr>
        <p:spPr>
          <a:xfrm>
            <a:off x="1238400" y="957275"/>
            <a:ext cx="2424900" cy="241500"/>
          </a:xfrm>
          <a:prstGeom prst="roundRect">
            <a:avLst>
              <a:gd fmla="val 50000" name="adj"/>
            </a:avLst>
          </a:prstGeom>
          <a:solidFill>
            <a:schemeClr val="accent4"/>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1329" name="Google Shape;1329;p133"/>
          <p:cNvSpPr/>
          <p:nvPr/>
        </p:nvSpPr>
        <p:spPr>
          <a:xfrm>
            <a:off x="3833097" y="957275"/>
            <a:ext cx="2424900" cy="241500"/>
          </a:xfrm>
          <a:prstGeom prst="roundRect">
            <a:avLst>
              <a:gd fmla="val 50000" name="adj"/>
            </a:avLst>
          </a:prstGeom>
          <a:solidFill>
            <a:schemeClr val="accen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1330" name="Google Shape;1330;p133"/>
          <p:cNvSpPr/>
          <p:nvPr/>
        </p:nvSpPr>
        <p:spPr>
          <a:xfrm>
            <a:off x="6427794" y="957275"/>
            <a:ext cx="2424900" cy="2415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1331" name="Google Shape;1331;p133"/>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journey</a:t>
            </a:r>
            <a:endParaRPr/>
          </a:p>
        </p:txBody>
      </p:sp>
      <p:sp>
        <p:nvSpPr>
          <p:cNvPr id="1332" name="Google Shape;1332;p133"/>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Pain points</a:t>
            </a:r>
            <a:endParaRPr/>
          </a:p>
        </p:txBody>
      </p:sp>
      <p:sp>
        <p:nvSpPr>
          <p:cNvPr id="1333" name="Google Shape;1333;p133"/>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Emotions</a:t>
            </a:r>
            <a:endParaRPr/>
          </a:p>
        </p:txBody>
      </p:sp>
      <p:sp>
        <p:nvSpPr>
          <p:cNvPr id="1334" name="Google Shape;1334;p133"/>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Actions</a:t>
            </a:r>
            <a:endParaRPr/>
          </a:p>
        </p:txBody>
      </p:sp>
      <p:sp>
        <p:nvSpPr>
          <p:cNvPr id="1335" name="Google Shape;1335;p133"/>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Stages</a:t>
            </a:r>
            <a:endParaRPr/>
          </a:p>
        </p:txBody>
      </p:sp>
      <p:sp>
        <p:nvSpPr>
          <p:cNvPr id="1336" name="Google Shape;1336;p133"/>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Touch points</a:t>
            </a:r>
            <a:endParaRPr/>
          </a:p>
        </p:txBody>
      </p:sp>
      <p:sp>
        <p:nvSpPr>
          <p:cNvPr id="1337" name="Google Shape;1337;p133"/>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Opportunities</a:t>
            </a:r>
            <a:endParaRPr/>
          </a:p>
        </p:txBody>
      </p:sp>
      <p:sp>
        <p:nvSpPr>
          <p:cNvPr id="1338" name="Google Shape;1338;p133"/>
          <p:cNvSpPr txBox="1"/>
          <p:nvPr>
            <p:ph idx="15" type="body"/>
          </p:nvPr>
        </p:nvSpPr>
        <p:spPr>
          <a:xfrm>
            <a:off x="1238400" y="418970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In what ways can you improve the customer experience?</a:t>
            </a:r>
            <a:endParaRPr/>
          </a:p>
          <a:p>
            <a:pPr indent="-132715" lvl="0" marL="137160" rtl="0" algn="l">
              <a:spcBef>
                <a:spcPts val="0"/>
              </a:spcBef>
              <a:spcAft>
                <a:spcPts val="0"/>
              </a:spcAft>
              <a:buSzPts val="650"/>
              <a:buChar char="●"/>
            </a:pPr>
            <a:r>
              <a:rPr lang="en"/>
              <a:t>In what ways can you improve the customer experience?</a:t>
            </a:r>
            <a:endParaRPr/>
          </a:p>
          <a:p>
            <a:pPr indent="-132715" lvl="0" marL="137160" rtl="0" algn="l">
              <a:spcBef>
                <a:spcPts val="0"/>
              </a:spcBef>
              <a:spcAft>
                <a:spcPts val="0"/>
              </a:spcAft>
              <a:buSzPts val="650"/>
              <a:buChar char="●"/>
            </a:pPr>
            <a:r>
              <a:rPr lang="en"/>
              <a:t>In what ways can you improve the customer experience?</a:t>
            </a:r>
            <a:endParaRPr/>
          </a:p>
        </p:txBody>
      </p:sp>
      <p:sp>
        <p:nvSpPr>
          <p:cNvPr id="1339" name="Google Shape;1339;p133"/>
          <p:cNvSpPr txBox="1"/>
          <p:nvPr>
            <p:ph idx="16" type="body"/>
          </p:nvPr>
        </p:nvSpPr>
        <p:spPr>
          <a:xfrm>
            <a:off x="1238400" y="350285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Where do customers interact with your product or service?</a:t>
            </a:r>
            <a:endParaRPr/>
          </a:p>
          <a:p>
            <a:pPr indent="-132715" lvl="0" marL="137160" rtl="0" algn="l">
              <a:spcBef>
                <a:spcPts val="0"/>
              </a:spcBef>
              <a:spcAft>
                <a:spcPts val="0"/>
              </a:spcAft>
              <a:buSzPts val="650"/>
              <a:buChar char="●"/>
            </a:pPr>
            <a:r>
              <a:rPr lang="en"/>
              <a:t>Where do customers interact with your product or service?</a:t>
            </a:r>
            <a:endParaRPr/>
          </a:p>
          <a:p>
            <a:pPr indent="-132715" lvl="0" marL="137160" rtl="0" algn="l">
              <a:spcBef>
                <a:spcPts val="0"/>
              </a:spcBef>
              <a:spcAft>
                <a:spcPts val="0"/>
              </a:spcAft>
              <a:buSzPts val="650"/>
              <a:buChar char="●"/>
            </a:pPr>
            <a:r>
              <a:rPr lang="en"/>
              <a:t>Where do customers interact with your product or service?</a:t>
            </a:r>
            <a:endParaRPr/>
          </a:p>
        </p:txBody>
      </p:sp>
      <p:sp>
        <p:nvSpPr>
          <p:cNvPr id="1340" name="Google Shape;1340;p133"/>
          <p:cNvSpPr txBox="1"/>
          <p:nvPr>
            <p:ph idx="17" type="body"/>
          </p:nvPr>
        </p:nvSpPr>
        <p:spPr>
          <a:xfrm>
            <a:off x="1238400" y="281600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What challenges or frustrations do they encounter?</a:t>
            </a:r>
            <a:endParaRPr/>
          </a:p>
          <a:p>
            <a:pPr indent="-132715" lvl="0" marL="137160" rtl="0" algn="l">
              <a:spcBef>
                <a:spcPts val="0"/>
              </a:spcBef>
              <a:spcAft>
                <a:spcPts val="0"/>
              </a:spcAft>
              <a:buSzPts val="650"/>
              <a:buChar char="●"/>
            </a:pPr>
            <a:r>
              <a:rPr lang="en"/>
              <a:t>What challenges or frustrations do they encounter?</a:t>
            </a:r>
            <a:endParaRPr/>
          </a:p>
          <a:p>
            <a:pPr indent="-132715" lvl="0" marL="137160" rtl="0" algn="l">
              <a:spcBef>
                <a:spcPts val="0"/>
              </a:spcBef>
              <a:spcAft>
                <a:spcPts val="0"/>
              </a:spcAft>
              <a:buSzPts val="650"/>
              <a:buChar char="●"/>
            </a:pPr>
            <a:r>
              <a:rPr lang="en"/>
              <a:t>What challenges or frustrations do they encounter?</a:t>
            </a:r>
            <a:endParaRPr/>
          </a:p>
        </p:txBody>
      </p:sp>
      <p:sp>
        <p:nvSpPr>
          <p:cNvPr id="1341" name="Google Shape;1341;p133"/>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specific actions do customers execute during this stage?</a:t>
            </a:r>
            <a:endParaRPr/>
          </a:p>
        </p:txBody>
      </p:sp>
      <p:sp>
        <p:nvSpPr>
          <p:cNvPr id="1342" name="Google Shape;1342;p133"/>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specific actions do customers execute during this stage?</a:t>
            </a:r>
            <a:endParaRPr/>
          </a:p>
        </p:txBody>
      </p:sp>
      <p:sp>
        <p:nvSpPr>
          <p:cNvPr id="1343" name="Google Shape;1343;p133"/>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a:t>Stage 1</a:t>
            </a:r>
            <a:endParaRPr/>
          </a:p>
        </p:txBody>
      </p:sp>
      <p:sp>
        <p:nvSpPr>
          <p:cNvPr id="1344" name="Google Shape;1344;p133"/>
          <p:cNvSpPr txBox="1"/>
          <p:nvPr>
            <p:ph idx="9" type="body"/>
          </p:nvPr>
        </p:nvSpPr>
        <p:spPr>
          <a:xfrm>
            <a:off x="3849525" y="418970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In what ways can you improve the customer experience?</a:t>
            </a:r>
            <a:endParaRPr/>
          </a:p>
          <a:p>
            <a:pPr indent="-132715" lvl="0" marL="137160" rtl="0" algn="l">
              <a:spcBef>
                <a:spcPts val="0"/>
              </a:spcBef>
              <a:spcAft>
                <a:spcPts val="0"/>
              </a:spcAft>
              <a:buSzPts val="650"/>
              <a:buChar char="●"/>
            </a:pPr>
            <a:r>
              <a:rPr lang="en"/>
              <a:t>In what ways can you improve the customer experience?</a:t>
            </a:r>
            <a:endParaRPr/>
          </a:p>
          <a:p>
            <a:pPr indent="-132715" lvl="0" marL="137160" rtl="0" algn="l">
              <a:spcBef>
                <a:spcPts val="0"/>
              </a:spcBef>
              <a:spcAft>
                <a:spcPts val="0"/>
              </a:spcAft>
              <a:buSzPts val="650"/>
              <a:buChar char="●"/>
            </a:pPr>
            <a:r>
              <a:rPr lang="en"/>
              <a:t>In what ways can you improve the customer experience?</a:t>
            </a:r>
            <a:endParaRPr/>
          </a:p>
        </p:txBody>
      </p:sp>
      <p:sp>
        <p:nvSpPr>
          <p:cNvPr id="1345" name="Google Shape;1345;p133"/>
          <p:cNvSpPr txBox="1"/>
          <p:nvPr>
            <p:ph idx="13" type="body"/>
          </p:nvPr>
        </p:nvSpPr>
        <p:spPr>
          <a:xfrm>
            <a:off x="3849525" y="3502850"/>
            <a:ext cx="2479500" cy="6300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Where do customers interact with your product or service?</a:t>
            </a:r>
            <a:endParaRPr/>
          </a:p>
          <a:p>
            <a:pPr indent="-132715" lvl="0" marL="137160" rtl="0" algn="l">
              <a:spcBef>
                <a:spcPts val="0"/>
              </a:spcBef>
              <a:spcAft>
                <a:spcPts val="0"/>
              </a:spcAft>
              <a:buSzPts val="650"/>
              <a:buChar char="●"/>
            </a:pPr>
            <a:r>
              <a:rPr lang="en"/>
              <a:t>Where do customers interact with your product or service?</a:t>
            </a:r>
            <a:endParaRPr/>
          </a:p>
          <a:p>
            <a:pPr indent="-132715" lvl="0" marL="137160" rtl="0" algn="l">
              <a:spcBef>
                <a:spcPts val="0"/>
              </a:spcBef>
              <a:spcAft>
                <a:spcPts val="0"/>
              </a:spcAft>
              <a:buSzPts val="650"/>
              <a:buChar char="●"/>
            </a:pPr>
            <a:r>
              <a:rPr lang="en"/>
              <a:t>Where do customers interact with your product or service?</a:t>
            </a:r>
            <a:endParaRPr/>
          </a:p>
          <a:p>
            <a:pPr indent="0" lvl="0" marL="457200" rtl="0" algn="l">
              <a:spcBef>
                <a:spcPts val="0"/>
              </a:spcBef>
              <a:spcAft>
                <a:spcPts val="0"/>
              </a:spcAft>
              <a:buNone/>
            </a:pPr>
            <a:r>
              <a:t/>
            </a:r>
            <a:endParaRPr/>
          </a:p>
        </p:txBody>
      </p:sp>
      <p:sp>
        <p:nvSpPr>
          <p:cNvPr id="1346" name="Google Shape;1346;p133"/>
          <p:cNvSpPr txBox="1"/>
          <p:nvPr>
            <p:ph idx="14" type="body"/>
          </p:nvPr>
        </p:nvSpPr>
        <p:spPr>
          <a:xfrm>
            <a:off x="3849525" y="281600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What challenges or frustrations do they encounter?</a:t>
            </a:r>
            <a:endParaRPr/>
          </a:p>
          <a:p>
            <a:pPr indent="-132715" lvl="0" marL="137160" rtl="0" algn="l">
              <a:spcBef>
                <a:spcPts val="0"/>
              </a:spcBef>
              <a:spcAft>
                <a:spcPts val="0"/>
              </a:spcAft>
              <a:buSzPts val="650"/>
              <a:buChar char="●"/>
            </a:pPr>
            <a:r>
              <a:rPr lang="en"/>
              <a:t>What challenges or frustrations do they encounter?</a:t>
            </a:r>
            <a:endParaRPr/>
          </a:p>
          <a:p>
            <a:pPr indent="-132715" lvl="0" marL="137160" rtl="0" algn="l">
              <a:spcBef>
                <a:spcPts val="0"/>
              </a:spcBef>
              <a:spcAft>
                <a:spcPts val="0"/>
              </a:spcAft>
              <a:buSzPts val="650"/>
              <a:buChar char="●"/>
            </a:pPr>
            <a:r>
              <a:rPr lang="en"/>
              <a:t>What challenges or frustrations do they encounter?</a:t>
            </a:r>
            <a:endParaRPr/>
          </a:p>
        </p:txBody>
      </p:sp>
      <p:sp>
        <p:nvSpPr>
          <p:cNvPr id="1347" name="Google Shape;1347;p133"/>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specific actions do customers execute during this stage?</a:t>
            </a:r>
            <a:endParaRPr/>
          </a:p>
        </p:txBody>
      </p:sp>
      <p:sp>
        <p:nvSpPr>
          <p:cNvPr id="1348" name="Google Shape;1348;p133"/>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specific actions do customers execute during this stage?</a:t>
            </a:r>
            <a:endParaRPr/>
          </a:p>
        </p:txBody>
      </p:sp>
      <p:sp>
        <p:nvSpPr>
          <p:cNvPr id="1349" name="Google Shape;1349;p133"/>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a:t>Stage 2</a:t>
            </a:r>
            <a:endParaRPr/>
          </a:p>
        </p:txBody>
      </p:sp>
      <p:sp>
        <p:nvSpPr>
          <p:cNvPr id="1350" name="Google Shape;1350;p133"/>
          <p:cNvSpPr txBox="1"/>
          <p:nvPr>
            <p:ph idx="26" type="body"/>
          </p:nvPr>
        </p:nvSpPr>
        <p:spPr>
          <a:xfrm>
            <a:off x="6431950" y="418970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In what ways can you improve the customer experience?</a:t>
            </a:r>
            <a:endParaRPr/>
          </a:p>
          <a:p>
            <a:pPr indent="-132715" lvl="0" marL="137160" rtl="0" algn="l">
              <a:spcBef>
                <a:spcPts val="0"/>
              </a:spcBef>
              <a:spcAft>
                <a:spcPts val="0"/>
              </a:spcAft>
              <a:buSzPts val="650"/>
              <a:buChar char="●"/>
            </a:pPr>
            <a:r>
              <a:rPr lang="en"/>
              <a:t>In what ways can you improve the customer experience?</a:t>
            </a:r>
            <a:endParaRPr/>
          </a:p>
          <a:p>
            <a:pPr indent="-132715" lvl="0" marL="137160" rtl="0" algn="l">
              <a:spcBef>
                <a:spcPts val="0"/>
              </a:spcBef>
              <a:spcAft>
                <a:spcPts val="0"/>
              </a:spcAft>
              <a:buSzPts val="650"/>
              <a:buChar char="●"/>
            </a:pPr>
            <a:r>
              <a:rPr lang="en"/>
              <a:t>In what ways can you improve the customer experience?</a:t>
            </a:r>
            <a:endParaRPr/>
          </a:p>
        </p:txBody>
      </p:sp>
      <p:sp>
        <p:nvSpPr>
          <p:cNvPr id="1351" name="Google Shape;1351;p133"/>
          <p:cNvSpPr txBox="1"/>
          <p:nvPr>
            <p:ph idx="7" type="body"/>
          </p:nvPr>
        </p:nvSpPr>
        <p:spPr>
          <a:xfrm>
            <a:off x="6431950" y="350285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Where do customers interact with your product or service?</a:t>
            </a:r>
            <a:endParaRPr/>
          </a:p>
          <a:p>
            <a:pPr indent="-132715" lvl="0" marL="137160" rtl="0" algn="l">
              <a:spcBef>
                <a:spcPts val="0"/>
              </a:spcBef>
              <a:spcAft>
                <a:spcPts val="0"/>
              </a:spcAft>
              <a:buSzPts val="650"/>
              <a:buChar char="●"/>
            </a:pPr>
            <a:r>
              <a:rPr lang="en"/>
              <a:t>Where do customers interact with your product or service?</a:t>
            </a:r>
            <a:endParaRPr/>
          </a:p>
          <a:p>
            <a:pPr indent="-132715" lvl="0" marL="137160" rtl="0" algn="l">
              <a:spcBef>
                <a:spcPts val="0"/>
              </a:spcBef>
              <a:spcAft>
                <a:spcPts val="0"/>
              </a:spcAft>
              <a:buSzPts val="650"/>
              <a:buChar char="●"/>
            </a:pPr>
            <a:r>
              <a:rPr lang="en"/>
              <a:t>Where do customers interact with your product or service?</a:t>
            </a:r>
            <a:endParaRPr/>
          </a:p>
        </p:txBody>
      </p:sp>
      <p:sp>
        <p:nvSpPr>
          <p:cNvPr id="1352" name="Google Shape;1352;p133"/>
          <p:cNvSpPr txBox="1"/>
          <p:nvPr>
            <p:ph idx="8" type="body"/>
          </p:nvPr>
        </p:nvSpPr>
        <p:spPr>
          <a:xfrm>
            <a:off x="6431950" y="2816000"/>
            <a:ext cx="2479500" cy="514800"/>
          </a:xfrm>
          <a:prstGeom prst="rect">
            <a:avLst/>
          </a:prstGeom>
        </p:spPr>
        <p:txBody>
          <a:bodyPr anchorCtr="0" anchor="t" bIns="91425" lIns="91425" spcFirstLastPara="1" rIns="91425" wrap="square" tIns="91425">
            <a:spAutoFit/>
          </a:bodyPr>
          <a:lstStyle/>
          <a:p>
            <a:pPr indent="-132715" lvl="0" marL="137160" rtl="0" algn="l">
              <a:spcBef>
                <a:spcPts val="0"/>
              </a:spcBef>
              <a:spcAft>
                <a:spcPts val="0"/>
              </a:spcAft>
              <a:buSzPts val="650"/>
              <a:buChar char="●"/>
            </a:pPr>
            <a:r>
              <a:rPr lang="en"/>
              <a:t>What challenges or frustrations do they encounter?</a:t>
            </a:r>
            <a:endParaRPr/>
          </a:p>
          <a:p>
            <a:pPr indent="-132715" lvl="0" marL="137160" rtl="0" algn="l">
              <a:spcBef>
                <a:spcPts val="0"/>
              </a:spcBef>
              <a:spcAft>
                <a:spcPts val="0"/>
              </a:spcAft>
              <a:buSzPts val="650"/>
              <a:buChar char="●"/>
            </a:pPr>
            <a:r>
              <a:rPr lang="en"/>
              <a:t>What challenges or frustrations do they encounter?</a:t>
            </a:r>
            <a:endParaRPr/>
          </a:p>
          <a:p>
            <a:pPr indent="-132715" lvl="0" marL="137160" rtl="0" algn="l">
              <a:spcBef>
                <a:spcPts val="0"/>
              </a:spcBef>
              <a:spcAft>
                <a:spcPts val="0"/>
              </a:spcAft>
              <a:buSzPts val="650"/>
              <a:buChar char="●"/>
            </a:pPr>
            <a:r>
              <a:rPr lang="en"/>
              <a:t>What challenges or frustrations do they encounter?</a:t>
            </a:r>
            <a:endParaRPr/>
          </a:p>
        </p:txBody>
      </p:sp>
      <p:sp>
        <p:nvSpPr>
          <p:cNvPr id="1353" name="Google Shape;1353;p133"/>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specific actions do customers execute during this stage?</a:t>
            </a:r>
            <a:endParaRPr/>
          </a:p>
        </p:txBody>
      </p:sp>
      <p:sp>
        <p:nvSpPr>
          <p:cNvPr id="1354" name="Google Shape;1354;p133"/>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specific actions do customers execute during this stage?</a:t>
            </a:r>
            <a:endParaRPr/>
          </a:p>
        </p:txBody>
      </p:sp>
      <p:sp>
        <p:nvSpPr>
          <p:cNvPr id="1355" name="Google Shape;1355;p133"/>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a:t>Stage 3</a:t>
            </a:r>
            <a:endParaRPr/>
          </a:p>
        </p:txBody>
      </p:sp>
      <p:grpSp>
        <p:nvGrpSpPr>
          <p:cNvPr id="1356" name="Google Shape;1356;p133"/>
          <p:cNvGrpSpPr/>
          <p:nvPr/>
        </p:nvGrpSpPr>
        <p:grpSpPr>
          <a:xfrm>
            <a:off x="3676125" y="303863"/>
            <a:ext cx="543525" cy="265250"/>
            <a:chOff x="3195113" y="380063"/>
            <a:chExt cx="543525" cy="265250"/>
          </a:xfrm>
        </p:grpSpPr>
        <p:cxnSp>
          <p:nvCxnSpPr>
            <p:cNvPr id="1357" name="Google Shape;1357;p133"/>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1358" name="Google Shape;1358;p133"/>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1359" name="Google Shape;1359;p133"/>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grpSp>
        <p:nvGrpSpPr>
          <p:cNvPr id="1360" name="Google Shape;1360;p133"/>
          <p:cNvGrpSpPr/>
          <p:nvPr/>
        </p:nvGrpSpPr>
        <p:grpSpPr>
          <a:xfrm>
            <a:off x="1228638" y="2038474"/>
            <a:ext cx="7580509" cy="610800"/>
            <a:chOff x="1224000" y="2038475"/>
            <a:chExt cx="7595700" cy="610800"/>
          </a:xfrm>
        </p:grpSpPr>
        <p:cxnSp>
          <p:nvCxnSpPr>
            <p:cNvPr id="1361" name="Google Shape;1361;p133"/>
            <p:cNvCxnSpPr/>
            <p:nvPr/>
          </p:nvCxnSpPr>
          <p:spPr>
            <a:xfrm>
              <a:off x="1224000" y="2496575"/>
              <a:ext cx="7595700" cy="0"/>
            </a:xfrm>
            <a:prstGeom prst="straightConnector1">
              <a:avLst/>
            </a:prstGeom>
            <a:noFill/>
            <a:ln cap="flat" cmpd="sng" w="9525">
              <a:solidFill>
                <a:schemeClr val="accent1"/>
              </a:solidFill>
              <a:prstDash val="dot"/>
              <a:round/>
              <a:headEnd len="med" w="med" type="none"/>
              <a:tailEnd len="med" w="med" type="none"/>
            </a:ln>
          </p:spPr>
        </p:cxnSp>
        <p:cxnSp>
          <p:nvCxnSpPr>
            <p:cNvPr id="1362" name="Google Shape;1362;p133"/>
            <p:cNvCxnSpPr/>
            <p:nvPr/>
          </p:nvCxnSpPr>
          <p:spPr>
            <a:xfrm>
              <a:off x="1224000" y="2343875"/>
              <a:ext cx="7595700" cy="0"/>
            </a:xfrm>
            <a:prstGeom prst="straightConnector1">
              <a:avLst/>
            </a:prstGeom>
            <a:noFill/>
            <a:ln cap="flat" cmpd="sng" w="9525">
              <a:solidFill>
                <a:schemeClr val="accent1"/>
              </a:solidFill>
              <a:prstDash val="dot"/>
              <a:round/>
              <a:headEnd len="med" w="med" type="none"/>
              <a:tailEnd len="med" w="med" type="none"/>
            </a:ln>
          </p:spPr>
        </p:cxnSp>
        <p:cxnSp>
          <p:nvCxnSpPr>
            <p:cNvPr id="1363" name="Google Shape;1363;p133"/>
            <p:cNvCxnSpPr/>
            <p:nvPr/>
          </p:nvCxnSpPr>
          <p:spPr>
            <a:xfrm>
              <a:off x="1224000" y="2649275"/>
              <a:ext cx="7595700" cy="0"/>
            </a:xfrm>
            <a:prstGeom prst="straightConnector1">
              <a:avLst/>
            </a:prstGeom>
            <a:noFill/>
            <a:ln cap="flat" cmpd="sng" w="9525">
              <a:solidFill>
                <a:schemeClr val="accent1"/>
              </a:solidFill>
              <a:prstDash val="dot"/>
              <a:round/>
              <a:headEnd len="med" w="med" type="none"/>
              <a:tailEnd len="med" w="med" type="none"/>
            </a:ln>
          </p:spPr>
        </p:cxnSp>
        <p:cxnSp>
          <p:nvCxnSpPr>
            <p:cNvPr id="1364" name="Google Shape;1364;p133"/>
            <p:cNvCxnSpPr/>
            <p:nvPr/>
          </p:nvCxnSpPr>
          <p:spPr>
            <a:xfrm>
              <a:off x="1224000" y="2191175"/>
              <a:ext cx="7595700" cy="0"/>
            </a:xfrm>
            <a:prstGeom prst="straightConnector1">
              <a:avLst/>
            </a:prstGeom>
            <a:noFill/>
            <a:ln cap="flat" cmpd="sng" w="9525">
              <a:solidFill>
                <a:schemeClr val="accent1"/>
              </a:solidFill>
              <a:prstDash val="dot"/>
              <a:round/>
              <a:headEnd len="med" w="med" type="none"/>
              <a:tailEnd len="med" w="med" type="none"/>
            </a:ln>
          </p:spPr>
        </p:cxnSp>
        <p:cxnSp>
          <p:nvCxnSpPr>
            <p:cNvPr id="1365" name="Google Shape;1365;p133"/>
            <p:cNvCxnSpPr/>
            <p:nvPr/>
          </p:nvCxnSpPr>
          <p:spPr>
            <a:xfrm>
              <a:off x="1224000" y="2038475"/>
              <a:ext cx="7595700" cy="0"/>
            </a:xfrm>
            <a:prstGeom prst="straightConnector1">
              <a:avLst/>
            </a:prstGeom>
            <a:noFill/>
            <a:ln cap="flat" cmpd="sng" w="9525">
              <a:solidFill>
                <a:schemeClr val="accent1"/>
              </a:solidFill>
              <a:prstDash val="dot"/>
              <a:round/>
              <a:headEnd len="med" w="med" type="none"/>
              <a:tailEnd len="med" w="med" type="none"/>
            </a:ln>
          </p:spPr>
        </p:cxnSp>
      </p:grpSp>
      <p:pic>
        <p:nvPicPr>
          <p:cNvPr descr="An angry emoji" id="1366" name="Google Shape;1366;p133"/>
          <p:cNvPicPr preferRelativeResize="0"/>
          <p:nvPr/>
        </p:nvPicPr>
        <p:blipFill>
          <a:blip r:embed="rId3">
            <a:alphaModFix/>
          </a:blip>
          <a:stretch>
            <a:fillRect/>
          </a:stretch>
        </p:blipFill>
        <p:spPr>
          <a:xfrm>
            <a:off x="3213911" y="2553982"/>
            <a:ext cx="186981" cy="186980"/>
          </a:xfrm>
          <a:prstGeom prst="rect">
            <a:avLst/>
          </a:prstGeom>
          <a:noFill/>
          <a:ln>
            <a:noFill/>
          </a:ln>
        </p:spPr>
      </p:pic>
      <p:pic>
        <p:nvPicPr>
          <p:cNvPr descr="A very happy emoji" id="1367" name="Google Shape;1367;p133"/>
          <p:cNvPicPr preferRelativeResize="0"/>
          <p:nvPr/>
        </p:nvPicPr>
        <p:blipFill>
          <a:blip r:embed="rId4">
            <a:alphaModFix/>
          </a:blip>
          <a:stretch>
            <a:fillRect/>
          </a:stretch>
        </p:blipFill>
        <p:spPr>
          <a:xfrm>
            <a:off x="8374845" y="1928147"/>
            <a:ext cx="186981" cy="186980"/>
          </a:xfrm>
          <a:prstGeom prst="rect">
            <a:avLst/>
          </a:prstGeom>
          <a:noFill/>
          <a:ln>
            <a:noFill/>
          </a:ln>
        </p:spPr>
      </p:pic>
      <p:pic>
        <p:nvPicPr>
          <p:cNvPr descr="A smiling emoji" id="1368" name="Google Shape;1368;p133"/>
          <p:cNvPicPr preferRelativeResize="0"/>
          <p:nvPr/>
        </p:nvPicPr>
        <p:blipFill>
          <a:blip r:embed="rId5">
            <a:alphaModFix/>
          </a:blip>
          <a:stretch>
            <a:fillRect/>
          </a:stretch>
        </p:blipFill>
        <p:spPr>
          <a:xfrm>
            <a:off x="1550505" y="2087181"/>
            <a:ext cx="186981" cy="186980"/>
          </a:xfrm>
          <a:prstGeom prst="rect">
            <a:avLst/>
          </a:prstGeom>
          <a:noFill/>
          <a:ln>
            <a:noFill/>
          </a:ln>
        </p:spPr>
      </p:pic>
      <p:pic>
        <p:nvPicPr>
          <p:cNvPr descr="A sad emoji" id="1369" name="Google Shape;1369;p133"/>
          <p:cNvPicPr preferRelativeResize="0"/>
          <p:nvPr/>
        </p:nvPicPr>
        <p:blipFill>
          <a:blip r:embed="rId6">
            <a:alphaModFix/>
          </a:blip>
          <a:stretch>
            <a:fillRect/>
          </a:stretch>
        </p:blipFill>
        <p:spPr>
          <a:xfrm>
            <a:off x="4141717" y="2388869"/>
            <a:ext cx="186981" cy="186980"/>
          </a:xfrm>
          <a:prstGeom prst="rect">
            <a:avLst/>
          </a:prstGeom>
          <a:noFill/>
          <a:ln>
            <a:noFill/>
          </a:ln>
        </p:spPr>
      </p:pic>
      <p:pic>
        <p:nvPicPr>
          <p:cNvPr descr="A neutral emoji" id="1370" name="Google Shape;1370;p133"/>
          <p:cNvPicPr preferRelativeResize="0"/>
          <p:nvPr/>
        </p:nvPicPr>
        <p:blipFill>
          <a:blip r:embed="rId7">
            <a:alphaModFix/>
          </a:blip>
          <a:stretch>
            <a:fillRect/>
          </a:stretch>
        </p:blipFill>
        <p:spPr>
          <a:xfrm>
            <a:off x="2379416" y="2250388"/>
            <a:ext cx="186981" cy="186980"/>
          </a:xfrm>
          <a:prstGeom prst="rect">
            <a:avLst/>
          </a:prstGeom>
          <a:noFill/>
          <a:ln>
            <a:noFill/>
          </a:ln>
        </p:spPr>
      </p:pic>
      <p:pic>
        <p:nvPicPr>
          <p:cNvPr descr="An angry emoji" id="1371" name="Google Shape;1371;p133"/>
          <p:cNvPicPr preferRelativeResize="0"/>
          <p:nvPr/>
        </p:nvPicPr>
        <p:blipFill>
          <a:blip r:embed="rId3">
            <a:alphaModFix/>
          </a:blip>
          <a:stretch>
            <a:fillRect/>
          </a:stretch>
        </p:blipFill>
        <p:spPr>
          <a:xfrm>
            <a:off x="4976123" y="2553982"/>
            <a:ext cx="186981" cy="186980"/>
          </a:xfrm>
          <a:prstGeom prst="rect">
            <a:avLst/>
          </a:prstGeom>
          <a:noFill/>
          <a:ln>
            <a:noFill/>
          </a:ln>
        </p:spPr>
      </p:pic>
      <p:pic>
        <p:nvPicPr>
          <p:cNvPr descr="A sad emoji" id="1372" name="Google Shape;1372;p133"/>
          <p:cNvPicPr preferRelativeResize="0"/>
          <p:nvPr/>
        </p:nvPicPr>
        <p:blipFill>
          <a:blip r:embed="rId6">
            <a:alphaModFix/>
          </a:blip>
          <a:stretch>
            <a:fillRect/>
          </a:stretch>
        </p:blipFill>
        <p:spPr>
          <a:xfrm>
            <a:off x="7549998" y="2388869"/>
            <a:ext cx="186981" cy="186980"/>
          </a:xfrm>
          <a:prstGeom prst="rect">
            <a:avLst/>
          </a:prstGeom>
          <a:noFill/>
          <a:ln>
            <a:noFill/>
          </a:ln>
        </p:spPr>
      </p:pic>
      <p:pic>
        <p:nvPicPr>
          <p:cNvPr descr="A neutral emoji" id="1373" name="Google Shape;1373;p133"/>
          <p:cNvPicPr preferRelativeResize="0"/>
          <p:nvPr/>
        </p:nvPicPr>
        <p:blipFill>
          <a:blip r:embed="rId7">
            <a:alphaModFix/>
          </a:blip>
          <a:stretch>
            <a:fillRect/>
          </a:stretch>
        </p:blipFill>
        <p:spPr>
          <a:xfrm>
            <a:off x="5798778" y="2250388"/>
            <a:ext cx="186981" cy="186980"/>
          </a:xfrm>
          <a:prstGeom prst="rect">
            <a:avLst/>
          </a:prstGeom>
          <a:noFill/>
          <a:ln>
            <a:noFill/>
          </a:ln>
        </p:spPr>
      </p:pic>
      <p:pic>
        <p:nvPicPr>
          <p:cNvPr descr="A smiling emoji" id="1374" name="Google Shape;1374;p133"/>
          <p:cNvPicPr preferRelativeResize="0"/>
          <p:nvPr/>
        </p:nvPicPr>
        <p:blipFill>
          <a:blip r:embed="rId5">
            <a:alphaModFix/>
          </a:blip>
          <a:stretch>
            <a:fillRect/>
          </a:stretch>
        </p:blipFill>
        <p:spPr>
          <a:xfrm>
            <a:off x="6748077" y="2087181"/>
            <a:ext cx="186981" cy="186980"/>
          </a:xfrm>
          <a:prstGeom prst="rect">
            <a:avLst/>
          </a:prstGeom>
          <a:noFill/>
          <a:ln>
            <a:noFill/>
          </a:ln>
        </p:spPr>
      </p:pic>
      <p:grpSp>
        <p:nvGrpSpPr>
          <p:cNvPr id="1375" name="Google Shape;1375;p133"/>
          <p:cNvGrpSpPr/>
          <p:nvPr/>
        </p:nvGrpSpPr>
        <p:grpSpPr>
          <a:xfrm>
            <a:off x="324287" y="1276625"/>
            <a:ext cx="8528407" cy="7750"/>
            <a:chOff x="324287" y="1276625"/>
            <a:chExt cx="8528407" cy="7750"/>
          </a:xfrm>
        </p:grpSpPr>
        <p:cxnSp>
          <p:nvCxnSpPr>
            <p:cNvPr id="1376" name="Google Shape;1376;p133"/>
            <p:cNvCxnSpPr/>
            <p:nvPr/>
          </p:nvCxnSpPr>
          <p:spPr>
            <a:xfrm>
              <a:off x="324287" y="1276625"/>
              <a:ext cx="780300" cy="0"/>
            </a:xfrm>
            <a:prstGeom prst="straightConnector1">
              <a:avLst/>
            </a:prstGeom>
            <a:noFill/>
            <a:ln cap="flat" cmpd="sng" w="9525">
              <a:solidFill>
                <a:schemeClr val="accent1"/>
              </a:solidFill>
              <a:prstDash val="solid"/>
              <a:round/>
              <a:headEnd len="med" w="med" type="none"/>
              <a:tailEnd len="med" w="med" type="none"/>
            </a:ln>
          </p:spPr>
        </p:cxnSp>
        <p:cxnSp>
          <p:nvCxnSpPr>
            <p:cNvPr id="1377" name="Google Shape;1377;p133"/>
            <p:cNvCxnSpPr/>
            <p:nvPr/>
          </p:nvCxnSpPr>
          <p:spPr>
            <a:xfrm>
              <a:off x="1238400"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78" name="Google Shape;1378;p133"/>
            <p:cNvCxnSpPr/>
            <p:nvPr/>
          </p:nvCxnSpPr>
          <p:spPr>
            <a:xfrm>
              <a:off x="3833097"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79" name="Google Shape;1379;p133"/>
            <p:cNvCxnSpPr/>
            <p:nvPr/>
          </p:nvCxnSpPr>
          <p:spPr>
            <a:xfrm>
              <a:off x="6427794" y="1284375"/>
              <a:ext cx="2424900" cy="0"/>
            </a:xfrm>
            <a:prstGeom prst="straightConnector1">
              <a:avLst/>
            </a:prstGeom>
            <a:noFill/>
            <a:ln cap="flat" cmpd="sng" w="9525">
              <a:solidFill>
                <a:schemeClr val="accent1"/>
              </a:solidFill>
              <a:prstDash val="solid"/>
              <a:round/>
              <a:headEnd len="med" w="med" type="none"/>
              <a:tailEnd len="med" w="med" type="none"/>
            </a:ln>
          </p:spPr>
        </p:cxnSp>
      </p:grpSp>
      <p:grpSp>
        <p:nvGrpSpPr>
          <p:cNvPr id="1380" name="Google Shape;1380;p133"/>
          <p:cNvGrpSpPr/>
          <p:nvPr/>
        </p:nvGrpSpPr>
        <p:grpSpPr>
          <a:xfrm>
            <a:off x="324287" y="1903088"/>
            <a:ext cx="8528407" cy="7750"/>
            <a:chOff x="324287" y="1276625"/>
            <a:chExt cx="8528407" cy="7750"/>
          </a:xfrm>
        </p:grpSpPr>
        <p:cxnSp>
          <p:nvCxnSpPr>
            <p:cNvPr id="1381" name="Google Shape;1381;p133"/>
            <p:cNvCxnSpPr/>
            <p:nvPr/>
          </p:nvCxnSpPr>
          <p:spPr>
            <a:xfrm>
              <a:off x="324287" y="1276625"/>
              <a:ext cx="780300" cy="0"/>
            </a:xfrm>
            <a:prstGeom prst="straightConnector1">
              <a:avLst/>
            </a:prstGeom>
            <a:noFill/>
            <a:ln cap="flat" cmpd="sng" w="9525">
              <a:solidFill>
                <a:schemeClr val="accent1"/>
              </a:solidFill>
              <a:prstDash val="solid"/>
              <a:round/>
              <a:headEnd len="med" w="med" type="none"/>
              <a:tailEnd len="med" w="med" type="none"/>
            </a:ln>
          </p:spPr>
        </p:cxnSp>
        <p:cxnSp>
          <p:nvCxnSpPr>
            <p:cNvPr id="1382" name="Google Shape;1382;p133"/>
            <p:cNvCxnSpPr/>
            <p:nvPr/>
          </p:nvCxnSpPr>
          <p:spPr>
            <a:xfrm>
              <a:off x="1238400"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83" name="Google Shape;1383;p133"/>
            <p:cNvCxnSpPr/>
            <p:nvPr/>
          </p:nvCxnSpPr>
          <p:spPr>
            <a:xfrm>
              <a:off x="3833097"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84" name="Google Shape;1384;p133"/>
            <p:cNvCxnSpPr/>
            <p:nvPr/>
          </p:nvCxnSpPr>
          <p:spPr>
            <a:xfrm>
              <a:off x="6427794" y="1284375"/>
              <a:ext cx="2424900" cy="0"/>
            </a:xfrm>
            <a:prstGeom prst="straightConnector1">
              <a:avLst/>
            </a:prstGeom>
            <a:noFill/>
            <a:ln cap="flat" cmpd="sng" w="9525">
              <a:solidFill>
                <a:schemeClr val="accent1"/>
              </a:solidFill>
              <a:prstDash val="solid"/>
              <a:round/>
              <a:headEnd len="med" w="med" type="none"/>
              <a:tailEnd len="med" w="med" type="none"/>
            </a:ln>
          </p:spPr>
        </p:cxnSp>
      </p:grpSp>
      <p:grpSp>
        <p:nvGrpSpPr>
          <p:cNvPr id="1385" name="Google Shape;1385;p133"/>
          <p:cNvGrpSpPr/>
          <p:nvPr/>
        </p:nvGrpSpPr>
        <p:grpSpPr>
          <a:xfrm>
            <a:off x="324287" y="2805100"/>
            <a:ext cx="8528407" cy="7750"/>
            <a:chOff x="324287" y="1276625"/>
            <a:chExt cx="8528407" cy="7750"/>
          </a:xfrm>
        </p:grpSpPr>
        <p:cxnSp>
          <p:nvCxnSpPr>
            <p:cNvPr id="1386" name="Google Shape;1386;p133"/>
            <p:cNvCxnSpPr/>
            <p:nvPr/>
          </p:nvCxnSpPr>
          <p:spPr>
            <a:xfrm>
              <a:off x="324287" y="1276625"/>
              <a:ext cx="780300" cy="0"/>
            </a:xfrm>
            <a:prstGeom prst="straightConnector1">
              <a:avLst/>
            </a:prstGeom>
            <a:noFill/>
            <a:ln cap="flat" cmpd="sng" w="9525">
              <a:solidFill>
                <a:schemeClr val="accent1"/>
              </a:solidFill>
              <a:prstDash val="solid"/>
              <a:round/>
              <a:headEnd len="med" w="med" type="none"/>
              <a:tailEnd len="med" w="med" type="none"/>
            </a:ln>
          </p:spPr>
        </p:cxnSp>
        <p:cxnSp>
          <p:nvCxnSpPr>
            <p:cNvPr id="1387" name="Google Shape;1387;p133"/>
            <p:cNvCxnSpPr/>
            <p:nvPr/>
          </p:nvCxnSpPr>
          <p:spPr>
            <a:xfrm>
              <a:off x="1238400"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88" name="Google Shape;1388;p133"/>
            <p:cNvCxnSpPr/>
            <p:nvPr/>
          </p:nvCxnSpPr>
          <p:spPr>
            <a:xfrm>
              <a:off x="3833097"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89" name="Google Shape;1389;p133"/>
            <p:cNvCxnSpPr/>
            <p:nvPr/>
          </p:nvCxnSpPr>
          <p:spPr>
            <a:xfrm>
              <a:off x="6427794" y="1284375"/>
              <a:ext cx="2424900" cy="0"/>
            </a:xfrm>
            <a:prstGeom prst="straightConnector1">
              <a:avLst/>
            </a:prstGeom>
            <a:noFill/>
            <a:ln cap="flat" cmpd="sng" w="9525">
              <a:solidFill>
                <a:schemeClr val="accent1"/>
              </a:solidFill>
              <a:prstDash val="solid"/>
              <a:round/>
              <a:headEnd len="med" w="med" type="none"/>
              <a:tailEnd len="med" w="med" type="none"/>
            </a:ln>
          </p:spPr>
        </p:cxnSp>
      </p:grpSp>
      <p:grpSp>
        <p:nvGrpSpPr>
          <p:cNvPr id="1390" name="Google Shape;1390;p133"/>
          <p:cNvGrpSpPr/>
          <p:nvPr/>
        </p:nvGrpSpPr>
        <p:grpSpPr>
          <a:xfrm>
            <a:off x="324287" y="3484950"/>
            <a:ext cx="8528407" cy="7750"/>
            <a:chOff x="324287" y="1276625"/>
            <a:chExt cx="8528407" cy="7750"/>
          </a:xfrm>
        </p:grpSpPr>
        <p:cxnSp>
          <p:nvCxnSpPr>
            <p:cNvPr id="1391" name="Google Shape;1391;p133"/>
            <p:cNvCxnSpPr/>
            <p:nvPr/>
          </p:nvCxnSpPr>
          <p:spPr>
            <a:xfrm>
              <a:off x="324287" y="1276625"/>
              <a:ext cx="780300" cy="0"/>
            </a:xfrm>
            <a:prstGeom prst="straightConnector1">
              <a:avLst/>
            </a:prstGeom>
            <a:noFill/>
            <a:ln cap="flat" cmpd="sng" w="9525">
              <a:solidFill>
                <a:schemeClr val="accent1"/>
              </a:solidFill>
              <a:prstDash val="solid"/>
              <a:round/>
              <a:headEnd len="med" w="med" type="none"/>
              <a:tailEnd len="med" w="med" type="none"/>
            </a:ln>
          </p:spPr>
        </p:cxnSp>
        <p:cxnSp>
          <p:nvCxnSpPr>
            <p:cNvPr id="1392" name="Google Shape;1392;p133"/>
            <p:cNvCxnSpPr/>
            <p:nvPr/>
          </p:nvCxnSpPr>
          <p:spPr>
            <a:xfrm>
              <a:off x="1238400"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93" name="Google Shape;1393;p133"/>
            <p:cNvCxnSpPr/>
            <p:nvPr/>
          </p:nvCxnSpPr>
          <p:spPr>
            <a:xfrm>
              <a:off x="3833097"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94" name="Google Shape;1394;p133"/>
            <p:cNvCxnSpPr/>
            <p:nvPr/>
          </p:nvCxnSpPr>
          <p:spPr>
            <a:xfrm>
              <a:off x="6427794" y="1284375"/>
              <a:ext cx="2424900" cy="0"/>
            </a:xfrm>
            <a:prstGeom prst="straightConnector1">
              <a:avLst/>
            </a:prstGeom>
            <a:noFill/>
            <a:ln cap="flat" cmpd="sng" w="9525">
              <a:solidFill>
                <a:schemeClr val="accent1"/>
              </a:solidFill>
              <a:prstDash val="solid"/>
              <a:round/>
              <a:headEnd len="med" w="med" type="none"/>
              <a:tailEnd len="med" w="med" type="none"/>
            </a:ln>
          </p:spPr>
        </p:cxnSp>
      </p:grpSp>
      <p:grpSp>
        <p:nvGrpSpPr>
          <p:cNvPr id="1395" name="Google Shape;1395;p133"/>
          <p:cNvGrpSpPr/>
          <p:nvPr/>
        </p:nvGrpSpPr>
        <p:grpSpPr>
          <a:xfrm>
            <a:off x="324287" y="4178813"/>
            <a:ext cx="8528407" cy="7750"/>
            <a:chOff x="324287" y="1276625"/>
            <a:chExt cx="8528407" cy="7750"/>
          </a:xfrm>
        </p:grpSpPr>
        <p:cxnSp>
          <p:nvCxnSpPr>
            <p:cNvPr id="1396" name="Google Shape;1396;p133"/>
            <p:cNvCxnSpPr/>
            <p:nvPr/>
          </p:nvCxnSpPr>
          <p:spPr>
            <a:xfrm>
              <a:off x="324287" y="1276625"/>
              <a:ext cx="780300" cy="0"/>
            </a:xfrm>
            <a:prstGeom prst="straightConnector1">
              <a:avLst/>
            </a:prstGeom>
            <a:noFill/>
            <a:ln cap="flat" cmpd="sng" w="9525">
              <a:solidFill>
                <a:schemeClr val="accent1"/>
              </a:solidFill>
              <a:prstDash val="solid"/>
              <a:round/>
              <a:headEnd len="med" w="med" type="none"/>
              <a:tailEnd len="med" w="med" type="none"/>
            </a:ln>
          </p:spPr>
        </p:cxnSp>
        <p:cxnSp>
          <p:nvCxnSpPr>
            <p:cNvPr id="1397" name="Google Shape;1397;p133"/>
            <p:cNvCxnSpPr/>
            <p:nvPr/>
          </p:nvCxnSpPr>
          <p:spPr>
            <a:xfrm>
              <a:off x="1238400"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98" name="Google Shape;1398;p133"/>
            <p:cNvCxnSpPr/>
            <p:nvPr/>
          </p:nvCxnSpPr>
          <p:spPr>
            <a:xfrm>
              <a:off x="3833097" y="1284375"/>
              <a:ext cx="2424900" cy="0"/>
            </a:xfrm>
            <a:prstGeom prst="straightConnector1">
              <a:avLst/>
            </a:prstGeom>
            <a:noFill/>
            <a:ln cap="flat" cmpd="sng" w="9525">
              <a:solidFill>
                <a:schemeClr val="accent1"/>
              </a:solidFill>
              <a:prstDash val="solid"/>
              <a:round/>
              <a:headEnd len="med" w="med" type="none"/>
              <a:tailEnd len="med" w="med" type="none"/>
            </a:ln>
          </p:spPr>
        </p:cxnSp>
        <p:cxnSp>
          <p:nvCxnSpPr>
            <p:cNvPr id="1399" name="Google Shape;1399;p133"/>
            <p:cNvCxnSpPr/>
            <p:nvPr/>
          </p:nvCxnSpPr>
          <p:spPr>
            <a:xfrm>
              <a:off x="6427794" y="1284375"/>
              <a:ext cx="2424900" cy="0"/>
            </a:xfrm>
            <a:prstGeom prst="straightConnector1">
              <a:avLst/>
            </a:prstGeom>
            <a:noFill/>
            <a:ln cap="flat" cmpd="sng" w="9525">
              <a:solidFill>
                <a:schemeClr val="accent1"/>
              </a:solidFill>
              <a:prstDash val="solid"/>
              <a:round/>
              <a:headEnd len="med" w="med" type="none"/>
              <a:tailEnd len="med" w="med" type="none"/>
            </a:ln>
          </p:spPr>
        </p:cxnSp>
      </p:grpSp>
      <p:sp>
        <p:nvSpPr>
          <p:cNvPr id="1400" name="Google Shape;1400;p133"/>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134"/>
          <p:cNvSpPr/>
          <p:nvPr/>
        </p:nvSpPr>
        <p:spPr>
          <a:xfrm>
            <a:off x="228600" y="1872344"/>
            <a:ext cx="20346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Poppins SemiBold"/>
              <a:ea typeface="Poppins SemiBold"/>
              <a:cs typeface="Poppins SemiBold"/>
              <a:sym typeface="Poppins SemiBold"/>
            </a:endParaRPr>
          </a:p>
        </p:txBody>
      </p:sp>
      <p:sp>
        <p:nvSpPr>
          <p:cNvPr id="1406" name="Google Shape;1406;p134"/>
          <p:cNvSpPr/>
          <p:nvPr/>
        </p:nvSpPr>
        <p:spPr>
          <a:xfrm>
            <a:off x="2423700" y="1872344"/>
            <a:ext cx="20346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Poppins SemiBold"/>
              <a:ea typeface="Poppins SemiBold"/>
              <a:cs typeface="Poppins SemiBold"/>
              <a:sym typeface="Poppins SemiBold"/>
            </a:endParaRPr>
          </a:p>
        </p:txBody>
      </p:sp>
      <p:sp>
        <p:nvSpPr>
          <p:cNvPr id="1407" name="Google Shape;1407;p134"/>
          <p:cNvSpPr/>
          <p:nvPr/>
        </p:nvSpPr>
        <p:spPr>
          <a:xfrm>
            <a:off x="4618800" y="1872344"/>
            <a:ext cx="20346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Poppins SemiBold"/>
              <a:ea typeface="Poppins SemiBold"/>
              <a:cs typeface="Poppins SemiBold"/>
              <a:sym typeface="Poppins SemiBold"/>
            </a:endParaRPr>
          </a:p>
        </p:txBody>
      </p:sp>
      <p:sp>
        <p:nvSpPr>
          <p:cNvPr id="1408" name="Google Shape;1408;p134"/>
          <p:cNvSpPr/>
          <p:nvPr/>
        </p:nvSpPr>
        <p:spPr>
          <a:xfrm>
            <a:off x="6813900" y="1872344"/>
            <a:ext cx="20346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Poppins SemiBold"/>
              <a:ea typeface="Poppins SemiBold"/>
              <a:cs typeface="Poppins SemiBold"/>
              <a:sym typeface="Poppins SemiBold"/>
            </a:endParaRPr>
          </a:p>
        </p:txBody>
      </p:sp>
      <p:sp>
        <p:nvSpPr>
          <p:cNvPr id="1409" name="Google Shape;1409;p134"/>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Describe the channel and what role it will play in your campaign. </a:t>
            </a:r>
            <a:endParaRPr/>
          </a:p>
          <a:p>
            <a:pPr indent="0" lvl="0" marL="0" rtl="0" algn="l">
              <a:lnSpc>
                <a:spcPct val="106000"/>
              </a:lnSpc>
              <a:spcBef>
                <a:spcPts val="0"/>
              </a:spcBef>
              <a:spcAft>
                <a:spcPts val="0"/>
              </a:spcAft>
              <a:buNone/>
            </a:pPr>
            <a:r>
              <a:t/>
            </a:r>
            <a:endParaRPr>
              <a:latin typeface="Nunito Sans Medium"/>
              <a:ea typeface="Nunito Sans Medium"/>
              <a:cs typeface="Nunito Sans Medium"/>
              <a:sym typeface="Nunito Sans Medium"/>
            </a:endParaRPr>
          </a:p>
          <a:p>
            <a:pPr indent="0" lvl="0" marL="0" rtl="0" algn="l">
              <a:lnSpc>
                <a:spcPct val="106000"/>
              </a:lnSpc>
              <a:spcBef>
                <a:spcPts val="0"/>
              </a:spcBef>
              <a:spcAft>
                <a:spcPts val="0"/>
              </a:spcAft>
              <a:buNone/>
            </a:pPr>
            <a:r>
              <a:rPr b="1" lang="en">
                <a:solidFill>
                  <a:schemeClr val="accent1"/>
                </a:solidFill>
              </a:rPr>
              <a:t>Audience</a:t>
            </a:r>
            <a:endParaRPr b="1">
              <a:solidFill>
                <a:schemeClr val="accent1"/>
              </a:solidFill>
            </a:endParaRPr>
          </a:p>
          <a:p>
            <a:pPr indent="0" lvl="0" marL="0" rtl="0" algn="l">
              <a:lnSpc>
                <a:spcPct val="106000"/>
              </a:lnSpc>
              <a:spcBef>
                <a:spcPts val="0"/>
              </a:spcBef>
              <a:spcAft>
                <a:spcPts val="0"/>
              </a:spcAft>
              <a:buNone/>
            </a:pPr>
            <a:r>
              <a:rPr lang="en"/>
              <a:t>Identify the segment you hope to reach.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Actions</a:t>
            </a:r>
            <a:br>
              <a:rPr lang="en">
                <a:latin typeface="Nunito Sans Medium"/>
                <a:ea typeface="Nunito Sans Medium"/>
                <a:cs typeface="Nunito Sans Medium"/>
                <a:sym typeface="Nunito Sans Medium"/>
              </a:rPr>
            </a:br>
            <a:r>
              <a:rPr lang="en"/>
              <a:t>Explain what you will do to reach your target. For example, it could be a video ad, a viral post, thought leadership content, etc.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Goal</a:t>
            </a:r>
            <a:endParaRPr b="1">
              <a:solidFill>
                <a:schemeClr val="accent1"/>
              </a:solidFill>
            </a:endParaRPr>
          </a:p>
          <a:p>
            <a:pPr indent="0" lvl="0" marL="0" rtl="0" algn="l">
              <a:lnSpc>
                <a:spcPct val="106000"/>
              </a:lnSpc>
              <a:spcBef>
                <a:spcPts val="0"/>
              </a:spcBef>
              <a:spcAft>
                <a:spcPts val="0"/>
              </a:spcAft>
              <a:buNone/>
            </a:pPr>
            <a:r>
              <a:rPr lang="en"/>
              <a:t>Share your marketing objectives or calls to action.</a:t>
            </a:r>
            <a:endParaRPr/>
          </a:p>
        </p:txBody>
      </p:sp>
      <p:sp>
        <p:nvSpPr>
          <p:cNvPr id="1410" name="Google Shape;1410;p134"/>
          <p:cNvSpPr txBox="1"/>
          <p:nvPr>
            <p:ph type="title"/>
          </p:nvPr>
        </p:nvSpPr>
        <p:spPr>
          <a:xfrm>
            <a:off x="228600" y="256925"/>
            <a:ext cx="5707200" cy="1293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claim about the role of marketing channels in your campaign</a:t>
            </a:r>
            <a:endParaRPr/>
          </a:p>
        </p:txBody>
      </p:sp>
      <p:sp>
        <p:nvSpPr>
          <p:cNvPr id="1411" name="Google Shape;1411;p134"/>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Describe the channel and what role it will play in your campaign. </a:t>
            </a:r>
            <a:endParaRPr/>
          </a:p>
          <a:p>
            <a:pPr indent="0" lvl="0" marL="0" rtl="0" algn="l">
              <a:lnSpc>
                <a:spcPct val="106000"/>
              </a:lnSpc>
              <a:spcBef>
                <a:spcPts val="0"/>
              </a:spcBef>
              <a:spcAft>
                <a:spcPts val="0"/>
              </a:spcAft>
              <a:buNone/>
            </a:pPr>
            <a:r>
              <a:t/>
            </a:r>
            <a:endParaRPr>
              <a:latin typeface="Nunito Sans Medium"/>
              <a:ea typeface="Nunito Sans Medium"/>
              <a:cs typeface="Nunito Sans Medium"/>
              <a:sym typeface="Nunito Sans Medium"/>
            </a:endParaRPr>
          </a:p>
          <a:p>
            <a:pPr indent="0" lvl="0" marL="0" rtl="0" algn="l">
              <a:lnSpc>
                <a:spcPct val="106000"/>
              </a:lnSpc>
              <a:spcBef>
                <a:spcPts val="0"/>
              </a:spcBef>
              <a:spcAft>
                <a:spcPts val="0"/>
              </a:spcAft>
              <a:buNone/>
            </a:pPr>
            <a:r>
              <a:rPr b="1" lang="en">
                <a:solidFill>
                  <a:schemeClr val="accent1"/>
                </a:solidFill>
              </a:rPr>
              <a:t>Audience</a:t>
            </a:r>
            <a:endParaRPr b="1">
              <a:solidFill>
                <a:schemeClr val="accent1"/>
              </a:solidFill>
            </a:endParaRPr>
          </a:p>
          <a:p>
            <a:pPr indent="0" lvl="0" marL="0" rtl="0" algn="l">
              <a:lnSpc>
                <a:spcPct val="106000"/>
              </a:lnSpc>
              <a:spcBef>
                <a:spcPts val="0"/>
              </a:spcBef>
              <a:spcAft>
                <a:spcPts val="0"/>
              </a:spcAft>
              <a:buNone/>
            </a:pPr>
            <a:r>
              <a:rPr lang="en"/>
              <a:t>Identify the segment you hope to reach.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Actions</a:t>
            </a:r>
            <a:br>
              <a:rPr lang="en">
                <a:latin typeface="Nunito Sans Medium"/>
                <a:ea typeface="Nunito Sans Medium"/>
                <a:cs typeface="Nunito Sans Medium"/>
                <a:sym typeface="Nunito Sans Medium"/>
              </a:rPr>
            </a:br>
            <a:r>
              <a:rPr lang="en"/>
              <a:t>Explain what you will do to reach your target. For example, it could be a video ad, a viral post, thought leadership content, etc.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Goal</a:t>
            </a:r>
            <a:endParaRPr b="1">
              <a:solidFill>
                <a:schemeClr val="accent1"/>
              </a:solidFill>
            </a:endParaRPr>
          </a:p>
          <a:p>
            <a:pPr indent="0" lvl="0" marL="0" rtl="0" algn="l">
              <a:lnSpc>
                <a:spcPct val="106000"/>
              </a:lnSpc>
              <a:spcBef>
                <a:spcPts val="0"/>
              </a:spcBef>
              <a:spcAft>
                <a:spcPts val="0"/>
              </a:spcAft>
              <a:buNone/>
            </a:pPr>
            <a:r>
              <a:rPr lang="en"/>
              <a:t>Share your marketing objectives or calls to action.</a:t>
            </a:r>
            <a:endParaRPr/>
          </a:p>
        </p:txBody>
      </p:sp>
      <p:sp>
        <p:nvSpPr>
          <p:cNvPr id="1412" name="Google Shape;1412;p134"/>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Describe the channel and what role it will play in your campaign. </a:t>
            </a:r>
            <a:endParaRPr/>
          </a:p>
          <a:p>
            <a:pPr indent="0" lvl="0" marL="0" rtl="0" algn="l">
              <a:lnSpc>
                <a:spcPct val="106000"/>
              </a:lnSpc>
              <a:spcBef>
                <a:spcPts val="0"/>
              </a:spcBef>
              <a:spcAft>
                <a:spcPts val="0"/>
              </a:spcAft>
              <a:buNone/>
            </a:pPr>
            <a:r>
              <a:t/>
            </a:r>
            <a:endParaRPr>
              <a:latin typeface="Nunito Sans Medium"/>
              <a:ea typeface="Nunito Sans Medium"/>
              <a:cs typeface="Nunito Sans Medium"/>
              <a:sym typeface="Nunito Sans Medium"/>
            </a:endParaRPr>
          </a:p>
          <a:p>
            <a:pPr indent="0" lvl="0" marL="0" rtl="0" algn="l">
              <a:lnSpc>
                <a:spcPct val="106000"/>
              </a:lnSpc>
              <a:spcBef>
                <a:spcPts val="0"/>
              </a:spcBef>
              <a:spcAft>
                <a:spcPts val="0"/>
              </a:spcAft>
              <a:buNone/>
            </a:pPr>
            <a:r>
              <a:rPr b="1" lang="en">
                <a:solidFill>
                  <a:schemeClr val="accent1"/>
                </a:solidFill>
              </a:rPr>
              <a:t>Audience</a:t>
            </a:r>
            <a:endParaRPr b="1">
              <a:solidFill>
                <a:schemeClr val="accent1"/>
              </a:solidFill>
            </a:endParaRPr>
          </a:p>
          <a:p>
            <a:pPr indent="0" lvl="0" marL="0" rtl="0" algn="l">
              <a:lnSpc>
                <a:spcPct val="106000"/>
              </a:lnSpc>
              <a:spcBef>
                <a:spcPts val="0"/>
              </a:spcBef>
              <a:spcAft>
                <a:spcPts val="0"/>
              </a:spcAft>
              <a:buNone/>
            </a:pPr>
            <a:r>
              <a:rPr lang="en"/>
              <a:t>Identify the segment you hope to reach.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Actions</a:t>
            </a:r>
            <a:br>
              <a:rPr lang="en">
                <a:latin typeface="Nunito Sans Medium"/>
                <a:ea typeface="Nunito Sans Medium"/>
                <a:cs typeface="Nunito Sans Medium"/>
                <a:sym typeface="Nunito Sans Medium"/>
              </a:rPr>
            </a:br>
            <a:r>
              <a:rPr lang="en"/>
              <a:t>Explain what you will do to reach your target. For example, it could be a video ad, a viral post, thought leadership content, etc.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Goal</a:t>
            </a:r>
            <a:endParaRPr b="1">
              <a:solidFill>
                <a:schemeClr val="accent1"/>
              </a:solidFill>
            </a:endParaRPr>
          </a:p>
          <a:p>
            <a:pPr indent="0" lvl="0" marL="0" rtl="0" algn="l">
              <a:lnSpc>
                <a:spcPct val="106000"/>
              </a:lnSpc>
              <a:spcBef>
                <a:spcPts val="0"/>
              </a:spcBef>
              <a:spcAft>
                <a:spcPts val="0"/>
              </a:spcAft>
              <a:buNone/>
            </a:pPr>
            <a:r>
              <a:rPr lang="en"/>
              <a:t>Share your marketing objectives or calls to action.</a:t>
            </a:r>
            <a:endParaRPr/>
          </a:p>
        </p:txBody>
      </p:sp>
      <p:sp>
        <p:nvSpPr>
          <p:cNvPr id="1413" name="Google Shape;1413;p134"/>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Describe the channel and what role it will play in your campaign. </a:t>
            </a:r>
            <a:endParaRPr/>
          </a:p>
          <a:p>
            <a:pPr indent="0" lvl="0" marL="0" rtl="0" algn="l">
              <a:lnSpc>
                <a:spcPct val="106000"/>
              </a:lnSpc>
              <a:spcBef>
                <a:spcPts val="0"/>
              </a:spcBef>
              <a:spcAft>
                <a:spcPts val="0"/>
              </a:spcAft>
              <a:buNone/>
            </a:pPr>
            <a:r>
              <a:t/>
            </a:r>
            <a:endParaRPr>
              <a:latin typeface="Nunito Sans Medium"/>
              <a:ea typeface="Nunito Sans Medium"/>
              <a:cs typeface="Nunito Sans Medium"/>
              <a:sym typeface="Nunito Sans Medium"/>
            </a:endParaRPr>
          </a:p>
          <a:p>
            <a:pPr indent="0" lvl="0" marL="0" rtl="0" algn="l">
              <a:lnSpc>
                <a:spcPct val="106000"/>
              </a:lnSpc>
              <a:spcBef>
                <a:spcPts val="0"/>
              </a:spcBef>
              <a:spcAft>
                <a:spcPts val="0"/>
              </a:spcAft>
              <a:buNone/>
            </a:pPr>
            <a:r>
              <a:rPr b="1" lang="en">
                <a:solidFill>
                  <a:schemeClr val="accent1"/>
                </a:solidFill>
              </a:rPr>
              <a:t>Audience</a:t>
            </a:r>
            <a:endParaRPr b="1">
              <a:solidFill>
                <a:schemeClr val="accent1"/>
              </a:solidFill>
            </a:endParaRPr>
          </a:p>
          <a:p>
            <a:pPr indent="0" lvl="0" marL="0" rtl="0" algn="l">
              <a:lnSpc>
                <a:spcPct val="106000"/>
              </a:lnSpc>
              <a:spcBef>
                <a:spcPts val="0"/>
              </a:spcBef>
              <a:spcAft>
                <a:spcPts val="0"/>
              </a:spcAft>
              <a:buNone/>
            </a:pPr>
            <a:r>
              <a:rPr lang="en"/>
              <a:t>Identify the segment you hope to reach.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Actions</a:t>
            </a:r>
            <a:br>
              <a:rPr lang="en">
                <a:latin typeface="Nunito Sans Medium"/>
                <a:ea typeface="Nunito Sans Medium"/>
                <a:cs typeface="Nunito Sans Medium"/>
                <a:sym typeface="Nunito Sans Medium"/>
              </a:rPr>
            </a:br>
            <a:r>
              <a:rPr lang="en"/>
              <a:t>Explain what you will do to reach your target. For example, it could be a video ad, a viral post, thought leadership content, etc. </a:t>
            </a:r>
            <a:endParaRPr/>
          </a:p>
          <a:p>
            <a:pPr indent="0" lvl="0" marL="0" rtl="0" algn="l">
              <a:lnSpc>
                <a:spcPct val="106000"/>
              </a:lnSpc>
              <a:spcBef>
                <a:spcPts val="0"/>
              </a:spcBef>
              <a:spcAft>
                <a:spcPts val="0"/>
              </a:spcAft>
              <a:buNone/>
            </a:pPr>
            <a:r>
              <a:t/>
            </a:r>
            <a:endParaRPr/>
          </a:p>
          <a:p>
            <a:pPr indent="0" lvl="0" marL="0" rtl="0" algn="l">
              <a:lnSpc>
                <a:spcPct val="106000"/>
              </a:lnSpc>
              <a:spcBef>
                <a:spcPts val="0"/>
              </a:spcBef>
              <a:spcAft>
                <a:spcPts val="0"/>
              </a:spcAft>
              <a:buNone/>
            </a:pPr>
            <a:r>
              <a:rPr b="1" lang="en">
                <a:solidFill>
                  <a:schemeClr val="accent1"/>
                </a:solidFill>
              </a:rPr>
              <a:t>Goal</a:t>
            </a:r>
            <a:endParaRPr b="1">
              <a:solidFill>
                <a:schemeClr val="accent1"/>
              </a:solidFill>
            </a:endParaRPr>
          </a:p>
          <a:p>
            <a:pPr indent="0" lvl="0" marL="0" rtl="0" algn="l">
              <a:lnSpc>
                <a:spcPct val="106000"/>
              </a:lnSpc>
              <a:spcBef>
                <a:spcPts val="0"/>
              </a:spcBef>
              <a:spcAft>
                <a:spcPts val="0"/>
              </a:spcAft>
              <a:buNone/>
            </a:pPr>
            <a:r>
              <a:rPr lang="en"/>
              <a:t>Share your marketing objectives or calls to action.</a:t>
            </a:r>
            <a:endParaRPr/>
          </a:p>
        </p:txBody>
      </p:sp>
      <p:sp>
        <p:nvSpPr>
          <p:cNvPr id="1414" name="Google Shape;1414;p134"/>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1415" name="Google Shape;1415;p134"/>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1416" name="Google Shape;1416;p134"/>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1417" name="Google Shape;1417;p134"/>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grpSp>
        <p:nvGrpSpPr>
          <p:cNvPr id="1418" name="Google Shape;1418;p134"/>
          <p:cNvGrpSpPr/>
          <p:nvPr/>
        </p:nvGrpSpPr>
        <p:grpSpPr>
          <a:xfrm>
            <a:off x="2053583" y="980312"/>
            <a:ext cx="1474049" cy="270489"/>
            <a:chOff x="308528" y="1555007"/>
            <a:chExt cx="1986589" cy="270489"/>
          </a:xfrm>
        </p:grpSpPr>
        <p:sp>
          <p:nvSpPr>
            <p:cNvPr id="1419" name="Google Shape;1419;p134"/>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20" name="Google Shape;1420;p134"/>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1421" name="Google Shape;1421;p134"/>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35"/>
          <p:cNvSpPr txBox="1"/>
          <p:nvPr>
            <p:ph type="title"/>
          </p:nvPr>
        </p:nvSpPr>
        <p:spPr>
          <a:xfrm>
            <a:off x="228600" y="228600"/>
            <a:ext cx="5707200" cy="800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claim about the role of marketing channels in your campaign</a:t>
            </a:r>
            <a:endParaRPr/>
          </a:p>
        </p:txBody>
      </p:sp>
      <p:grpSp>
        <p:nvGrpSpPr>
          <p:cNvPr id="1427" name="Google Shape;1427;p135"/>
          <p:cNvGrpSpPr/>
          <p:nvPr/>
        </p:nvGrpSpPr>
        <p:grpSpPr>
          <a:xfrm>
            <a:off x="3318977" y="41459"/>
            <a:ext cx="5825047" cy="5102166"/>
            <a:chOff x="3318977" y="41459"/>
            <a:chExt cx="5825047" cy="5102166"/>
          </a:xfrm>
        </p:grpSpPr>
        <p:grpSp>
          <p:nvGrpSpPr>
            <p:cNvPr id="1428" name="Google Shape;1428;p135"/>
            <p:cNvGrpSpPr/>
            <p:nvPr/>
          </p:nvGrpSpPr>
          <p:grpSpPr>
            <a:xfrm>
              <a:off x="3733402" y="41459"/>
              <a:ext cx="5099776" cy="5102166"/>
              <a:chOff x="3733402" y="41459"/>
              <a:chExt cx="5099776" cy="5102166"/>
            </a:xfrm>
          </p:grpSpPr>
          <p:sp>
            <p:nvSpPr>
              <p:cNvPr id="1429" name="Google Shape;1429;p135"/>
              <p:cNvSpPr/>
              <p:nvPr/>
            </p:nvSpPr>
            <p:spPr>
              <a:xfrm>
                <a:off x="4484637" y="787560"/>
                <a:ext cx="3602400" cy="3602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430" name="Google Shape;1430;p135"/>
              <p:cNvSpPr/>
              <p:nvPr/>
            </p:nvSpPr>
            <p:spPr>
              <a:xfrm rot="-8100000">
                <a:off x="4484665" y="791671"/>
                <a:ext cx="3602426" cy="3602426"/>
              </a:xfrm>
              <a:prstGeom prst="pie">
                <a:avLst>
                  <a:gd fmla="val 0" name="adj1"/>
                  <a:gd fmla="val 5437959"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431" name="Google Shape;1431;p135"/>
              <p:cNvSpPr/>
              <p:nvPr/>
            </p:nvSpPr>
            <p:spPr>
              <a:xfrm rot="8100000">
                <a:off x="4479489" y="795112"/>
                <a:ext cx="3602426" cy="3602426"/>
              </a:xfrm>
              <a:prstGeom prst="pie">
                <a:avLst>
                  <a:gd fmla="val 0" name="adj1"/>
                  <a:gd fmla="val 5437959"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432" name="Google Shape;1432;p135"/>
              <p:cNvSpPr/>
              <p:nvPr/>
            </p:nvSpPr>
            <p:spPr>
              <a:xfrm rot="2700000">
                <a:off x="4484665" y="787546"/>
                <a:ext cx="3602426" cy="3602426"/>
              </a:xfrm>
              <a:prstGeom prst="pie">
                <a:avLst>
                  <a:gd fmla="val 0" name="adj1"/>
                  <a:gd fmla="val 543795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grpSp>
        <p:sp>
          <p:nvSpPr>
            <p:cNvPr id="1433" name="Google Shape;1433;p135"/>
            <p:cNvSpPr/>
            <p:nvPr/>
          </p:nvSpPr>
          <p:spPr>
            <a:xfrm>
              <a:off x="5522958" y="1827021"/>
              <a:ext cx="1524900" cy="1524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Poppins"/>
                  <a:ea typeface="Poppins"/>
                  <a:cs typeface="Poppins"/>
                  <a:sym typeface="Poppins"/>
                </a:rPr>
                <a:t>Campaign</a:t>
              </a:r>
              <a:endParaRPr b="1" sz="1000">
                <a:solidFill>
                  <a:schemeClr val="dk1"/>
                </a:solidFill>
                <a:latin typeface="Poppins"/>
                <a:ea typeface="Poppins"/>
                <a:cs typeface="Poppins"/>
                <a:sym typeface="Poppins"/>
              </a:endParaRPr>
            </a:p>
          </p:txBody>
        </p:sp>
        <p:sp>
          <p:nvSpPr>
            <p:cNvPr id="1434" name="Google Shape;1434;p135"/>
            <p:cNvSpPr/>
            <p:nvPr/>
          </p:nvSpPr>
          <p:spPr>
            <a:xfrm>
              <a:off x="3318977" y="2467775"/>
              <a:ext cx="10392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900">
                  <a:solidFill>
                    <a:schemeClr val="dk1"/>
                  </a:solidFill>
                  <a:latin typeface="Nunito Sans"/>
                  <a:ea typeface="Nunito Sans"/>
                  <a:cs typeface="Nunito Sans"/>
                  <a:sym typeface="Nunito Sans"/>
                </a:rPr>
                <a:t>Social</a:t>
              </a:r>
              <a:endParaRPr b="1" sz="900">
                <a:solidFill>
                  <a:schemeClr val="dk1"/>
                </a:solidFill>
                <a:latin typeface="Nunito Sans"/>
                <a:ea typeface="Nunito Sans"/>
                <a:cs typeface="Nunito Sans"/>
                <a:sym typeface="Nunito Sans"/>
              </a:endParaRPr>
            </a:p>
            <a:p>
              <a:pPr indent="0" lvl="0" marL="0" rtl="0" algn="r">
                <a:spcBef>
                  <a:spcPts val="0"/>
                </a:spcBef>
                <a:spcAft>
                  <a:spcPts val="0"/>
                </a:spcAft>
                <a:buNone/>
              </a:pPr>
              <a:r>
                <a:rPr b="1" lang="en" sz="900">
                  <a:solidFill>
                    <a:schemeClr val="dk1"/>
                  </a:solidFill>
                  <a:latin typeface="Nunito Sans"/>
                  <a:ea typeface="Nunito Sans"/>
                  <a:cs typeface="Nunito Sans"/>
                  <a:sym typeface="Nunito Sans"/>
                </a:rPr>
                <a:t>media</a:t>
              </a:r>
              <a:endParaRPr b="1" sz="900">
                <a:solidFill>
                  <a:schemeClr val="dk1"/>
                </a:solidFill>
                <a:latin typeface="Nunito Sans"/>
                <a:ea typeface="Nunito Sans"/>
                <a:cs typeface="Nunito Sans"/>
                <a:sym typeface="Nunito Sans"/>
              </a:endParaRPr>
            </a:p>
          </p:txBody>
        </p:sp>
        <p:sp>
          <p:nvSpPr>
            <p:cNvPr id="1435" name="Google Shape;1435;p135"/>
            <p:cNvSpPr/>
            <p:nvPr/>
          </p:nvSpPr>
          <p:spPr>
            <a:xfrm>
              <a:off x="8104824" y="2467775"/>
              <a:ext cx="10392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chemeClr val="dk1"/>
                  </a:solidFill>
                  <a:latin typeface="Nunito Sans"/>
                  <a:ea typeface="Nunito Sans"/>
                  <a:cs typeface="Nunito Sans"/>
                  <a:sym typeface="Nunito Sans"/>
                </a:rPr>
                <a:t>Offline </a:t>
              </a:r>
              <a:endParaRPr b="1" sz="900">
                <a:solidFill>
                  <a:schemeClr val="dk1"/>
                </a:solidFill>
                <a:latin typeface="Nunito Sans"/>
                <a:ea typeface="Nunito Sans"/>
                <a:cs typeface="Nunito Sans"/>
                <a:sym typeface="Nunito Sans"/>
              </a:endParaRPr>
            </a:p>
            <a:p>
              <a:pPr indent="0" lvl="0" marL="0" rtl="0" algn="l">
                <a:spcBef>
                  <a:spcPts val="0"/>
                </a:spcBef>
                <a:spcAft>
                  <a:spcPts val="0"/>
                </a:spcAft>
                <a:buNone/>
              </a:pPr>
              <a:r>
                <a:rPr b="1" lang="en" sz="900">
                  <a:solidFill>
                    <a:schemeClr val="dk1"/>
                  </a:solidFill>
                  <a:latin typeface="Nunito Sans"/>
                  <a:ea typeface="Nunito Sans"/>
                  <a:cs typeface="Nunito Sans"/>
                  <a:sym typeface="Nunito Sans"/>
                </a:rPr>
                <a:t>channels</a:t>
              </a:r>
              <a:endParaRPr b="1" sz="900">
                <a:solidFill>
                  <a:schemeClr val="dk1"/>
                </a:solidFill>
                <a:latin typeface="Nunito Sans"/>
                <a:ea typeface="Nunito Sans"/>
                <a:cs typeface="Nunito Sans"/>
                <a:sym typeface="Nunito Sans"/>
              </a:endParaRPr>
            </a:p>
          </p:txBody>
        </p:sp>
        <p:sp>
          <p:nvSpPr>
            <p:cNvPr id="1436" name="Google Shape;1436;p135"/>
            <p:cNvSpPr/>
            <p:nvPr/>
          </p:nvSpPr>
          <p:spPr>
            <a:xfrm>
              <a:off x="5476436" y="477214"/>
              <a:ext cx="15249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Nunito Sans"/>
                  <a:ea typeface="Nunito Sans"/>
                  <a:cs typeface="Nunito Sans"/>
                  <a:sym typeface="Nunito Sans"/>
                </a:rPr>
                <a:t>Content marketing</a:t>
              </a:r>
              <a:endParaRPr b="1" sz="900">
                <a:solidFill>
                  <a:schemeClr val="dk1"/>
                </a:solidFill>
                <a:latin typeface="Nunito Sans"/>
                <a:ea typeface="Nunito Sans"/>
                <a:cs typeface="Nunito Sans"/>
                <a:sym typeface="Nunito Sans"/>
              </a:endParaRPr>
            </a:p>
          </p:txBody>
        </p:sp>
        <p:sp>
          <p:nvSpPr>
            <p:cNvPr id="1437" name="Google Shape;1437;p135"/>
            <p:cNvSpPr/>
            <p:nvPr/>
          </p:nvSpPr>
          <p:spPr>
            <a:xfrm>
              <a:off x="5642636" y="4443175"/>
              <a:ext cx="11925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Nunito Sans"/>
                  <a:ea typeface="Nunito Sans"/>
                  <a:cs typeface="Nunito Sans"/>
                  <a:sym typeface="Nunito Sans"/>
                </a:rPr>
                <a:t>Other</a:t>
              </a:r>
              <a:endParaRPr b="1" sz="900">
                <a:solidFill>
                  <a:schemeClr val="dk1"/>
                </a:solidFill>
                <a:latin typeface="Nunito Sans"/>
                <a:ea typeface="Nunito Sans"/>
                <a:cs typeface="Nunito Sans"/>
                <a:sym typeface="Nunito Sans"/>
              </a:endParaRPr>
            </a:p>
          </p:txBody>
        </p:sp>
        <p:sp>
          <p:nvSpPr>
            <p:cNvPr id="1438" name="Google Shape;1438;p135"/>
            <p:cNvSpPr txBox="1"/>
            <p:nvPr/>
          </p:nvSpPr>
          <p:spPr>
            <a:xfrm>
              <a:off x="5486640" y="3717265"/>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39" name="Google Shape;1439;p135"/>
            <p:cNvSpPr txBox="1"/>
            <p:nvPr/>
          </p:nvSpPr>
          <p:spPr>
            <a:xfrm>
              <a:off x="6106895" y="3931116"/>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0" name="Google Shape;1440;p135"/>
            <p:cNvSpPr txBox="1"/>
            <p:nvPr/>
          </p:nvSpPr>
          <p:spPr>
            <a:xfrm>
              <a:off x="6747021" y="3717265"/>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1" name="Google Shape;1441;p135"/>
            <p:cNvSpPr txBox="1"/>
            <p:nvPr/>
          </p:nvSpPr>
          <p:spPr>
            <a:xfrm>
              <a:off x="4669145" y="1895403"/>
              <a:ext cx="435300" cy="323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r">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t/>
              </a:r>
              <a:endParaRPr sz="700">
                <a:solidFill>
                  <a:schemeClr val="dk2"/>
                </a:solidFill>
                <a:latin typeface="Nunito Sans"/>
                <a:ea typeface="Nunito Sans"/>
                <a:cs typeface="Nunito Sans"/>
                <a:sym typeface="Nunito Sans"/>
              </a:endParaRPr>
            </a:p>
          </p:txBody>
        </p:sp>
        <p:sp>
          <p:nvSpPr>
            <p:cNvPr id="1442" name="Google Shape;1442;p135"/>
            <p:cNvSpPr txBox="1"/>
            <p:nvPr/>
          </p:nvSpPr>
          <p:spPr>
            <a:xfrm>
              <a:off x="4592945" y="2427203"/>
              <a:ext cx="4353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r">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3" name="Google Shape;1443;p135"/>
            <p:cNvSpPr txBox="1"/>
            <p:nvPr/>
          </p:nvSpPr>
          <p:spPr>
            <a:xfrm>
              <a:off x="4669145" y="2954192"/>
              <a:ext cx="435300" cy="323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r">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t/>
              </a:r>
              <a:endParaRPr sz="700">
                <a:solidFill>
                  <a:schemeClr val="dk2"/>
                </a:solidFill>
                <a:latin typeface="Nunito Sans"/>
                <a:ea typeface="Nunito Sans"/>
                <a:cs typeface="Nunito Sans"/>
                <a:sym typeface="Nunito Sans"/>
              </a:endParaRPr>
            </a:p>
          </p:txBody>
        </p:sp>
        <p:sp>
          <p:nvSpPr>
            <p:cNvPr id="1444" name="Google Shape;1444;p135"/>
            <p:cNvSpPr txBox="1"/>
            <p:nvPr/>
          </p:nvSpPr>
          <p:spPr>
            <a:xfrm>
              <a:off x="7413284" y="1895403"/>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5" name="Google Shape;1445;p135"/>
            <p:cNvSpPr txBox="1"/>
            <p:nvPr/>
          </p:nvSpPr>
          <p:spPr>
            <a:xfrm>
              <a:off x="7489484" y="2427203"/>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6" name="Google Shape;1446;p135"/>
            <p:cNvSpPr txBox="1"/>
            <p:nvPr/>
          </p:nvSpPr>
          <p:spPr>
            <a:xfrm>
              <a:off x="7413284" y="2954192"/>
              <a:ext cx="4353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7" name="Google Shape;1447;p135"/>
            <p:cNvSpPr txBox="1"/>
            <p:nvPr/>
          </p:nvSpPr>
          <p:spPr>
            <a:xfrm>
              <a:off x="5486640"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8" name="Google Shape;1448;p135"/>
            <p:cNvSpPr txBox="1"/>
            <p:nvPr/>
          </p:nvSpPr>
          <p:spPr>
            <a:xfrm>
              <a:off x="6116831" y="9708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id="1449" name="Google Shape;1449;p135"/>
            <p:cNvSpPr txBox="1"/>
            <p:nvPr/>
          </p:nvSpPr>
          <p:spPr>
            <a:xfrm>
              <a:off x="6747021" y="1123228"/>
              <a:ext cx="435300" cy="323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Channel</a:t>
              </a:r>
              <a:endParaRPr sz="700">
                <a:solidFill>
                  <a:schemeClr val="dk2"/>
                </a:solidFill>
                <a:latin typeface="Nunito Sans"/>
                <a:ea typeface="Nunito Sans"/>
                <a:cs typeface="Nunito Sans"/>
                <a:sym typeface="Nunito Sans"/>
              </a:endParaRPr>
            </a:p>
            <a:p>
              <a:pPr indent="0" lvl="0" marL="0" rtl="0" algn="l">
                <a:spcBef>
                  <a:spcPts val="0"/>
                </a:spcBef>
                <a:spcAft>
                  <a:spcPts val="0"/>
                </a:spcAft>
                <a:buNone/>
              </a:pPr>
              <a:r>
                <a:rPr lang="en" sz="700">
                  <a:solidFill>
                    <a:schemeClr val="dk2"/>
                  </a:solidFill>
                  <a:latin typeface="Nunito Sans"/>
                  <a:ea typeface="Nunito Sans"/>
                  <a:cs typeface="Nunito Sans"/>
                  <a:sym typeface="Nunito Sans"/>
                </a:rPr>
                <a:t>name</a:t>
              </a:r>
              <a:endParaRPr sz="700">
                <a:solidFill>
                  <a:schemeClr val="dk2"/>
                </a:solidFill>
                <a:latin typeface="Nunito Sans"/>
                <a:ea typeface="Nunito Sans"/>
                <a:cs typeface="Nunito Sans"/>
                <a:sym typeface="Nunito Sans"/>
              </a:endParaRPr>
            </a:p>
          </p:txBody>
        </p:sp>
        <p:sp>
          <p:nvSpPr>
            <p:cNvPr descr="An icon of a house and a plus sign. " id="1450" name="Google Shape;1450;p135"/>
            <p:cNvSpPr/>
            <p:nvPr/>
          </p:nvSpPr>
          <p:spPr>
            <a:xfrm>
              <a:off x="5570178" y="3449119"/>
              <a:ext cx="208002" cy="180456"/>
            </a:xfrm>
            <a:custGeom>
              <a:rect b="b" l="l" r="r" t="t"/>
              <a:pathLst>
                <a:path extrusionOk="0" h="14550" w="16771">
                  <a:moveTo>
                    <a:pt x="851" y="0"/>
                  </a:moveTo>
                  <a:lnTo>
                    <a:pt x="851" y="1228"/>
                  </a:lnTo>
                  <a:lnTo>
                    <a:pt x="12330" y="1228"/>
                  </a:lnTo>
                  <a:lnTo>
                    <a:pt x="12330" y="0"/>
                  </a:lnTo>
                  <a:close/>
                  <a:moveTo>
                    <a:pt x="11338" y="3590"/>
                  </a:moveTo>
                  <a:lnTo>
                    <a:pt x="11952" y="6377"/>
                  </a:lnTo>
                  <a:lnTo>
                    <a:pt x="1229" y="6377"/>
                  </a:lnTo>
                  <a:lnTo>
                    <a:pt x="1843" y="3590"/>
                  </a:lnTo>
                  <a:close/>
                  <a:moveTo>
                    <a:pt x="6473" y="7606"/>
                  </a:moveTo>
                  <a:lnTo>
                    <a:pt x="6473" y="11196"/>
                  </a:lnTo>
                  <a:lnTo>
                    <a:pt x="2079" y="11196"/>
                  </a:lnTo>
                  <a:lnTo>
                    <a:pt x="2079" y="7606"/>
                  </a:lnTo>
                  <a:close/>
                  <a:moveTo>
                    <a:pt x="851" y="2409"/>
                  </a:moveTo>
                  <a:lnTo>
                    <a:pt x="1" y="6377"/>
                  </a:lnTo>
                  <a:lnTo>
                    <a:pt x="1" y="7606"/>
                  </a:lnTo>
                  <a:lnTo>
                    <a:pt x="898" y="7606"/>
                  </a:lnTo>
                  <a:lnTo>
                    <a:pt x="898" y="12377"/>
                  </a:lnTo>
                  <a:lnTo>
                    <a:pt x="7654" y="12377"/>
                  </a:lnTo>
                  <a:lnTo>
                    <a:pt x="7654" y="7606"/>
                  </a:lnTo>
                  <a:lnTo>
                    <a:pt x="11102" y="7606"/>
                  </a:lnTo>
                  <a:lnTo>
                    <a:pt x="11102" y="10062"/>
                  </a:lnTo>
                  <a:lnTo>
                    <a:pt x="12283" y="10062"/>
                  </a:lnTo>
                  <a:lnTo>
                    <a:pt x="12283" y="7606"/>
                  </a:lnTo>
                  <a:lnTo>
                    <a:pt x="13181" y="7606"/>
                  </a:lnTo>
                  <a:lnTo>
                    <a:pt x="13181" y="6377"/>
                  </a:lnTo>
                  <a:lnTo>
                    <a:pt x="12330" y="2409"/>
                  </a:lnTo>
                  <a:close/>
                  <a:moveTo>
                    <a:pt x="13181" y="8598"/>
                  </a:moveTo>
                  <a:lnTo>
                    <a:pt x="13181" y="10960"/>
                  </a:lnTo>
                  <a:lnTo>
                    <a:pt x="10771" y="10960"/>
                  </a:lnTo>
                  <a:lnTo>
                    <a:pt x="10771" y="12188"/>
                  </a:lnTo>
                  <a:lnTo>
                    <a:pt x="13181" y="12188"/>
                  </a:lnTo>
                  <a:lnTo>
                    <a:pt x="13181" y="14550"/>
                  </a:lnTo>
                  <a:lnTo>
                    <a:pt x="14362" y="14550"/>
                  </a:lnTo>
                  <a:lnTo>
                    <a:pt x="14362" y="12188"/>
                  </a:lnTo>
                  <a:lnTo>
                    <a:pt x="16771" y="12188"/>
                  </a:lnTo>
                  <a:lnTo>
                    <a:pt x="16771" y="10960"/>
                  </a:lnTo>
                  <a:lnTo>
                    <a:pt x="14362" y="10960"/>
                  </a:lnTo>
                  <a:lnTo>
                    <a:pt x="14362" y="859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a cursor clicking on a hotspot. " id="1451" name="Google Shape;1451;p135"/>
            <p:cNvSpPr/>
            <p:nvPr/>
          </p:nvSpPr>
          <p:spPr>
            <a:xfrm>
              <a:off x="6184511" y="3643173"/>
              <a:ext cx="202731" cy="202719"/>
            </a:xfrm>
            <a:custGeom>
              <a:rect b="b" l="l" r="r" t="t"/>
              <a:pathLst>
                <a:path extrusionOk="0" h="16345" w="16346">
                  <a:moveTo>
                    <a:pt x="7512" y="3212"/>
                  </a:moveTo>
                  <a:lnTo>
                    <a:pt x="7039" y="3307"/>
                  </a:lnTo>
                  <a:lnTo>
                    <a:pt x="6567" y="3401"/>
                  </a:lnTo>
                  <a:lnTo>
                    <a:pt x="6142" y="3543"/>
                  </a:lnTo>
                  <a:lnTo>
                    <a:pt x="5716" y="3732"/>
                  </a:lnTo>
                  <a:lnTo>
                    <a:pt x="5339" y="3968"/>
                  </a:lnTo>
                  <a:lnTo>
                    <a:pt x="4961" y="4252"/>
                  </a:lnTo>
                  <a:lnTo>
                    <a:pt x="4630" y="4582"/>
                  </a:lnTo>
                  <a:lnTo>
                    <a:pt x="4299" y="4960"/>
                  </a:lnTo>
                  <a:lnTo>
                    <a:pt x="4016" y="5338"/>
                  </a:lnTo>
                  <a:lnTo>
                    <a:pt x="3780" y="5716"/>
                  </a:lnTo>
                  <a:lnTo>
                    <a:pt x="3543" y="6141"/>
                  </a:lnTo>
                  <a:lnTo>
                    <a:pt x="3402" y="6566"/>
                  </a:lnTo>
                  <a:lnTo>
                    <a:pt x="3307" y="7039"/>
                  </a:lnTo>
                  <a:lnTo>
                    <a:pt x="3213" y="7511"/>
                  </a:lnTo>
                  <a:lnTo>
                    <a:pt x="3213" y="7983"/>
                  </a:lnTo>
                  <a:lnTo>
                    <a:pt x="3213" y="8456"/>
                  </a:lnTo>
                  <a:lnTo>
                    <a:pt x="3307" y="8928"/>
                  </a:lnTo>
                  <a:lnTo>
                    <a:pt x="3402" y="9353"/>
                  </a:lnTo>
                  <a:lnTo>
                    <a:pt x="3543" y="9779"/>
                  </a:lnTo>
                  <a:lnTo>
                    <a:pt x="3732" y="10204"/>
                  </a:lnTo>
                  <a:lnTo>
                    <a:pt x="3969" y="10582"/>
                  </a:lnTo>
                  <a:lnTo>
                    <a:pt x="4205" y="10959"/>
                  </a:lnTo>
                  <a:lnTo>
                    <a:pt x="4535" y="11290"/>
                  </a:lnTo>
                  <a:lnTo>
                    <a:pt x="4866" y="11621"/>
                  </a:lnTo>
                  <a:lnTo>
                    <a:pt x="5244" y="11904"/>
                  </a:lnTo>
                  <a:lnTo>
                    <a:pt x="5575" y="12140"/>
                  </a:lnTo>
                  <a:lnTo>
                    <a:pt x="6000" y="12329"/>
                  </a:lnTo>
                  <a:lnTo>
                    <a:pt x="6425" y="12518"/>
                  </a:lnTo>
                  <a:lnTo>
                    <a:pt x="6850" y="12660"/>
                  </a:lnTo>
                  <a:lnTo>
                    <a:pt x="7275" y="12707"/>
                  </a:lnTo>
                  <a:lnTo>
                    <a:pt x="7748" y="12755"/>
                  </a:lnTo>
                  <a:lnTo>
                    <a:pt x="7275" y="11101"/>
                  </a:lnTo>
                  <a:lnTo>
                    <a:pt x="6756" y="10912"/>
                  </a:lnTo>
                  <a:lnTo>
                    <a:pt x="6283" y="10676"/>
                  </a:lnTo>
                  <a:lnTo>
                    <a:pt x="5858" y="10393"/>
                  </a:lnTo>
                  <a:lnTo>
                    <a:pt x="5480" y="9967"/>
                  </a:lnTo>
                  <a:lnTo>
                    <a:pt x="5197" y="9542"/>
                  </a:lnTo>
                  <a:lnTo>
                    <a:pt x="4961" y="9070"/>
                  </a:lnTo>
                  <a:lnTo>
                    <a:pt x="4866" y="8550"/>
                  </a:lnTo>
                  <a:lnTo>
                    <a:pt x="4819" y="7983"/>
                  </a:lnTo>
                  <a:lnTo>
                    <a:pt x="4819" y="7653"/>
                  </a:lnTo>
                  <a:lnTo>
                    <a:pt x="4866" y="7369"/>
                  </a:lnTo>
                  <a:lnTo>
                    <a:pt x="4961" y="7039"/>
                  </a:lnTo>
                  <a:lnTo>
                    <a:pt x="5055" y="6755"/>
                  </a:lnTo>
                  <a:lnTo>
                    <a:pt x="5150" y="6472"/>
                  </a:lnTo>
                  <a:lnTo>
                    <a:pt x="5339" y="6236"/>
                  </a:lnTo>
                  <a:lnTo>
                    <a:pt x="5527" y="5952"/>
                  </a:lnTo>
                  <a:lnTo>
                    <a:pt x="5764" y="5716"/>
                  </a:lnTo>
                  <a:lnTo>
                    <a:pt x="6000" y="5527"/>
                  </a:lnTo>
                  <a:lnTo>
                    <a:pt x="6236" y="5338"/>
                  </a:lnTo>
                  <a:lnTo>
                    <a:pt x="6519" y="5149"/>
                  </a:lnTo>
                  <a:lnTo>
                    <a:pt x="6756" y="5007"/>
                  </a:lnTo>
                  <a:lnTo>
                    <a:pt x="7039" y="4913"/>
                  </a:lnTo>
                  <a:lnTo>
                    <a:pt x="7370" y="4866"/>
                  </a:lnTo>
                  <a:lnTo>
                    <a:pt x="7653" y="4818"/>
                  </a:lnTo>
                  <a:lnTo>
                    <a:pt x="8551" y="4818"/>
                  </a:lnTo>
                  <a:lnTo>
                    <a:pt x="9070" y="4960"/>
                  </a:lnTo>
                  <a:lnTo>
                    <a:pt x="9543" y="5196"/>
                  </a:lnTo>
                  <a:lnTo>
                    <a:pt x="9968" y="5480"/>
                  </a:lnTo>
                  <a:lnTo>
                    <a:pt x="10393" y="5858"/>
                  </a:lnTo>
                  <a:lnTo>
                    <a:pt x="10677" y="6283"/>
                  </a:lnTo>
                  <a:lnTo>
                    <a:pt x="10960" y="6755"/>
                  </a:lnTo>
                  <a:lnTo>
                    <a:pt x="11102" y="7228"/>
                  </a:lnTo>
                  <a:lnTo>
                    <a:pt x="12802" y="7747"/>
                  </a:lnTo>
                  <a:lnTo>
                    <a:pt x="12755" y="7275"/>
                  </a:lnTo>
                  <a:lnTo>
                    <a:pt x="12661" y="6850"/>
                  </a:lnTo>
                  <a:lnTo>
                    <a:pt x="12519" y="6377"/>
                  </a:lnTo>
                  <a:lnTo>
                    <a:pt x="12377" y="5999"/>
                  </a:lnTo>
                  <a:lnTo>
                    <a:pt x="12141" y="5574"/>
                  </a:lnTo>
                  <a:lnTo>
                    <a:pt x="11905" y="5196"/>
                  </a:lnTo>
                  <a:lnTo>
                    <a:pt x="11621" y="4866"/>
                  </a:lnTo>
                  <a:lnTo>
                    <a:pt x="11291" y="4535"/>
                  </a:lnTo>
                  <a:lnTo>
                    <a:pt x="10960" y="4204"/>
                  </a:lnTo>
                  <a:lnTo>
                    <a:pt x="10582" y="3921"/>
                  </a:lnTo>
                  <a:lnTo>
                    <a:pt x="10204" y="3732"/>
                  </a:lnTo>
                  <a:lnTo>
                    <a:pt x="9779" y="3543"/>
                  </a:lnTo>
                  <a:lnTo>
                    <a:pt x="9354" y="3401"/>
                  </a:lnTo>
                  <a:lnTo>
                    <a:pt x="8929" y="3307"/>
                  </a:lnTo>
                  <a:lnTo>
                    <a:pt x="8456" y="3212"/>
                  </a:lnTo>
                  <a:close/>
                  <a:moveTo>
                    <a:pt x="7984" y="0"/>
                  </a:moveTo>
                  <a:lnTo>
                    <a:pt x="7181" y="47"/>
                  </a:lnTo>
                  <a:lnTo>
                    <a:pt x="6378" y="189"/>
                  </a:lnTo>
                  <a:lnTo>
                    <a:pt x="5622" y="378"/>
                  </a:lnTo>
                  <a:lnTo>
                    <a:pt x="4866" y="661"/>
                  </a:lnTo>
                  <a:lnTo>
                    <a:pt x="4205" y="992"/>
                  </a:lnTo>
                  <a:lnTo>
                    <a:pt x="3543" y="1370"/>
                  </a:lnTo>
                  <a:lnTo>
                    <a:pt x="2929" y="1842"/>
                  </a:lnTo>
                  <a:lnTo>
                    <a:pt x="2362" y="2362"/>
                  </a:lnTo>
                  <a:lnTo>
                    <a:pt x="1843" y="2929"/>
                  </a:lnTo>
                  <a:lnTo>
                    <a:pt x="1370" y="3496"/>
                  </a:lnTo>
                  <a:lnTo>
                    <a:pt x="992" y="4157"/>
                  </a:lnTo>
                  <a:lnTo>
                    <a:pt x="662" y="4866"/>
                  </a:lnTo>
                  <a:lnTo>
                    <a:pt x="378" y="5621"/>
                  </a:lnTo>
                  <a:lnTo>
                    <a:pt x="189" y="6377"/>
                  </a:lnTo>
                  <a:lnTo>
                    <a:pt x="48" y="7180"/>
                  </a:lnTo>
                  <a:lnTo>
                    <a:pt x="0" y="7983"/>
                  </a:lnTo>
                  <a:lnTo>
                    <a:pt x="48" y="8786"/>
                  </a:lnTo>
                  <a:lnTo>
                    <a:pt x="189" y="9590"/>
                  </a:lnTo>
                  <a:lnTo>
                    <a:pt x="378" y="10345"/>
                  </a:lnTo>
                  <a:lnTo>
                    <a:pt x="662" y="11101"/>
                  </a:lnTo>
                  <a:lnTo>
                    <a:pt x="992" y="11810"/>
                  </a:lnTo>
                  <a:lnTo>
                    <a:pt x="1370" y="12471"/>
                  </a:lnTo>
                  <a:lnTo>
                    <a:pt x="1843" y="13085"/>
                  </a:lnTo>
                  <a:lnTo>
                    <a:pt x="2362" y="13605"/>
                  </a:lnTo>
                  <a:lnTo>
                    <a:pt x="2929" y="14124"/>
                  </a:lnTo>
                  <a:lnTo>
                    <a:pt x="3543" y="14597"/>
                  </a:lnTo>
                  <a:lnTo>
                    <a:pt x="4205" y="14975"/>
                  </a:lnTo>
                  <a:lnTo>
                    <a:pt x="4866" y="15353"/>
                  </a:lnTo>
                  <a:lnTo>
                    <a:pt x="5622" y="15589"/>
                  </a:lnTo>
                  <a:lnTo>
                    <a:pt x="6378" y="15825"/>
                  </a:lnTo>
                  <a:lnTo>
                    <a:pt x="7181" y="15920"/>
                  </a:lnTo>
                  <a:lnTo>
                    <a:pt x="7984" y="15967"/>
                  </a:lnTo>
                  <a:lnTo>
                    <a:pt x="8362" y="15967"/>
                  </a:lnTo>
                  <a:lnTo>
                    <a:pt x="8692" y="15920"/>
                  </a:lnTo>
                  <a:lnTo>
                    <a:pt x="8220" y="14361"/>
                  </a:lnTo>
                  <a:lnTo>
                    <a:pt x="7984" y="14361"/>
                  </a:lnTo>
                  <a:lnTo>
                    <a:pt x="7323" y="14313"/>
                  </a:lnTo>
                  <a:lnTo>
                    <a:pt x="6708" y="14266"/>
                  </a:lnTo>
                  <a:lnTo>
                    <a:pt x="6094" y="14124"/>
                  </a:lnTo>
                  <a:lnTo>
                    <a:pt x="5527" y="13888"/>
                  </a:lnTo>
                  <a:lnTo>
                    <a:pt x="4961" y="13652"/>
                  </a:lnTo>
                  <a:lnTo>
                    <a:pt x="4441" y="13321"/>
                  </a:lnTo>
                  <a:lnTo>
                    <a:pt x="3969" y="12944"/>
                  </a:lnTo>
                  <a:lnTo>
                    <a:pt x="3449" y="12518"/>
                  </a:lnTo>
                  <a:lnTo>
                    <a:pt x="3024" y="12046"/>
                  </a:lnTo>
                  <a:lnTo>
                    <a:pt x="2646" y="11526"/>
                  </a:lnTo>
                  <a:lnTo>
                    <a:pt x="2362" y="11007"/>
                  </a:lnTo>
                  <a:lnTo>
                    <a:pt x="2079" y="10440"/>
                  </a:lnTo>
                  <a:lnTo>
                    <a:pt x="1890" y="9873"/>
                  </a:lnTo>
                  <a:lnTo>
                    <a:pt x="1748" y="9259"/>
                  </a:lnTo>
                  <a:lnTo>
                    <a:pt x="1654" y="8645"/>
                  </a:lnTo>
                  <a:lnTo>
                    <a:pt x="1607" y="7983"/>
                  </a:lnTo>
                  <a:lnTo>
                    <a:pt x="1654" y="7322"/>
                  </a:lnTo>
                  <a:lnTo>
                    <a:pt x="1748" y="6708"/>
                  </a:lnTo>
                  <a:lnTo>
                    <a:pt x="1890" y="6094"/>
                  </a:lnTo>
                  <a:lnTo>
                    <a:pt x="2079" y="5527"/>
                  </a:lnTo>
                  <a:lnTo>
                    <a:pt x="2362" y="4960"/>
                  </a:lnTo>
                  <a:lnTo>
                    <a:pt x="2646" y="4441"/>
                  </a:lnTo>
                  <a:lnTo>
                    <a:pt x="3024" y="3921"/>
                  </a:lnTo>
                  <a:lnTo>
                    <a:pt x="3449" y="3448"/>
                  </a:lnTo>
                  <a:lnTo>
                    <a:pt x="3969" y="3023"/>
                  </a:lnTo>
                  <a:lnTo>
                    <a:pt x="4441" y="2645"/>
                  </a:lnTo>
                  <a:lnTo>
                    <a:pt x="4961" y="2315"/>
                  </a:lnTo>
                  <a:lnTo>
                    <a:pt x="5527" y="2079"/>
                  </a:lnTo>
                  <a:lnTo>
                    <a:pt x="6094" y="1890"/>
                  </a:lnTo>
                  <a:lnTo>
                    <a:pt x="6708" y="1701"/>
                  </a:lnTo>
                  <a:lnTo>
                    <a:pt x="7323" y="1653"/>
                  </a:lnTo>
                  <a:lnTo>
                    <a:pt x="7984" y="1606"/>
                  </a:lnTo>
                  <a:lnTo>
                    <a:pt x="8645" y="1653"/>
                  </a:lnTo>
                  <a:lnTo>
                    <a:pt x="9259" y="1701"/>
                  </a:lnTo>
                  <a:lnTo>
                    <a:pt x="9873" y="1890"/>
                  </a:lnTo>
                  <a:lnTo>
                    <a:pt x="10440" y="2079"/>
                  </a:lnTo>
                  <a:lnTo>
                    <a:pt x="11007" y="2315"/>
                  </a:lnTo>
                  <a:lnTo>
                    <a:pt x="11527" y="2645"/>
                  </a:lnTo>
                  <a:lnTo>
                    <a:pt x="12046" y="3023"/>
                  </a:lnTo>
                  <a:lnTo>
                    <a:pt x="12519" y="3448"/>
                  </a:lnTo>
                  <a:lnTo>
                    <a:pt x="12944" y="3921"/>
                  </a:lnTo>
                  <a:lnTo>
                    <a:pt x="13322" y="4441"/>
                  </a:lnTo>
                  <a:lnTo>
                    <a:pt x="13653" y="4960"/>
                  </a:lnTo>
                  <a:lnTo>
                    <a:pt x="13889" y="5527"/>
                  </a:lnTo>
                  <a:lnTo>
                    <a:pt x="14125" y="6094"/>
                  </a:lnTo>
                  <a:lnTo>
                    <a:pt x="14267" y="6708"/>
                  </a:lnTo>
                  <a:lnTo>
                    <a:pt x="14361" y="7322"/>
                  </a:lnTo>
                  <a:lnTo>
                    <a:pt x="14361" y="7983"/>
                  </a:lnTo>
                  <a:lnTo>
                    <a:pt x="14361" y="8220"/>
                  </a:lnTo>
                  <a:lnTo>
                    <a:pt x="15920" y="8692"/>
                  </a:lnTo>
                  <a:lnTo>
                    <a:pt x="15967" y="8361"/>
                  </a:lnTo>
                  <a:lnTo>
                    <a:pt x="15967" y="7983"/>
                  </a:lnTo>
                  <a:lnTo>
                    <a:pt x="15920" y="7180"/>
                  </a:lnTo>
                  <a:lnTo>
                    <a:pt x="15826" y="6377"/>
                  </a:lnTo>
                  <a:lnTo>
                    <a:pt x="15637" y="5621"/>
                  </a:lnTo>
                  <a:lnTo>
                    <a:pt x="15353" y="4866"/>
                  </a:lnTo>
                  <a:lnTo>
                    <a:pt x="14975" y="4157"/>
                  </a:lnTo>
                  <a:lnTo>
                    <a:pt x="14597" y="3496"/>
                  </a:lnTo>
                  <a:lnTo>
                    <a:pt x="14125" y="2929"/>
                  </a:lnTo>
                  <a:lnTo>
                    <a:pt x="13653" y="2362"/>
                  </a:lnTo>
                  <a:lnTo>
                    <a:pt x="13086" y="1842"/>
                  </a:lnTo>
                  <a:lnTo>
                    <a:pt x="12472" y="1370"/>
                  </a:lnTo>
                  <a:lnTo>
                    <a:pt x="11810" y="992"/>
                  </a:lnTo>
                  <a:lnTo>
                    <a:pt x="11102" y="661"/>
                  </a:lnTo>
                  <a:lnTo>
                    <a:pt x="10346" y="378"/>
                  </a:lnTo>
                  <a:lnTo>
                    <a:pt x="9590" y="189"/>
                  </a:lnTo>
                  <a:lnTo>
                    <a:pt x="8787" y="47"/>
                  </a:lnTo>
                  <a:lnTo>
                    <a:pt x="7984" y="0"/>
                  </a:lnTo>
                  <a:close/>
                  <a:moveTo>
                    <a:pt x="7984" y="7983"/>
                  </a:moveTo>
                  <a:lnTo>
                    <a:pt x="10393" y="15967"/>
                  </a:lnTo>
                  <a:lnTo>
                    <a:pt x="11385" y="12944"/>
                  </a:lnTo>
                  <a:lnTo>
                    <a:pt x="14786" y="16345"/>
                  </a:lnTo>
                  <a:lnTo>
                    <a:pt x="16345" y="14786"/>
                  </a:lnTo>
                  <a:lnTo>
                    <a:pt x="12944" y="11385"/>
                  </a:lnTo>
                  <a:lnTo>
                    <a:pt x="15967" y="10393"/>
                  </a:lnTo>
                  <a:lnTo>
                    <a:pt x="7984" y="7983"/>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with two mobile devices." id="1452" name="Google Shape;1452;p135"/>
            <p:cNvSpPr/>
            <p:nvPr/>
          </p:nvSpPr>
          <p:spPr>
            <a:xfrm>
              <a:off x="5177987" y="3041643"/>
              <a:ext cx="188084" cy="148235"/>
            </a:xfrm>
            <a:custGeom>
              <a:rect b="b" l="l" r="r" t="t"/>
              <a:pathLst>
                <a:path extrusionOk="0" h="11952" w="15165">
                  <a:moveTo>
                    <a:pt x="13936" y="4157"/>
                  </a:moveTo>
                  <a:lnTo>
                    <a:pt x="13936" y="10156"/>
                  </a:lnTo>
                  <a:lnTo>
                    <a:pt x="10440" y="10156"/>
                  </a:lnTo>
                  <a:lnTo>
                    <a:pt x="10440" y="4157"/>
                  </a:lnTo>
                  <a:close/>
                  <a:moveTo>
                    <a:pt x="3024" y="0"/>
                  </a:moveTo>
                  <a:lnTo>
                    <a:pt x="2740" y="47"/>
                  </a:lnTo>
                  <a:lnTo>
                    <a:pt x="2457" y="94"/>
                  </a:lnTo>
                  <a:lnTo>
                    <a:pt x="2221" y="236"/>
                  </a:lnTo>
                  <a:lnTo>
                    <a:pt x="1985" y="425"/>
                  </a:lnTo>
                  <a:lnTo>
                    <a:pt x="1796" y="661"/>
                  </a:lnTo>
                  <a:lnTo>
                    <a:pt x="1701" y="898"/>
                  </a:lnTo>
                  <a:lnTo>
                    <a:pt x="1607" y="1181"/>
                  </a:lnTo>
                  <a:lnTo>
                    <a:pt x="1559" y="1464"/>
                  </a:lnTo>
                  <a:lnTo>
                    <a:pt x="1559" y="10156"/>
                  </a:lnTo>
                  <a:lnTo>
                    <a:pt x="1" y="10156"/>
                  </a:lnTo>
                  <a:lnTo>
                    <a:pt x="1" y="11951"/>
                  </a:lnTo>
                  <a:lnTo>
                    <a:pt x="7370" y="11951"/>
                  </a:lnTo>
                  <a:lnTo>
                    <a:pt x="7370" y="10156"/>
                  </a:lnTo>
                  <a:lnTo>
                    <a:pt x="2788" y="10156"/>
                  </a:lnTo>
                  <a:lnTo>
                    <a:pt x="2788" y="1464"/>
                  </a:lnTo>
                  <a:lnTo>
                    <a:pt x="2788" y="1370"/>
                  </a:lnTo>
                  <a:lnTo>
                    <a:pt x="2835" y="1275"/>
                  </a:lnTo>
                  <a:lnTo>
                    <a:pt x="2929" y="1228"/>
                  </a:lnTo>
                  <a:lnTo>
                    <a:pt x="3024" y="1181"/>
                  </a:lnTo>
                  <a:lnTo>
                    <a:pt x="14314" y="1181"/>
                  </a:lnTo>
                  <a:lnTo>
                    <a:pt x="14314" y="0"/>
                  </a:lnTo>
                  <a:close/>
                  <a:moveTo>
                    <a:pt x="9968" y="2929"/>
                  </a:moveTo>
                  <a:lnTo>
                    <a:pt x="9685" y="2976"/>
                  </a:lnTo>
                  <a:lnTo>
                    <a:pt x="9590" y="3071"/>
                  </a:lnTo>
                  <a:lnTo>
                    <a:pt x="9448" y="3165"/>
                  </a:lnTo>
                  <a:lnTo>
                    <a:pt x="9354" y="3259"/>
                  </a:lnTo>
                  <a:lnTo>
                    <a:pt x="9307" y="3401"/>
                  </a:lnTo>
                  <a:lnTo>
                    <a:pt x="9259" y="3685"/>
                  </a:lnTo>
                  <a:lnTo>
                    <a:pt x="9259" y="11243"/>
                  </a:lnTo>
                  <a:lnTo>
                    <a:pt x="9307" y="11526"/>
                  </a:lnTo>
                  <a:lnTo>
                    <a:pt x="9354" y="11668"/>
                  </a:lnTo>
                  <a:lnTo>
                    <a:pt x="9448" y="11763"/>
                  </a:lnTo>
                  <a:lnTo>
                    <a:pt x="9590" y="11857"/>
                  </a:lnTo>
                  <a:lnTo>
                    <a:pt x="9685" y="11904"/>
                  </a:lnTo>
                  <a:lnTo>
                    <a:pt x="9968" y="11951"/>
                  </a:lnTo>
                  <a:lnTo>
                    <a:pt x="14408" y="11951"/>
                  </a:lnTo>
                  <a:lnTo>
                    <a:pt x="14692" y="11904"/>
                  </a:lnTo>
                  <a:lnTo>
                    <a:pt x="14834" y="11857"/>
                  </a:lnTo>
                  <a:lnTo>
                    <a:pt x="14928" y="11763"/>
                  </a:lnTo>
                  <a:lnTo>
                    <a:pt x="15023" y="11668"/>
                  </a:lnTo>
                  <a:lnTo>
                    <a:pt x="15070" y="11526"/>
                  </a:lnTo>
                  <a:lnTo>
                    <a:pt x="15164" y="11243"/>
                  </a:lnTo>
                  <a:lnTo>
                    <a:pt x="15164" y="3685"/>
                  </a:lnTo>
                  <a:lnTo>
                    <a:pt x="15070" y="3401"/>
                  </a:lnTo>
                  <a:lnTo>
                    <a:pt x="15023" y="3259"/>
                  </a:lnTo>
                  <a:lnTo>
                    <a:pt x="14928" y="3165"/>
                  </a:lnTo>
                  <a:lnTo>
                    <a:pt x="14834" y="3071"/>
                  </a:lnTo>
                  <a:lnTo>
                    <a:pt x="14692" y="2976"/>
                  </a:lnTo>
                  <a:lnTo>
                    <a:pt x="14408" y="292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an ascending bar graph and line graph. " id="1453" name="Google Shape;1453;p135"/>
            <p:cNvSpPr/>
            <p:nvPr/>
          </p:nvSpPr>
          <p:spPr>
            <a:xfrm>
              <a:off x="6785616" y="3445548"/>
              <a:ext cx="178125" cy="178112"/>
            </a:xfrm>
            <a:custGeom>
              <a:rect b="b" l="l" r="r" t="t"/>
              <a:pathLst>
                <a:path extrusionOk="0" h="14361" w="14362">
                  <a:moveTo>
                    <a:pt x="14362" y="0"/>
                  </a:moveTo>
                  <a:lnTo>
                    <a:pt x="8787" y="5574"/>
                  </a:lnTo>
                  <a:lnTo>
                    <a:pt x="5575" y="2362"/>
                  </a:lnTo>
                  <a:lnTo>
                    <a:pt x="1" y="7984"/>
                  </a:lnTo>
                  <a:lnTo>
                    <a:pt x="1" y="10204"/>
                  </a:lnTo>
                  <a:lnTo>
                    <a:pt x="5575" y="4630"/>
                  </a:lnTo>
                  <a:lnTo>
                    <a:pt x="8787" y="7842"/>
                  </a:lnTo>
                  <a:lnTo>
                    <a:pt x="14362" y="2268"/>
                  </a:lnTo>
                  <a:lnTo>
                    <a:pt x="14362" y="0"/>
                  </a:lnTo>
                  <a:close/>
                  <a:moveTo>
                    <a:pt x="1607" y="11149"/>
                  </a:moveTo>
                  <a:lnTo>
                    <a:pt x="1" y="12755"/>
                  </a:lnTo>
                  <a:lnTo>
                    <a:pt x="1" y="14361"/>
                  </a:lnTo>
                  <a:lnTo>
                    <a:pt x="1607" y="14361"/>
                  </a:lnTo>
                  <a:lnTo>
                    <a:pt x="1607" y="11149"/>
                  </a:lnTo>
                  <a:close/>
                  <a:moveTo>
                    <a:pt x="4772" y="7984"/>
                  </a:moveTo>
                  <a:lnTo>
                    <a:pt x="3166" y="9542"/>
                  </a:lnTo>
                  <a:lnTo>
                    <a:pt x="3166" y="14361"/>
                  </a:lnTo>
                  <a:lnTo>
                    <a:pt x="4772" y="14361"/>
                  </a:lnTo>
                  <a:lnTo>
                    <a:pt x="4772" y="7984"/>
                  </a:lnTo>
                  <a:close/>
                  <a:moveTo>
                    <a:pt x="6378" y="7984"/>
                  </a:moveTo>
                  <a:lnTo>
                    <a:pt x="6378" y="14361"/>
                  </a:lnTo>
                  <a:lnTo>
                    <a:pt x="7984" y="14361"/>
                  </a:lnTo>
                  <a:lnTo>
                    <a:pt x="7984" y="9590"/>
                  </a:lnTo>
                  <a:lnTo>
                    <a:pt x="6378" y="7984"/>
                  </a:lnTo>
                  <a:close/>
                  <a:moveTo>
                    <a:pt x="11149" y="7984"/>
                  </a:moveTo>
                  <a:lnTo>
                    <a:pt x="9543" y="9590"/>
                  </a:lnTo>
                  <a:lnTo>
                    <a:pt x="9543" y="14361"/>
                  </a:lnTo>
                  <a:lnTo>
                    <a:pt x="11149" y="14361"/>
                  </a:lnTo>
                  <a:lnTo>
                    <a:pt x="11149" y="7984"/>
                  </a:lnTo>
                  <a:close/>
                  <a:moveTo>
                    <a:pt x="14362" y="4771"/>
                  </a:moveTo>
                  <a:lnTo>
                    <a:pt x="12755" y="6377"/>
                  </a:lnTo>
                  <a:lnTo>
                    <a:pt x="12755" y="14361"/>
                  </a:lnTo>
                  <a:lnTo>
                    <a:pt x="14362" y="14361"/>
                  </a:lnTo>
                  <a:lnTo>
                    <a:pt x="14362" y="477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pair of dollar bills" id="1454" name="Google Shape;1454;p135"/>
            <p:cNvSpPr/>
            <p:nvPr/>
          </p:nvSpPr>
          <p:spPr>
            <a:xfrm>
              <a:off x="6774482" y="1602120"/>
              <a:ext cx="200387" cy="145308"/>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a magnifying glass examining a graph." id="1455" name="Google Shape;1455;p135"/>
            <p:cNvSpPr/>
            <p:nvPr/>
          </p:nvSpPr>
          <p:spPr>
            <a:xfrm>
              <a:off x="7080715" y="1956280"/>
              <a:ext cx="187501" cy="198031"/>
            </a:xfrm>
            <a:custGeom>
              <a:rect b="b" l="l" r="r" t="t"/>
              <a:pathLst>
                <a:path extrusionOk="0" h="15967" w="15118">
                  <a:moveTo>
                    <a:pt x="14173" y="0"/>
                  </a:moveTo>
                  <a:lnTo>
                    <a:pt x="11480" y="4299"/>
                  </a:lnTo>
                  <a:lnTo>
                    <a:pt x="9118" y="756"/>
                  </a:lnTo>
                  <a:lnTo>
                    <a:pt x="6000" y="5811"/>
                  </a:lnTo>
                  <a:lnTo>
                    <a:pt x="3686" y="3071"/>
                  </a:lnTo>
                  <a:lnTo>
                    <a:pt x="1" y="8976"/>
                  </a:lnTo>
                  <a:lnTo>
                    <a:pt x="946" y="9684"/>
                  </a:lnTo>
                  <a:lnTo>
                    <a:pt x="3827" y="5102"/>
                  </a:lnTo>
                  <a:lnTo>
                    <a:pt x="6189" y="7842"/>
                  </a:lnTo>
                  <a:lnTo>
                    <a:pt x="9165" y="2976"/>
                  </a:lnTo>
                  <a:lnTo>
                    <a:pt x="11480" y="6472"/>
                  </a:lnTo>
                  <a:lnTo>
                    <a:pt x="15117" y="709"/>
                  </a:lnTo>
                  <a:lnTo>
                    <a:pt x="14173" y="0"/>
                  </a:lnTo>
                  <a:close/>
                  <a:moveTo>
                    <a:pt x="10205" y="8881"/>
                  </a:moveTo>
                  <a:lnTo>
                    <a:pt x="10630" y="8928"/>
                  </a:lnTo>
                  <a:lnTo>
                    <a:pt x="11008" y="9023"/>
                  </a:lnTo>
                  <a:lnTo>
                    <a:pt x="11386" y="9212"/>
                  </a:lnTo>
                  <a:lnTo>
                    <a:pt x="11716" y="9495"/>
                  </a:lnTo>
                  <a:lnTo>
                    <a:pt x="12000" y="9826"/>
                  </a:lnTo>
                  <a:lnTo>
                    <a:pt x="12189" y="10204"/>
                  </a:lnTo>
                  <a:lnTo>
                    <a:pt x="12283" y="10582"/>
                  </a:lnTo>
                  <a:lnTo>
                    <a:pt x="12330" y="11007"/>
                  </a:lnTo>
                  <a:lnTo>
                    <a:pt x="12283" y="11432"/>
                  </a:lnTo>
                  <a:lnTo>
                    <a:pt x="12189" y="11857"/>
                  </a:lnTo>
                  <a:lnTo>
                    <a:pt x="12000" y="12235"/>
                  </a:lnTo>
                  <a:lnTo>
                    <a:pt x="11716" y="12519"/>
                  </a:lnTo>
                  <a:lnTo>
                    <a:pt x="11386" y="12802"/>
                  </a:lnTo>
                  <a:lnTo>
                    <a:pt x="11008" y="12991"/>
                  </a:lnTo>
                  <a:lnTo>
                    <a:pt x="10630" y="13133"/>
                  </a:lnTo>
                  <a:lnTo>
                    <a:pt x="10205" y="13180"/>
                  </a:lnTo>
                  <a:lnTo>
                    <a:pt x="9779" y="13133"/>
                  </a:lnTo>
                  <a:lnTo>
                    <a:pt x="9354" y="12991"/>
                  </a:lnTo>
                  <a:lnTo>
                    <a:pt x="9024" y="12802"/>
                  </a:lnTo>
                  <a:lnTo>
                    <a:pt x="8693" y="12519"/>
                  </a:lnTo>
                  <a:lnTo>
                    <a:pt x="8409" y="12235"/>
                  </a:lnTo>
                  <a:lnTo>
                    <a:pt x="8220" y="11857"/>
                  </a:lnTo>
                  <a:lnTo>
                    <a:pt x="8079" y="11432"/>
                  </a:lnTo>
                  <a:lnTo>
                    <a:pt x="8079" y="11007"/>
                  </a:lnTo>
                  <a:lnTo>
                    <a:pt x="8079" y="10582"/>
                  </a:lnTo>
                  <a:lnTo>
                    <a:pt x="8220" y="10204"/>
                  </a:lnTo>
                  <a:lnTo>
                    <a:pt x="8409" y="9826"/>
                  </a:lnTo>
                  <a:lnTo>
                    <a:pt x="8693" y="9495"/>
                  </a:lnTo>
                  <a:lnTo>
                    <a:pt x="9024" y="9212"/>
                  </a:lnTo>
                  <a:lnTo>
                    <a:pt x="9354" y="9023"/>
                  </a:lnTo>
                  <a:lnTo>
                    <a:pt x="9779" y="8928"/>
                  </a:lnTo>
                  <a:lnTo>
                    <a:pt x="10205" y="8881"/>
                  </a:lnTo>
                  <a:close/>
                  <a:moveTo>
                    <a:pt x="9874" y="7700"/>
                  </a:moveTo>
                  <a:lnTo>
                    <a:pt x="9543" y="7747"/>
                  </a:lnTo>
                  <a:lnTo>
                    <a:pt x="9213" y="7842"/>
                  </a:lnTo>
                  <a:lnTo>
                    <a:pt x="8929" y="7936"/>
                  </a:lnTo>
                  <a:lnTo>
                    <a:pt x="8598" y="8078"/>
                  </a:lnTo>
                  <a:lnTo>
                    <a:pt x="8362" y="8220"/>
                  </a:lnTo>
                  <a:lnTo>
                    <a:pt x="8079" y="8456"/>
                  </a:lnTo>
                  <a:lnTo>
                    <a:pt x="7843" y="8645"/>
                  </a:lnTo>
                  <a:lnTo>
                    <a:pt x="7606" y="8928"/>
                  </a:lnTo>
                  <a:lnTo>
                    <a:pt x="7417" y="9165"/>
                  </a:lnTo>
                  <a:lnTo>
                    <a:pt x="7228" y="9448"/>
                  </a:lnTo>
                  <a:lnTo>
                    <a:pt x="7087" y="9731"/>
                  </a:lnTo>
                  <a:lnTo>
                    <a:pt x="6992" y="10062"/>
                  </a:lnTo>
                  <a:lnTo>
                    <a:pt x="6945" y="10346"/>
                  </a:lnTo>
                  <a:lnTo>
                    <a:pt x="6898" y="10676"/>
                  </a:lnTo>
                  <a:lnTo>
                    <a:pt x="6851" y="11007"/>
                  </a:lnTo>
                  <a:lnTo>
                    <a:pt x="6898" y="11385"/>
                  </a:lnTo>
                  <a:lnTo>
                    <a:pt x="6945" y="11715"/>
                  </a:lnTo>
                  <a:lnTo>
                    <a:pt x="6992" y="11999"/>
                  </a:lnTo>
                  <a:lnTo>
                    <a:pt x="7087" y="12330"/>
                  </a:lnTo>
                  <a:lnTo>
                    <a:pt x="7228" y="12613"/>
                  </a:lnTo>
                  <a:lnTo>
                    <a:pt x="7417" y="12896"/>
                  </a:lnTo>
                  <a:lnTo>
                    <a:pt x="7606" y="13133"/>
                  </a:lnTo>
                  <a:lnTo>
                    <a:pt x="7843" y="13369"/>
                  </a:lnTo>
                  <a:lnTo>
                    <a:pt x="8079" y="13605"/>
                  </a:lnTo>
                  <a:lnTo>
                    <a:pt x="8362" y="13794"/>
                  </a:lnTo>
                  <a:lnTo>
                    <a:pt x="8646" y="13983"/>
                  </a:lnTo>
                  <a:lnTo>
                    <a:pt x="8929" y="14125"/>
                  </a:lnTo>
                  <a:lnTo>
                    <a:pt x="9213" y="14219"/>
                  </a:lnTo>
                  <a:lnTo>
                    <a:pt x="9543" y="14314"/>
                  </a:lnTo>
                  <a:lnTo>
                    <a:pt x="9874" y="14361"/>
                  </a:lnTo>
                  <a:lnTo>
                    <a:pt x="10205" y="14361"/>
                  </a:lnTo>
                  <a:lnTo>
                    <a:pt x="10724" y="14314"/>
                  </a:lnTo>
                  <a:lnTo>
                    <a:pt x="11197" y="14219"/>
                  </a:lnTo>
                  <a:lnTo>
                    <a:pt x="11669" y="14030"/>
                  </a:lnTo>
                  <a:lnTo>
                    <a:pt x="12094" y="13747"/>
                  </a:lnTo>
                  <a:lnTo>
                    <a:pt x="14267" y="15967"/>
                  </a:lnTo>
                  <a:lnTo>
                    <a:pt x="15117" y="15117"/>
                  </a:lnTo>
                  <a:lnTo>
                    <a:pt x="12944" y="12944"/>
                  </a:lnTo>
                  <a:lnTo>
                    <a:pt x="13181" y="12519"/>
                  </a:lnTo>
                  <a:lnTo>
                    <a:pt x="13370" y="12046"/>
                  </a:lnTo>
                  <a:lnTo>
                    <a:pt x="13511" y="11527"/>
                  </a:lnTo>
                  <a:lnTo>
                    <a:pt x="13511" y="11007"/>
                  </a:lnTo>
                  <a:lnTo>
                    <a:pt x="13511" y="10676"/>
                  </a:lnTo>
                  <a:lnTo>
                    <a:pt x="13464" y="10346"/>
                  </a:lnTo>
                  <a:lnTo>
                    <a:pt x="13417" y="10062"/>
                  </a:lnTo>
                  <a:lnTo>
                    <a:pt x="13275" y="9731"/>
                  </a:lnTo>
                  <a:lnTo>
                    <a:pt x="13133" y="9448"/>
                  </a:lnTo>
                  <a:lnTo>
                    <a:pt x="12992" y="9165"/>
                  </a:lnTo>
                  <a:lnTo>
                    <a:pt x="12803" y="8928"/>
                  </a:lnTo>
                  <a:lnTo>
                    <a:pt x="12566" y="8645"/>
                  </a:lnTo>
                  <a:lnTo>
                    <a:pt x="12330" y="8409"/>
                  </a:lnTo>
                  <a:lnTo>
                    <a:pt x="12047" y="8220"/>
                  </a:lnTo>
                  <a:lnTo>
                    <a:pt x="11763" y="8078"/>
                  </a:lnTo>
                  <a:lnTo>
                    <a:pt x="11480" y="7936"/>
                  </a:lnTo>
                  <a:lnTo>
                    <a:pt x="11197" y="7842"/>
                  </a:lnTo>
                  <a:lnTo>
                    <a:pt x="10866" y="7747"/>
                  </a:lnTo>
                  <a:lnTo>
                    <a:pt x="10535" y="770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smartphone icon" id="1456" name="Google Shape;1456;p135"/>
            <p:cNvSpPr/>
            <p:nvPr/>
          </p:nvSpPr>
          <p:spPr>
            <a:xfrm>
              <a:off x="7196238" y="2476029"/>
              <a:ext cx="128329" cy="207419"/>
            </a:xfrm>
            <a:custGeom>
              <a:rect b="b" l="l" r="r" t="t"/>
              <a:pathLst>
                <a:path extrusionOk="0" h="16724" w="10347">
                  <a:moveTo>
                    <a:pt x="8929" y="1182"/>
                  </a:moveTo>
                  <a:lnTo>
                    <a:pt x="9023" y="1229"/>
                  </a:lnTo>
                  <a:lnTo>
                    <a:pt x="9118" y="1276"/>
                  </a:lnTo>
                  <a:lnTo>
                    <a:pt x="9165" y="1371"/>
                  </a:lnTo>
                  <a:lnTo>
                    <a:pt x="9165" y="1418"/>
                  </a:lnTo>
                  <a:lnTo>
                    <a:pt x="9165" y="2174"/>
                  </a:lnTo>
                  <a:lnTo>
                    <a:pt x="1182" y="2174"/>
                  </a:lnTo>
                  <a:lnTo>
                    <a:pt x="1182" y="1418"/>
                  </a:lnTo>
                  <a:lnTo>
                    <a:pt x="1229" y="1371"/>
                  </a:lnTo>
                  <a:lnTo>
                    <a:pt x="1276" y="1276"/>
                  </a:lnTo>
                  <a:lnTo>
                    <a:pt x="1371" y="1229"/>
                  </a:lnTo>
                  <a:lnTo>
                    <a:pt x="1465" y="1182"/>
                  </a:lnTo>
                  <a:close/>
                  <a:moveTo>
                    <a:pt x="9165" y="3402"/>
                  </a:moveTo>
                  <a:lnTo>
                    <a:pt x="9165" y="13370"/>
                  </a:lnTo>
                  <a:lnTo>
                    <a:pt x="1182" y="13370"/>
                  </a:lnTo>
                  <a:lnTo>
                    <a:pt x="1182" y="3402"/>
                  </a:lnTo>
                  <a:close/>
                  <a:moveTo>
                    <a:pt x="9165" y="14551"/>
                  </a:moveTo>
                  <a:lnTo>
                    <a:pt x="9165" y="15306"/>
                  </a:lnTo>
                  <a:lnTo>
                    <a:pt x="9165" y="15401"/>
                  </a:lnTo>
                  <a:lnTo>
                    <a:pt x="9118" y="15448"/>
                  </a:lnTo>
                  <a:lnTo>
                    <a:pt x="9023" y="15543"/>
                  </a:lnTo>
                  <a:lnTo>
                    <a:pt x="1371" y="15543"/>
                  </a:lnTo>
                  <a:lnTo>
                    <a:pt x="1276" y="15448"/>
                  </a:lnTo>
                  <a:lnTo>
                    <a:pt x="1229" y="15401"/>
                  </a:lnTo>
                  <a:lnTo>
                    <a:pt x="1182" y="15306"/>
                  </a:lnTo>
                  <a:lnTo>
                    <a:pt x="1182" y="14551"/>
                  </a:lnTo>
                  <a:close/>
                  <a:moveTo>
                    <a:pt x="1134" y="1"/>
                  </a:moveTo>
                  <a:lnTo>
                    <a:pt x="898" y="95"/>
                  </a:lnTo>
                  <a:lnTo>
                    <a:pt x="662" y="237"/>
                  </a:lnTo>
                  <a:lnTo>
                    <a:pt x="426" y="426"/>
                  </a:lnTo>
                  <a:lnTo>
                    <a:pt x="237" y="615"/>
                  </a:lnTo>
                  <a:lnTo>
                    <a:pt x="95" y="898"/>
                  </a:lnTo>
                  <a:lnTo>
                    <a:pt x="48" y="1135"/>
                  </a:lnTo>
                  <a:lnTo>
                    <a:pt x="1" y="1418"/>
                  </a:lnTo>
                  <a:lnTo>
                    <a:pt x="1" y="15306"/>
                  </a:lnTo>
                  <a:lnTo>
                    <a:pt x="48" y="15590"/>
                  </a:lnTo>
                  <a:lnTo>
                    <a:pt x="95" y="15873"/>
                  </a:lnTo>
                  <a:lnTo>
                    <a:pt x="237" y="16109"/>
                  </a:lnTo>
                  <a:lnTo>
                    <a:pt x="426" y="16298"/>
                  </a:lnTo>
                  <a:lnTo>
                    <a:pt x="662" y="16487"/>
                  </a:lnTo>
                  <a:lnTo>
                    <a:pt x="898" y="16629"/>
                  </a:lnTo>
                  <a:lnTo>
                    <a:pt x="1134" y="16724"/>
                  </a:lnTo>
                  <a:lnTo>
                    <a:pt x="9212" y="16724"/>
                  </a:lnTo>
                  <a:lnTo>
                    <a:pt x="9496" y="16629"/>
                  </a:lnTo>
                  <a:lnTo>
                    <a:pt x="9732" y="16487"/>
                  </a:lnTo>
                  <a:lnTo>
                    <a:pt x="9968" y="16298"/>
                  </a:lnTo>
                  <a:lnTo>
                    <a:pt x="10110" y="16109"/>
                  </a:lnTo>
                  <a:lnTo>
                    <a:pt x="10252" y="15873"/>
                  </a:lnTo>
                  <a:lnTo>
                    <a:pt x="10346" y="15590"/>
                  </a:lnTo>
                  <a:lnTo>
                    <a:pt x="10346" y="15306"/>
                  </a:lnTo>
                  <a:lnTo>
                    <a:pt x="10346" y="1418"/>
                  </a:lnTo>
                  <a:lnTo>
                    <a:pt x="10346" y="1135"/>
                  </a:lnTo>
                  <a:lnTo>
                    <a:pt x="10252" y="898"/>
                  </a:lnTo>
                  <a:lnTo>
                    <a:pt x="10110" y="615"/>
                  </a:lnTo>
                  <a:lnTo>
                    <a:pt x="9968" y="426"/>
                  </a:lnTo>
                  <a:lnTo>
                    <a:pt x="9732" y="237"/>
                  </a:lnTo>
                  <a:lnTo>
                    <a:pt x="9496" y="95"/>
                  </a:lnTo>
                  <a:lnTo>
                    <a:pt x="92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trophy icon" id="1457" name="Google Shape;1457;p135"/>
            <p:cNvSpPr/>
            <p:nvPr/>
          </p:nvSpPr>
          <p:spPr>
            <a:xfrm>
              <a:off x="6187826" y="1438293"/>
              <a:ext cx="168165" cy="168165"/>
            </a:xfrm>
            <a:custGeom>
              <a:rect b="b" l="l" r="r" t="t"/>
              <a:pathLst>
                <a:path extrusionOk="0" h="13559" w="13559">
                  <a:moveTo>
                    <a:pt x="3072" y="2788"/>
                  </a:moveTo>
                  <a:lnTo>
                    <a:pt x="3072" y="5858"/>
                  </a:lnTo>
                  <a:lnTo>
                    <a:pt x="2694" y="5764"/>
                  </a:lnTo>
                  <a:lnTo>
                    <a:pt x="2316" y="5575"/>
                  </a:lnTo>
                  <a:lnTo>
                    <a:pt x="2032" y="5338"/>
                  </a:lnTo>
                  <a:lnTo>
                    <a:pt x="1749" y="5055"/>
                  </a:lnTo>
                  <a:lnTo>
                    <a:pt x="1513" y="4724"/>
                  </a:lnTo>
                  <a:lnTo>
                    <a:pt x="1371" y="4394"/>
                  </a:lnTo>
                  <a:lnTo>
                    <a:pt x="1229" y="4016"/>
                  </a:lnTo>
                  <a:lnTo>
                    <a:pt x="1229" y="3591"/>
                  </a:lnTo>
                  <a:lnTo>
                    <a:pt x="1229" y="2788"/>
                  </a:lnTo>
                  <a:close/>
                  <a:moveTo>
                    <a:pt x="12378" y="2788"/>
                  </a:moveTo>
                  <a:lnTo>
                    <a:pt x="12378" y="3591"/>
                  </a:lnTo>
                  <a:lnTo>
                    <a:pt x="12330" y="4016"/>
                  </a:lnTo>
                  <a:lnTo>
                    <a:pt x="12236" y="4394"/>
                  </a:lnTo>
                  <a:lnTo>
                    <a:pt x="12094" y="4724"/>
                  </a:lnTo>
                  <a:lnTo>
                    <a:pt x="11858" y="5055"/>
                  </a:lnTo>
                  <a:lnTo>
                    <a:pt x="11575" y="5338"/>
                  </a:lnTo>
                  <a:lnTo>
                    <a:pt x="11244" y="5575"/>
                  </a:lnTo>
                  <a:lnTo>
                    <a:pt x="10913" y="5764"/>
                  </a:lnTo>
                  <a:lnTo>
                    <a:pt x="10535" y="5858"/>
                  </a:lnTo>
                  <a:lnTo>
                    <a:pt x="10535" y="2788"/>
                  </a:lnTo>
                  <a:close/>
                  <a:moveTo>
                    <a:pt x="9307" y="1181"/>
                  </a:moveTo>
                  <a:lnTo>
                    <a:pt x="9307" y="5953"/>
                  </a:lnTo>
                  <a:lnTo>
                    <a:pt x="9260" y="6472"/>
                  </a:lnTo>
                  <a:lnTo>
                    <a:pt x="9118" y="6945"/>
                  </a:lnTo>
                  <a:lnTo>
                    <a:pt x="8882" y="7370"/>
                  </a:lnTo>
                  <a:lnTo>
                    <a:pt x="8599" y="7748"/>
                  </a:lnTo>
                  <a:lnTo>
                    <a:pt x="8221" y="8078"/>
                  </a:lnTo>
                  <a:lnTo>
                    <a:pt x="7795" y="8314"/>
                  </a:lnTo>
                  <a:lnTo>
                    <a:pt x="7323" y="8456"/>
                  </a:lnTo>
                  <a:lnTo>
                    <a:pt x="6803" y="8503"/>
                  </a:lnTo>
                  <a:lnTo>
                    <a:pt x="6284" y="8456"/>
                  </a:lnTo>
                  <a:lnTo>
                    <a:pt x="5811" y="8314"/>
                  </a:lnTo>
                  <a:lnTo>
                    <a:pt x="5386" y="8078"/>
                  </a:lnTo>
                  <a:lnTo>
                    <a:pt x="5008" y="7748"/>
                  </a:lnTo>
                  <a:lnTo>
                    <a:pt x="4678" y="7370"/>
                  </a:lnTo>
                  <a:lnTo>
                    <a:pt x="4489" y="6945"/>
                  </a:lnTo>
                  <a:lnTo>
                    <a:pt x="4347" y="6472"/>
                  </a:lnTo>
                  <a:lnTo>
                    <a:pt x="4300" y="5953"/>
                  </a:lnTo>
                  <a:lnTo>
                    <a:pt x="4300" y="1181"/>
                  </a:lnTo>
                  <a:close/>
                  <a:moveTo>
                    <a:pt x="3072" y="0"/>
                  </a:moveTo>
                  <a:lnTo>
                    <a:pt x="3072" y="1607"/>
                  </a:lnTo>
                  <a:lnTo>
                    <a:pt x="993" y="1607"/>
                  </a:lnTo>
                  <a:lnTo>
                    <a:pt x="757" y="1701"/>
                  </a:lnTo>
                  <a:lnTo>
                    <a:pt x="568" y="1796"/>
                  </a:lnTo>
                  <a:lnTo>
                    <a:pt x="379" y="1937"/>
                  </a:lnTo>
                  <a:lnTo>
                    <a:pt x="237" y="2126"/>
                  </a:lnTo>
                  <a:lnTo>
                    <a:pt x="95" y="2362"/>
                  </a:lnTo>
                  <a:lnTo>
                    <a:pt x="48" y="2551"/>
                  </a:lnTo>
                  <a:lnTo>
                    <a:pt x="1" y="2788"/>
                  </a:lnTo>
                  <a:lnTo>
                    <a:pt x="1" y="3591"/>
                  </a:lnTo>
                  <a:lnTo>
                    <a:pt x="48" y="3921"/>
                  </a:lnTo>
                  <a:lnTo>
                    <a:pt x="95" y="4252"/>
                  </a:lnTo>
                  <a:lnTo>
                    <a:pt x="143" y="4583"/>
                  </a:lnTo>
                  <a:lnTo>
                    <a:pt x="284" y="4866"/>
                  </a:lnTo>
                  <a:lnTo>
                    <a:pt x="379" y="5197"/>
                  </a:lnTo>
                  <a:lnTo>
                    <a:pt x="568" y="5480"/>
                  </a:lnTo>
                  <a:lnTo>
                    <a:pt x="757" y="5716"/>
                  </a:lnTo>
                  <a:lnTo>
                    <a:pt x="993" y="6000"/>
                  </a:lnTo>
                  <a:lnTo>
                    <a:pt x="1229" y="6236"/>
                  </a:lnTo>
                  <a:lnTo>
                    <a:pt x="1465" y="6425"/>
                  </a:lnTo>
                  <a:lnTo>
                    <a:pt x="1749" y="6614"/>
                  </a:lnTo>
                  <a:lnTo>
                    <a:pt x="2032" y="6803"/>
                  </a:lnTo>
                  <a:lnTo>
                    <a:pt x="2316" y="6897"/>
                  </a:lnTo>
                  <a:lnTo>
                    <a:pt x="2646" y="7039"/>
                  </a:lnTo>
                  <a:lnTo>
                    <a:pt x="2977" y="7086"/>
                  </a:lnTo>
                  <a:lnTo>
                    <a:pt x="3308" y="7134"/>
                  </a:lnTo>
                  <a:lnTo>
                    <a:pt x="3497" y="7606"/>
                  </a:lnTo>
                  <a:lnTo>
                    <a:pt x="3733" y="8031"/>
                  </a:lnTo>
                  <a:lnTo>
                    <a:pt x="4064" y="8409"/>
                  </a:lnTo>
                  <a:lnTo>
                    <a:pt x="4394" y="8787"/>
                  </a:lnTo>
                  <a:lnTo>
                    <a:pt x="4819" y="9070"/>
                  </a:lnTo>
                  <a:lnTo>
                    <a:pt x="5245" y="9307"/>
                  </a:lnTo>
                  <a:lnTo>
                    <a:pt x="5717" y="9495"/>
                  </a:lnTo>
                  <a:lnTo>
                    <a:pt x="6189" y="9637"/>
                  </a:lnTo>
                  <a:lnTo>
                    <a:pt x="6189" y="12377"/>
                  </a:lnTo>
                  <a:lnTo>
                    <a:pt x="3355" y="12377"/>
                  </a:lnTo>
                  <a:lnTo>
                    <a:pt x="3355" y="13558"/>
                  </a:lnTo>
                  <a:lnTo>
                    <a:pt x="10252" y="13558"/>
                  </a:lnTo>
                  <a:lnTo>
                    <a:pt x="10252" y="12377"/>
                  </a:lnTo>
                  <a:lnTo>
                    <a:pt x="7418" y="12377"/>
                  </a:lnTo>
                  <a:lnTo>
                    <a:pt x="7418" y="9637"/>
                  </a:lnTo>
                  <a:lnTo>
                    <a:pt x="7890" y="9495"/>
                  </a:lnTo>
                  <a:lnTo>
                    <a:pt x="8362" y="9307"/>
                  </a:lnTo>
                  <a:lnTo>
                    <a:pt x="8787" y="9070"/>
                  </a:lnTo>
                  <a:lnTo>
                    <a:pt x="9213" y="8787"/>
                  </a:lnTo>
                  <a:lnTo>
                    <a:pt x="9543" y="8409"/>
                  </a:lnTo>
                  <a:lnTo>
                    <a:pt x="9874" y="8031"/>
                  </a:lnTo>
                  <a:lnTo>
                    <a:pt x="10110" y="7606"/>
                  </a:lnTo>
                  <a:lnTo>
                    <a:pt x="10299" y="7134"/>
                  </a:lnTo>
                  <a:lnTo>
                    <a:pt x="10630" y="7086"/>
                  </a:lnTo>
                  <a:lnTo>
                    <a:pt x="10960" y="7039"/>
                  </a:lnTo>
                  <a:lnTo>
                    <a:pt x="11291" y="6897"/>
                  </a:lnTo>
                  <a:lnTo>
                    <a:pt x="11575" y="6803"/>
                  </a:lnTo>
                  <a:lnTo>
                    <a:pt x="11858" y="6614"/>
                  </a:lnTo>
                  <a:lnTo>
                    <a:pt x="12141" y="6425"/>
                  </a:lnTo>
                  <a:lnTo>
                    <a:pt x="12378" y="6236"/>
                  </a:lnTo>
                  <a:lnTo>
                    <a:pt x="12614" y="6000"/>
                  </a:lnTo>
                  <a:lnTo>
                    <a:pt x="12850" y="5716"/>
                  </a:lnTo>
                  <a:lnTo>
                    <a:pt x="13039" y="5480"/>
                  </a:lnTo>
                  <a:lnTo>
                    <a:pt x="13228" y="5197"/>
                  </a:lnTo>
                  <a:lnTo>
                    <a:pt x="13322" y="4866"/>
                  </a:lnTo>
                  <a:lnTo>
                    <a:pt x="13464" y="4583"/>
                  </a:lnTo>
                  <a:lnTo>
                    <a:pt x="13511" y="4252"/>
                  </a:lnTo>
                  <a:lnTo>
                    <a:pt x="13559" y="3921"/>
                  </a:lnTo>
                  <a:lnTo>
                    <a:pt x="13559" y="3591"/>
                  </a:lnTo>
                  <a:lnTo>
                    <a:pt x="13559" y="2788"/>
                  </a:lnTo>
                  <a:lnTo>
                    <a:pt x="13559" y="2551"/>
                  </a:lnTo>
                  <a:lnTo>
                    <a:pt x="13511" y="2362"/>
                  </a:lnTo>
                  <a:lnTo>
                    <a:pt x="13370" y="2126"/>
                  </a:lnTo>
                  <a:lnTo>
                    <a:pt x="13228" y="1937"/>
                  </a:lnTo>
                  <a:lnTo>
                    <a:pt x="13039" y="1796"/>
                  </a:lnTo>
                  <a:lnTo>
                    <a:pt x="12850" y="1701"/>
                  </a:lnTo>
                  <a:lnTo>
                    <a:pt x="12614" y="1607"/>
                  </a:lnTo>
                  <a:lnTo>
                    <a:pt x="10535" y="1607"/>
                  </a:lnTo>
                  <a:lnTo>
                    <a:pt x="10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of a magnifying glass with a chart below it. " id="1458" name="Google Shape;1458;p135"/>
            <p:cNvSpPr/>
            <p:nvPr/>
          </p:nvSpPr>
          <p:spPr>
            <a:xfrm>
              <a:off x="5144782" y="2487447"/>
              <a:ext cx="195687" cy="184574"/>
            </a:xfrm>
            <a:custGeom>
              <a:rect b="b" l="l" r="r" t="t"/>
              <a:pathLst>
                <a:path extrusionOk="0" h="14882" w="15778">
                  <a:moveTo>
                    <a:pt x="4488" y="3308"/>
                  </a:moveTo>
                  <a:lnTo>
                    <a:pt x="3165" y="7087"/>
                  </a:lnTo>
                  <a:lnTo>
                    <a:pt x="0" y="7087"/>
                  </a:lnTo>
                  <a:lnTo>
                    <a:pt x="0" y="8032"/>
                  </a:lnTo>
                  <a:lnTo>
                    <a:pt x="3826" y="8032"/>
                  </a:lnTo>
                  <a:lnTo>
                    <a:pt x="4960" y="4819"/>
                  </a:lnTo>
                  <a:lnTo>
                    <a:pt x="6283" y="9260"/>
                  </a:lnTo>
                  <a:lnTo>
                    <a:pt x="7322" y="9260"/>
                  </a:lnTo>
                  <a:lnTo>
                    <a:pt x="8361" y="5953"/>
                  </a:lnTo>
                  <a:lnTo>
                    <a:pt x="9401" y="8032"/>
                  </a:lnTo>
                  <a:lnTo>
                    <a:pt x="10629" y="8032"/>
                  </a:lnTo>
                  <a:lnTo>
                    <a:pt x="10629" y="7087"/>
                  </a:lnTo>
                  <a:lnTo>
                    <a:pt x="9968" y="7087"/>
                  </a:lnTo>
                  <a:lnTo>
                    <a:pt x="8787" y="4678"/>
                  </a:lnTo>
                  <a:lnTo>
                    <a:pt x="7795" y="4678"/>
                  </a:lnTo>
                  <a:lnTo>
                    <a:pt x="6803" y="7654"/>
                  </a:lnTo>
                  <a:lnTo>
                    <a:pt x="5527" y="3308"/>
                  </a:lnTo>
                  <a:close/>
                  <a:moveTo>
                    <a:pt x="6472" y="1"/>
                  </a:moveTo>
                  <a:lnTo>
                    <a:pt x="5905" y="95"/>
                  </a:lnTo>
                  <a:lnTo>
                    <a:pt x="5338" y="237"/>
                  </a:lnTo>
                  <a:lnTo>
                    <a:pt x="4771" y="426"/>
                  </a:lnTo>
                  <a:lnTo>
                    <a:pt x="4252" y="662"/>
                  </a:lnTo>
                  <a:lnTo>
                    <a:pt x="3779" y="946"/>
                  </a:lnTo>
                  <a:lnTo>
                    <a:pt x="3307" y="1276"/>
                  </a:lnTo>
                  <a:lnTo>
                    <a:pt x="2834" y="1654"/>
                  </a:lnTo>
                  <a:lnTo>
                    <a:pt x="2409" y="2079"/>
                  </a:lnTo>
                  <a:lnTo>
                    <a:pt x="2079" y="2552"/>
                  </a:lnTo>
                  <a:lnTo>
                    <a:pt x="1748" y="3024"/>
                  </a:lnTo>
                  <a:lnTo>
                    <a:pt x="1465" y="3544"/>
                  </a:lnTo>
                  <a:lnTo>
                    <a:pt x="1276" y="4063"/>
                  </a:lnTo>
                  <a:lnTo>
                    <a:pt x="1087" y="4583"/>
                  </a:lnTo>
                  <a:lnTo>
                    <a:pt x="992" y="5197"/>
                  </a:lnTo>
                  <a:lnTo>
                    <a:pt x="898" y="5764"/>
                  </a:lnTo>
                  <a:lnTo>
                    <a:pt x="2126" y="5764"/>
                  </a:lnTo>
                  <a:lnTo>
                    <a:pt x="2173" y="5292"/>
                  </a:lnTo>
                  <a:lnTo>
                    <a:pt x="2268" y="4867"/>
                  </a:lnTo>
                  <a:lnTo>
                    <a:pt x="2409" y="4394"/>
                  </a:lnTo>
                  <a:lnTo>
                    <a:pt x="2598" y="4016"/>
                  </a:lnTo>
                  <a:lnTo>
                    <a:pt x="2787" y="3591"/>
                  </a:lnTo>
                  <a:lnTo>
                    <a:pt x="3071" y="3213"/>
                  </a:lnTo>
                  <a:lnTo>
                    <a:pt x="3354" y="2835"/>
                  </a:lnTo>
                  <a:lnTo>
                    <a:pt x="3685" y="2505"/>
                  </a:lnTo>
                  <a:lnTo>
                    <a:pt x="4063" y="2221"/>
                  </a:lnTo>
                  <a:lnTo>
                    <a:pt x="4441" y="1938"/>
                  </a:lnTo>
                  <a:lnTo>
                    <a:pt x="4819" y="1702"/>
                  </a:lnTo>
                  <a:lnTo>
                    <a:pt x="5244" y="1513"/>
                  </a:lnTo>
                  <a:lnTo>
                    <a:pt x="5669" y="1371"/>
                  </a:lnTo>
                  <a:lnTo>
                    <a:pt x="6141" y="1276"/>
                  </a:lnTo>
                  <a:lnTo>
                    <a:pt x="6614" y="1229"/>
                  </a:lnTo>
                  <a:lnTo>
                    <a:pt x="7086" y="1182"/>
                  </a:lnTo>
                  <a:lnTo>
                    <a:pt x="7606" y="1229"/>
                  </a:lnTo>
                  <a:lnTo>
                    <a:pt x="8078" y="1276"/>
                  </a:lnTo>
                  <a:lnTo>
                    <a:pt x="8550" y="1371"/>
                  </a:lnTo>
                  <a:lnTo>
                    <a:pt x="8976" y="1560"/>
                  </a:lnTo>
                  <a:lnTo>
                    <a:pt x="9401" y="1749"/>
                  </a:lnTo>
                  <a:lnTo>
                    <a:pt x="9826" y="1985"/>
                  </a:lnTo>
                  <a:lnTo>
                    <a:pt x="10251" y="2316"/>
                  </a:lnTo>
                  <a:lnTo>
                    <a:pt x="10582" y="2646"/>
                  </a:lnTo>
                  <a:lnTo>
                    <a:pt x="10960" y="3024"/>
                  </a:lnTo>
                  <a:lnTo>
                    <a:pt x="11243" y="3402"/>
                  </a:lnTo>
                  <a:lnTo>
                    <a:pt x="11479" y="3827"/>
                  </a:lnTo>
                  <a:lnTo>
                    <a:pt x="11715" y="4252"/>
                  </a:lnTo>
                  <a:lnTo>
                    <a:pt x="11857" y="4725"/>
                  </a:lnTo>
                  <a:lnTo>
                    <a:pt x="11952" y="5197"/>
                  </a:lnTo>
                  <a:lnTo>
                    <a:pt x="12046" y="5670"/>
                  </a:lnTo>
                  <a:lnTo>
                    <a:pt x="12046" y="6189"/>
                  </a:lnTo>
                  <a:lnTo>
                    <a:pt x="12046" y="6662"/>
                  </a:lnTo>
                  <a:lnTo>
                    <a:pt x="11952" y="7181"/>
                  </a:lnTo>
                  <a:lnTo>
                    <a:pt x="11857" y="7654"/>
                  </a:lnTo>
                  <a:lnTo>
                    <a:pt x="11715" y="8079"/>
                  </a:lnTo>
                  <a:lnTo>
                    <a:pt x="11479" y="8504"/>
                  </a:lnTo>
                  <a:lnTo>
                    <a:pt x="11243" y="8929"/>
                  </a:lnTo>
                  <a:lnTo>
                    <a:pt x="10960" y="9307"/>
                  </a:lnTo>
                  <a:lnTo>
                    <a:pt x="10582" y="9685"/>
                  </a:lnTo>
                  <a:lnTo>
                    <a:pt x="10251" y="10063"/>
                  </a:lnTo>
                  <a:lnTo>
                    <a:pt x="9826" y="10346"/>
                  </a:lnTo>
                  <a:lnTo>
                    <a:pt x="9401" y="10582"/>
                  </a:lnTo>
                  <a:lnTo>
                    <a:pt x="8976" y="10771"/>
                  </a:lnTo>
                  <a:lnTo>
                    <a:pt x="8550" y="10960"/>
                  </a:lnTo>
                  <a:lnTo>
                    <a:pt x="8078" y="11055"/>
                  </a:lnTo>
                  <a:lnTo>
                    <a:pt x="7606" y="11149"/>
                  </a:lnTo>
                  <a:lnTo>
                    <a:pt x="7086" y="11149"/>
                  </a:lnTo>
                  <a:lnTo>
                    <a:pt x="6519" y="11102"/>
                  </a:lnTo>
                  <a:lnTo>
                    <a:pt x="5952" y="11055"/>
                  </a:lnTo>
                  <a:lnTo>
                    <a:pt x="5433" y="10866"/>
                  </a:lnTo>
                  <a:lnTo>
                    <a:pt x="4913" y="10677"/>
                  </a:lnTo>
                  <a:lnTo>
                    <a:pt x="4441" y="10394"/>
                  </a:lnTo>
                  <a:lnTo>
                    <a:pt x="4015" y="10110"/>
                  </a:lnTo>
                  <a:lnTo>
                    <a:pt x="3638" y="9732"/>
                  </a:lnTo>
                  <a:lnTo>
                    <a:pt x="3260" y="9354"/>
                  </a:lnTo>
                  <a:lnTo>
                    <a:pt x="1795" y="9354"/>
                  </a:lnTo>
                  <a:lnTo>
                    <a:pt x="2220" y="10016"/>
                  </a:lnTo>
                  <a:lnTo>
                    <a:pt x="2740" y="10582"/>
                  </a:lnTo>
                  <a:lnTo>
                    <a:pt x="3307" y="11102"/>
                  </a:lnTo>
                  <a:lnTo>
                    <a:pt x="3968" y="11527"/>
                  </a:lnTo>
                  <a:lnTo>
                    <a:pt x="4677" y="11905"/>
                  </a:lnTo>
                  <a:lnTo>
                    <a:pt x="5433" y="12141"/>
                  </a:lnTo>
                  <a:lnTo>
                    <a:pt x="6236" y="12283"/>
                  </a:lnTo>
                  <a:lnTo>
                    <a:pt x="7086" y="12330"/>
                  </a:lnTo>
                  <a:lnTo>
                    <a:pt x="7653" y="12330"/>
                  </a:lnTo>
                  <a:lnTo>
                    <a:pt x="8173" y="12236"/>
                  </a:lnTo>
                  <a:lnTo>
                    <a:pt x="8692" y="12141"/>
                  </a:lnTo>
                  <a:lnTo>
                    <a:pt x="9165" y="12000"/>
                  </a:lnTo>
                  <a:lnTo>
                    <a:pt x="9637" y="11763"/>
                  </a:lnTo>
                  <a:lnTo>
                    <a:pt x="10109" y="11527"/>
                  </a:lnTo>
                  <a:lnTo>
                    <a:pt x="10582" y="11244"/>
                  </a:lnTo>
                  <a:lnTo>
                    <a:pt x="11007" y="10913"/>
                  </a:lnTo>
                  <a:lnTo>
                    <a:pt x="14975" y="14881"/>
                  </a:lnTo>
                  <a:lnTo>
                    <a:pt x="15778" y="14078"/>
                  </a:lnTo>
                  <a:lnTo>
                    <a:pt x="11857" y="10110"/>
                  </a:lnTo>
                  <a:lnTo>
                    <a:pt x="12141" y="9685"/>
                  </a:lnTo>
                  <a:lnTo>
                    <a:pt x="12424" y="9213"/>
                  </a:lnTo>
                  <a:lnTo>
                    <a:pt x="12660" y="8740"/>
                  </a:lnTo>
                  <a:lnTo>
                    <a:pt x="12896" y="8268"/>
                  </a:lnTo>
                  <a:lnTo>
                    <a:pt x="13038" y="7795"/>
                  </a:lnTo>
                  <a:lnTo>
                    <a:pt x="13180" y="7276"/>
                  </a:lnTo>
                  <a:lnTo>
                    <a:pt x="13227" y="6756"/>
                  </a:lnTo>
                  <a:lnTo>
                    <a:pt x="13274" y="6189"/>
                  </a:lnTo>
                  <a:lnTo>
                    <a:pt x="13227" y="5528"/>
                  </a:lnTo>
                  <a:lnTo>
                    <a:pt x="13133" y="4914"/>
                  </a:lnTo>
                  <a:lnTo>
                    <a:pt x="12991" y="4347"/>
                  </a:lnTo>
                  <a:lnTo>
                    <a:pt x="12802" y="3780"/>
                  </a:lnTo>
                  <a:lnTo>
                    <a:pt x="12566" y="3260"/>
                  </a:lnTo>
                  <a:lnTo>
                    <a:pt x="12235" y="2741"/>
                  </a:lnTo>
                  <a:lnTo>
                    <a:pt x="11857" y="2268"/>
                  </a:lnTo>
                  <a:lnTo>
                    <a:pt x="11479" y="1796"/>
                  </a:lnTo>
                  <a:lnTo>
                    <a:pt x="11007" y="1371"/>
                  </a:lnTo>
                  <a:lnTo>
                    <a:pt x="10534" y="993"/>
                  </a:lnTo>
                  <a:lnTo>
                    <a:pt x="10015" y="710"/>
                  </a:lnTo>
                  <a:lnTo>
                    <a:pt x="9448" y="426"/>
                  </a:lnTo>
                  <a:lnTo>
                    <a:pt x="8928" y="237"/>
                  </a:lnTo>
                  <a:lnTo>
                    <a:pt x="8314" y="95"/>
                  </a:lnTo>
                  <a:lnTo>
                    <a:pt x="77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location marker icon." id="1459" name="Google Shape;1459;p135"/>
            <p:cNvSpPr/>
            <p:nvPr/>
          </p:nvSpPr>
          <p:spPr>
            <a:xfrm>
              <a:off x="5224675" y="1943086"/>
              <a:ext cx="178018" cy="152972"/>
            </a:xfrm>
            <a:custGeom>
              <a:rect b="b" l="l" r="r" t="t"/>
              <a:pathLst>
                <a:path extrusionOk="0" h="209550" w="243860">
                  <a:moveTo>
                    <a:pt x="141483" y="81902"/>
                  </a:moveTo>
                  <a:lnTo>
                    <a:pt x="143697" y="82271"/>
                  </a:lnTo>
                  <a:lnTo>
                    <a:pt x="145910" y="82824"/>
                  </a:lnTo>
                  <a:lnTo>
                    <a:pt x="147939" y="83562"/>
                  </a:lnTo>
                  <a:lnTo>
                    <a:pt x="149968" y="84484"/>
                  </a:lnTo>
                  <a:lnTo>
                    <a:pt x="151813" y="85591"/>
                  </a:lnTo>
                  <a:lnTo>
                    <a:pt x="153658" y="86882"/>
                  </a:lnTo>
                  <a:lnTo>
                    <a:pt x="155318" y="88542"/>
                  </a:lnTo>
                  <a:lnTo>
                    <a:pt x="156794" y="90202"/>
                  </a:lnTo>
                  <a:lnTo>
                    <a:pt x="158269" y="92047"/>
                  </a:lnTo>
                  <a:lnTo>
                    <a:pt x="159376" y="93892"/>
                  </a:lnTo>
                  <a:lnTo>
                    <a:pt x="160298" y="95921"/>
                  </a:lnTo>
                  <a:lnTo>
                    <a:pt x="161036" y="97950"/>
                  </a:lnTo>
                  <a:lnTo>
                    <a:pt x="161590" y="100163"/>
                  </a:lnTo>
                  <a:lnTo>
                    <a:pt x="161958" y="102377"/>
                  </a:lnTo>
                  <a:lnTo>
                    <a:pt x="161958" y="104775"/>
                  </a:lnTo>
                  <a:lnTo>
                    <a:pt x="161958" y="107173"/>
                  </a:lnTo>
                  <a:lnTo>
                    <a:pt x="161590" y="109387"/>
                  </a:lnTo>
                  <a:lnTo>
                    <a:pt x="161036" y="111600"/>
                  </a:lnTo>
                  <a:lnTo>
                    <a:pt x="160298" y="113629"/>
                  </a:lnTo>
                  <a:lnTo>
                    <a:pt x="159376" y="115658"/>
                  </a:lnTo>
                  <a:lnTo>
                    <a:pt x="158269" y="117503"/>
                  </a:lnTo>
                  <a:lnTo>
                    <a:pt x="156794" y="119348"/>
                  </a:lnTo>
                  <a:lnTo>
                    <a:pt x="155318" y="121008"/>
                  </a:lnTo>
                  <a:lnTo>
                    <a:pt x="153658" y="122483"/>
                  </a:lnTo>
                  <a:lnTo>
                    <a:pt x="151813" y="123959"/>
                  </a:lnTo>
                  <a:lnTo>
                    <a:pt x="149784" y="125066"/>
                  </a:lnTo>
                  <a:lnTo>
                    <a:pt x="147939" y="125988"/>
                  </a:lnTo>
                  <a:lnTo>
                    <a:pt x="145726" y="126726"/>
                  </a:lnTo>
                  <a:lnTo>
                    <a:pt x="143697" y="127279"/>
                  </a:lnTo>
                  <a:lnTo>
                    <a:pt x="141299" y="127648"/>
                  </a:lnTo>
                  <a:lnTo>
                    <a:pt x="136687" y="127648"/>
                  </a:lnTo>
                  <a:lnTo>
                    <a:pt x="134473" y="127279"/>
                  </a:lnTo>
                  <a:lnTo>
                    <a:pt x="132260" y="126726"/>
                  </a:lnTo>
                  <a:lnTo>
                    <a:pt x="130231" y="125988"/>
                  </a:lnTo>
                  <a:lnTo>
                    <a:pt x="128202" y="125066"/>
                  </a:lnTo>
                  <a:lnTo>
                    <a:pt x="126357" y="123959"/>
                  </a:lnTo>
                  <a:lnTo>
                    <a:pt x="124512" y="122483"/>
                  </a:lnTo>
                  <a:lnTo>
                    <a:pt x="122852" y="121008"/>
                  </a:lnTo>
                  <a:lnTo>
                    <a:pt x="121192" y="119348"/>
                  </a:lnTo>
                  <a:lnTo>
                    <a:pt x="119901" y="117503"/>
                  </a:lnTo>
                  <a:lnTo>
                    <a:pt x="118794" y="115474"/>
                  </a:lnTo>
                  <a:lnTo>
                    <a:pt x="117872" y="113629"/>
                  </a:lnTo>
                  <a:lnTo>
                    <a:pt x="117134" y="111416"/>
                  </a:lnTo>
                  <a:lnTo>
                    <a:pt x="116581" y="109387"/>
                  </a:lnTo>
                  <a:lnTo>
                    <a:pt x="116212" y="106989"/>
                  </a:lnTo>
                  <a:lnTo>
                    <a:pt x="116212" y="104775"/>
                  </a:lnTo>
                  <a:lnTo>
                    <a:pt x="116212" y="102377"/>
                  </a:lnTo>
                  <a:lnTo>
                    <a:pt x="116581" y="100163"/>
                  </a:lnTo>
                  <a:lnTo>
                    <a:pt x="117134" y="97950"/>
                  </a:lnTo>
                  <a:lnTo>
                    <a:pt x="117872" y="95921"/>
                  </a:lnTo>
                  <a:lnTo>
                    <a:pt x="118794" y="93892"/>
                  </a:lnTo>
                  <a:lnTo>
                    <a:pt x="119901" y="92047"/>
                  </a:lnTo>
                  <a:lnTo>
                    <a:pt x="121192" y="90202"/>
                  </a:lnTo>
                  <a:lnTo>
                    <a:pt x="122852" y="88542"/>
                  </a:lnTo>
                  <a:lnTo>
                    <a:pt x="124512" y="86882"/>
                  </a:lnTo>
                  <a:lnTo>
                    <a:pt x="126357" y="85591"/>
                  </a:lnTo>
                  <a:lnTo>
                    <a:pt x="128202" y="84484"/>
                  </a:lnTo>
                  <a:lnTo>
                    <a:pt x="130231" y="83562"/>
                  </a:lnTo>
                  <a:lnTo>
                    <a:pt x="132260" y="82824"/>
                  </a:lnTo>
                  <a:lnTo>
                    <a:pt x="134473" y="82271"/>
                  </a:lnTo>
                  <a:lnTo>
                    <a:pt x="136687" y="81902"/>
                  </a:lnTo>
                  <a:close/>
                  <a:moveTo>
                    <a:pt x="139085" y="62164"/>
                  </a:moveTo>
                  <a:lnTo>
                    <a:pt x="134658" y="62349"/>
                  </a:lnTo>
                  <a:lnTo>
                    <a:pt x="130600" y="62902"/>
                  </a:lnTo>
                  <a:lnTo>
                    <a:pt x="126542" y="64009"/>
                  </a:lnTo>
                  <a:lnTo>
                    <a:pt x="122668" y="65300"/>
                  </a:lnTo>
                  <a:lnTo>
                    <a:pt x="118979" y="66960"/>
                  </a:lnTo>
                  <a:lnTo>
                    <a:pt x="115474" y="69174"/>
                  </a:lnTo>
                  <a:lnTo>
                    <a:pt x="112153" y="71756"/>
                  </a:lnTo>
                  <a:lnTo>
                    <a:pt x="108833" y="74523"/>
                  </a:lnTo>
                  <a:lnTo>
                    <a:pt x="106066" y="77843"/>
                  </a:lnTo>
                  <a:lnTo>
                    <a:pt x="103484" y="81164"/>
                  </a:lnTo>
                  <a:lnTo>
                    <a:pt x="101270" y="84669"/>
                  </a:lnTo>
                  <a:lnTo>
                    <a:pt x="99610" y="88358"/>
                  </a:lnTo>
                  <a:lnTo>
                    <a:pt x="98319" y="92232"/>
                  </a:lnTo>
                  <a:lnTo>
                    <a:pt x="97212" y="96290"/>
                  </a:lnTo>
                  <a:lnTo>
                    <a:pt x="96659" y="100348"/>
                  </a:lnTo>
                  <a:lnTo>
                    <a:pt x="96474" y="104775"/>
                  </a:lnTo>
                  <a:lnTo>
                    <a:pt x="96659" y="109018"/>
                  </a:lnTo>
                  <a:lnTo>
                    <a:pt x="97212" y="113260"/>
                  </a:lnTo>
                  <a:lnTo>
                    <a:pt x="98319" y="117318"/>
                  </a:lnTo>
                  <a:lnTo>
                    <a:pt x="99610" y="121192"/>
                  </a:lnTo>
                  <a:lnTo>
                    <a:pt x="101270" y="124881"/>
                  </a:lnTo>
                  <a:lnTo>
                    <a:pt x="103484" y="128386"/>
                  </a:lnTo>
                  <a:lnTo>
                    <a:pt x="106066" y="131707"/>
                  </a:lnTo>
                  <a:lnTo>
                    <a:pt x="108833" y="134842"/>
                  </a:lnTo>
                  <a:lnTo>
                    <a:pt x="112153" y="137794"/>
                  </a:lnTo>
                  <a:lnTo>
                    <a:pt x="115474" y="140376"/>
                  </a:lnTo>
                  <a:lnTo>
                    <a:pt x="118979" y="142405"/>
                  </a:lnTo>
                  <a:lnTo>
                    <a:pt x="122668" y="144250"/>
                  </a:lnTo>
                  <a:lnTo>
                    <a:pt x="126542" y="145541"/>
                  </a:lnTo>
                  <a:lnTo>
                    <a:pt x="130600" y="146464"/>
                  </a:lnTo>
                  <a:lnTo>
                    <a:pt x="134658" y="147202"/>
                  </a:lnTo>
                  <a:lnTo>
                    <a:pt x="139085" y="147386"/>
                  </a:lnTo>
                  <a:lnTo>
                    <a:pt x="143328" y="147202"/>
                  </a:lnTo>
                  <a:lnTo>
                    <a:pt x="147570" y="146464"/>
                  </a:lnTo>
                  <a:lnTo>
                    <a:pt x="151629" y="145541"/>
                  </a:lnTo>
                  <a:lnTo>
                    <a:pt x="155502" y="144250"/>
                  </a:lnTo>
                  <a:lnTo>
                    <a:pt x="159192" y="142405"/>
                  </a:lnTo>
                  <a:lnTo>
                    <a:pt x="162696" y="140376"/>
                  </a:lnTo>
                  <a:lnTo>
                    <a:pt x="166017" y="137794"/>
                  </a:lnTo>
                  <a:lnTo>
                    <a:pt x="169153" y="134842"/>
                  </a:lnTo>
                  <a:lnTo>
                    <a:pt x="172104" y="131707"/>
                  </a:lnTo>
                  <a:lnTo>
                    <a:pt x="174686" y="128386"/>
                  </a:lnTo>
                  <a:lnTo>
                    <a:pt x="176715" y="124881"/>
                  </a:lnTo>
                  <a:lnTo>
                    <a:pt x="178560" y="121192"/>
                  </a:lnTo>
                  <a:lnTo>
                    <a:pt x="179851" y="117318"/>
                  </a:lnTo>
                  <a:lnTo>
                    <a:pt x="180774" y="113260"/>
                  </a:lnTo>
                  <a:lnTo>
                    <a:pt x="181512" y="109018"/>
                  </a:lnTo>
                  <a:lnTo>
                    <a:pt x="181696" y="104775"/>
                  </a:lnTo>
                  <a:lnTo>
                    <a:pt x="181512" y="100348"/>
                  </a:lnTo>
                  <a:lnTo>
                    <a:pt x="180774" y="96290"/>
                  </a:lnTo>
                  <a:lnTo>
                    <a:pt x="179851" y="92232"/>
                  </a:lnTo>
                  <a:lnTo>
                    <a:pt x="178560" y="88358"/>
                  </a:lnTo>
                  <a:lnTo>
                    <a:pt x="176715" y="84669"/>
                  </a:lnTo>
                  <a:lnTo>
                    <a:pt x="174686" y="81164"/>
                  </a:lnTo>
                  <a:lnTo>
                    <a:pt x="172104" y="77843"/>
                  </a:lnTo>
                  <a:lnTo>
                    <a:pt x="169153" y="74523"/>
                  </a:lnTo>
                  <a:lnTo>
                    <a:pt x="166017" y="71756"/>
                  </a:lnTo>
                  <a:lnTo>
                    <a:pt x="162696" y="69174"/>
                  </a:lnTo>
                  <a:lnTo>
                    <a:pt x="159192" y="66960"/>
                  </a:lnTo>
                  <a:lnTo>
                    <a:pt x="155502" y="65300"/>
                  </a:lnTo>
                  <a:lnTo>
                    <a:pt x="151629" y="64009"/>
                  </a:lnTo>
                  <a:lnTo>
                    <a:pt x="147570" y="62902"/>
                  </a:lnTo>
                  <a:lnTo>
                    <a:pt x="143328" y="62349"/>
                  </a:lnTo>
                  <a:lnTo>
                    <a:pt x="139085" y="62164"/>
                  </a:lnTo>
                  <a:close/>
                  <a:moveTo>
                    <a:pt x="139085" y="19553"/>
                  </a:moveTo>
                  <a:lnTo>
                    <a:pt x="143512" y="19738"/>
                  </a:lnTo>
                  <a:lnTo>
                    <a:pt x="147755" y="19922"/>
                  </a:lnTo>
                  <a:lnTo>
                    <a:pt x="151997" y="20475"/>
                  </a:lnTo>
                  <a:lnTo>
                    <a:pt x="156056" y="21213"/>
                  </a:lnTo>
                  <a:lnTo>
                    <a:pt x="160114" y="22136"/>
                  </a:lnTo>
                  <a:lnTo>
                    <a:pt x="164172" y="23058"/>
                  </a:lnTo>
                  <a:lnTo>
                    <a:pt x="168046" y="24349"/>
                  </a:lnTo>
                  <a:lnTo>
                    <a:pt x="171735" y="25825"/>
                  </a:lnTo>
                  <a:lnTo>
                    <a:pt x="175609" y="27485"/>
                  </a:lnTo>
                  <a:lnTo>
                    <a:pt x="179114" y="29330"/>
                  </a:lnTo>
                  <a:lnTo>
                    <a:pt x="182803" y="31359"/>
                  </a:lnTo>
                  <a:lnTo>
                    <a:pt x="186123" y="33572"/>
                  </a:lnTo>
                  <a:lnTo>
                    <a:pt x="189628" y="35970"/>
                  </a:lnTo>
                  <a:lnTo>
                    <a:pt x="192948" y="38737"/>
                  </a:lnTo>
                  <a:lnTo>
                    <a:pt x="196084" y="41504"/>
                  </a:lnTo>
                  <a:lnTo>
                    <a:pt x="199220" y="44456"/>
                  </a:lnTo>
                  <a:lnTo>
                    <a:pt x="202356" y="47591"/>
                  </a:lnTo>
                  <a:lnTo>
                    <a:pt x="205123" y="50912"/>
                  </a:lnTo>
                  <a:lnTo>
                    <a:pt x="207705" y="54232"/>
                  </a:lnTo>
                  <a:lnTo>
                    <a:pt x="210103" y="57552"/>
                  </a:lnTo>
                  <a:lnTo>
                    <a:pt x="212501" y="61057"/>
                  </a:lnTo>
                  <a:lnTo>
                    <a:pt x="214530" y="64562"/>
                  </a:lnTo>
                  <a:lnTo>
                    <a:pt x="216375" y="68251"/>
                  </a:lnTo>
                  <a:lnTo>
                    <a:pt x="218035" y="71941"/>
                  </a:lnTo>
                  <a:lnTo>
                    <a:pt x="219511" y="75814"/>
                  </a:lnTo>
                  <a:lnTo>
                    <a:pt x="220618" y="79688"/>
                  </a:lnTo>
                  <a:lnTo>
                    <a:pt x="221724" y="83746"/>
                  </a:lnTo>
                  <a:lnTo>
                    <a:pt x="222647" y="87804"/>
                  </a:lnTo>
                  <a:lnTo>
                    <a:pt x="223385" y="91863"/>
                  </a:lnTo>
                  <a:lnTo>
                    <a:pt x="223754" y="96105"/>
                  </a:lnTo>
                  <a:lnTo>
                    <a:pt x="224122" y="100348"/>
                  </a:lnTo>
                  <a:lnTo>
                    <a:pt x="224122" y="104775"/>
                  </a:lnTo>
                  <a:lnTo>
                    <a:pt x="224122" y="109202"/>
                  </a:lnTo>
                  <a:lnTo>
                    <a:pt x="223754" y="113445"/>
                  </a:lnTo>
                  <a:lnTo>
                    <a:pt x="223385" y="117687"/>
                  </a:lnTo>
                  <a:lnTo>
                    <a:pt x="222647" y="121746"/>
                  </a:lnTo>
                  <a:lnTo>
                    <a:pt x="221724" y="125804"/>
                  </a:lnTo>
                  <a:lnTo>
                    <a:pt x="220618" y="129862"/>
                  </a:lnTo>
                  <a:lnTo>
                    <a:pt x="219511" y="133736"/>
                  </a:lnTo>
                  <a:lnTo>
                    <a:pt x="218035" y="137425"/>
                  </a:lnTo>
                  <a:lnTo>
                    <a:pt x="216375" y="141299"/>
                  </a:lnTo>
                  <a:lnTo>
                    <a:pt x="214530" y="144803"/>
                  </a:lnTo>
                  <a:lnTo>
                    <a:pt x="212501" y="148493"/>
                  </a:lnTo>
                  <a:lnTo>
                    <a:pt x="210103" y="151813"/>
                  </a:lnTo>
                  <a:lnTo>
                    <a:pt x="207705" y="155318"/>
                  </a:lnTo>
                  <a:lnTo>
                    <a:pt x="205123" y="158638"/>
                  </a:lnTo>
                  <a:lnTo>
                    <a:pt x="202356" y="161774"/>
                  </a:lnTo>
                  <a:lnTo>
                    <a:pt x="199220" y="164910"/>
                  </a:lnTo>
                  <a:lnTo>
                    <a:pt x="196084" y="168046"/>
                  </a:lnTo>
                  <a:lnTo>
                    <a:pt x="192948" y="170813"/>
                  </a:lnTo>
                  <a:lnTo>
                    <a:pt x="189628" y="173395"/>
                  </a:lnTo>
                  <a:lnTo>
                    <a:pt x="186123" y="175793"/>
                  </a:lnTo>
                  <a:lnTo>
                    <a:pt x="182803" y="178191"/>
                  </a:lnTo>
                  <a:lnTo>
                    <a:pt x="179114" y="180220"/>
                  </a:lnTo>
                  <a:lnTo>
                    <a:pt x="175609" y="182065"/>
                  </a:lnTo>
                  <a:lnTo>
                    <a:pt x="171735" y="183725"/>
                  </a:lnTo>
                  <a:lnTo>
                    <a:pt x="168046" y="185201"/>
                  </a:lnTo>
                  <a:lnTo>
                    <a:pt x="164172" y="186308"/>
                  </a:lnTo>
                  <a:lnTo>
                    <a:pt x="160114" y="187414"/>
                  </a:lnTo>
                  <a:lnTo>
                    <a:pt x="156056" y="188337"/>
                  </a:lnTo>
                  <a:lnTo>
                    <a:pt x="151997" y="189075"/>
                  </a:lnTo>
                  <a:lnTo>
                    <a:pt x="147755" y="189444"/>
                  </a:lnTo>
                  <a:lnTo>
                    <a:pt x="143512" y="189812"/>
                  </a:lnTo>
                  <a:lnTo>
                    <a:pt x="53863" y="189812"/>
                  </a:lnTo>
                  <a:lnTo>
                    <a:pt x="53863" y="104775"/>
                  </a:lnTo>
                  <a:lnTo>
                    <a:pt x="54048" y="100348"/>
                  </a:lnTo>
                  <a:lnTo>
                    <a:pt x="54232" y="96105"/>
                  </a:lnTo>
                  <a:lnTo>
                    <a:pt x="54785" y="91863"/>
                  </a:lnTo>
                  <a:lnTo>
                    <a:pt x="55523" y="87804"/>
                  </a:lnTo>
                  <a:lnTo>
                    <a:pt x="56446" y="83746"/>
                  </a:lnTo>
                  <a:lnTo>
                    <a:pt x="57368" y="79688"/>
                  </a:lnTo>
                  <a:lnTo>
                    <a:pt x="58659" y="75814"/>
                  </a:lnTo>
                  <a:lnTo>
                    <a:pt x="60135" y="71941"/>
                  </a:lnTo>
                  <a:lnTo>
                    <a:pt x="61795" y="68251"/>
                  </a:lnTo>
                  <a:lnTo>
                    <a:pt x="63640" y="64562"/>
                  </a:lnTo>
                  <a:lnTo>
                    <a:pt x="65669" y="61057"/>
                  </a:lnTo>
                  <a:lnTo>
                    <a:pt x="67882" y="57552"/>
                  </a:lnTo>
                  <a:lnTo>
                    <a:pt x="70280" y="54232"/>
                  </a:lnTo>
                  <a:lnTo>
                    <a:pt x="73047" y="50912"/>
                  </a:lnTo>
                  <a:lnTo>
                    <a:pt x="75814" y="47591"/>
                  </a:lnTo>
                  <a:lnTo>
                    <a:pt x="78766" y="44456"/>
                  </a:lnTo>
                  <a:lnTo>
                    <a:pt x="81902" y="41504"/>
                  </a:lnTo>
                  <a:lnTo>
                    <a:pt x="85222" y="38737"/>
                  </a:lnTo>
                  <a:lnTo>
                    <a:pt x="88542" y="35970"/>
                  </a:lnTo>
                  <a:lnTo>
                    <a:pt x="91863" y="33572"/>
                  </a:lnTo>
                  <a:lnTo>
                    <a:pt x="95367" y="31359"/>
                  </a:lnTo>
                  <a:lnTo>
                    <a:pt x="98872" y="29330"/>
                  </a:lnTo>
                  <a:lnTo>
                    <a:pt x="102561" y="27485"/>
                  </a:lnTo>
                  <a:lnTo>
                    <a:pt x="106251" y="25825"/>
                  </a:lnTo>
                  <a:lnTo>
                    <a:pt x="110124" y="24349"/>
                  </a:lnTo>
                  <a:lnTo>
                    <a:pt x="113998" y="23058"/>
                  </a:lnTo>
                  <a:lnTo>
                    <a:pt x="118056" y="22136"/>
                  </a:lnTo>
                  <a:lnTo>
                    <a:pt x="122114" y="21213"/>
                  </a:lnTo>
                  <a:lnTo>
                    <a:pt x="126173" y="20475"/>
                  </a:lnTo>
                  <a:lnTo>
                    <a:pt x="130415" y="19922"/>
                  </a:lnTo>
                  <a:lnTo>
                    <a:pt x="134658" y="19738"/>
                  </a:lnTo>
                  <a:lnTo>
                    <a:pt x="139085" y="19553"/>
                  </a:lnTo>
                  <a:close/>
                  <a:moveTo>
                    <a:pt x="0" y="150522"/>
                  </a:moveTo>
                  <a:lnTo>
                    <a:pt x="0" y="209550"/>
                  </a:lnTo>
                  <a:lnTo>
                    <a:pt x="19738" y="209550"/>
                  </a:lnTo>
                  <a:lnTo>
                    <a:pt x="19738" y="150522"/>
                  </a:lnTo>
                  <a:close/>
                  <a:moveTo>
                    <a:pt x="139085" y="0"/>
                  </a:moveTo>
                  <a:lnTo>
                    <a:pt x="133551" y="184"/>
                  </a:lnTo>
                  <a:lnTo>
                    <a:pt x="128386" y="369"/>
                  </a:lnTo>
                  <a:lnTo>
                    <a:pt x="123037" y="1107"/>
                  </a:lnTo>
                  <a:lnTo>
                    <a:pt x="118056" y="1845"/>
                  </a:lnTo>
                  <a:lnTo>
                    <a:pt x="112891" y="2951"/>
                  </a:lnTo>
                  <a:lnTo>
                    <a:pt x="108095" y="4243"/>
                  </a:lnTo>
                  <a:lnTo>
                    <a:pt x="103299" y="5903"/>
                  </a:lnTo>
                  <a:lnTo>
                    <a:pt x="98688" y="7563"/>
                  </a:lnTo>
                  <a:lnTo>
                    <a:pt x="94076" y="9592"/>
                  </a:lnTo>
                  <a:lnTo>
                    <a:pt x="89465" y="11806"/>
                  </a:lnTo>
                  <a:lnTo>
                    <a:pt x="85222" y="14388"/>
                  </a:lnTo>
                  <a:lnTo>
                    <a:pt x="80795" y="17155"/>
                  </a:lnTo>
                  <a:lnTo>
                    <a:pt x="76737" y="20106"/>
                  </a:lnTo>
                  <a:lnTo>
                    <a:pt x="72678" y="23242"/>
                  </a:lnTo>
                  <a:lnTo>
                    <a:pt x="68620" y="26747"/>
                  </a:lnTo>
                  <a:lnTo>
                    <a:pt x="64746" y="30436"/>
                  </a:lnTo>
                  <a:lnTo>
                    <a:pt x="61057" y="34310"/>
                  </a:lnTo>
                  <a:lnTo>
                    <a:pt x="57552" y="38368"/>
                  </a:lnTo>
                  <a:lnTo>
                    <a:pt x="54417" y="42426"/>
                  </a:lnTo>
                  <a:lnTo>
                    <a:pt x="51465" y="46485"/>
                  </a:lnTo>
                  <a:lnTo>
                    <a:pt x="48698" y="50912"/>
                  </a:lnTo>
                  <a:lnTo>
                    <a:pt x="46116" y="55154"/>
                  </a:lnTo>
                  <a:lnTo>
                    <a:pt x="43902" y="59766"/>
                  </a:lnTo>
                  <a:lnTo>
                    <a:pt x="41873" y="64378"/>
                  </a:lnTo>
                  <a:lnTo>
                    <a:pt x="40028" y="68989"/>
                  </a:lnTo>
                  <a:lnTo>
                    <a:pt x="38553" y="73785"/>
                  </a:lnTo>
                  <a:lnTo>
                    <a:pt x="37262" y="78766"/>
                  </a:lnTo>
                  <a:lnTo>
                    <a:pt x="36155" y="83746"/>
                  </a:lnTo>
                  <a:lnTo>
                    <a:pt x="35417" y="88727"/>
                  </a:lnTo>
                  <a:lnTo>
                    <a:pt x="34679" y="94076"/>
                  </a:lnTo>
                  <a:lnTo>
                    <a:pt x="34310" y="99241"/>
                  </a:lnTo>
                  <a:lnTo>
                    <a:pt x="34310" y="104775"/>
                  </a:lnTo>
                  <a:lnTo>
                    <a:pt x="34310" y="209550"/>
                  </a:lnTo>
                  <a:lnTo>
                    <a:pt x="139085" y="209550"/>
                  </a:lnTo>
                  <a:lnTo>
                    <a:pt x="144434" y="209366"/>
                  </a:lnTo>
                  <a:lnTo>
                    <a:pt x="149784" y="208997"/>
                  </a:lnTo>
                  <a:lnTo>
                    <a:pt x="154949" y="208443"/>
                  </a:lnTo>
                  <a:lnTo>
                    <a:pt x="160114" y="207705"/>
                  </a:lnTo>
                  <a:lnTo>
                    <a:pt x="165094" y="206599"/>
                  </a:lnTo>
                  <a:lnTo>
                    <a:pt x="170075" y="205307"/>
                  </a:lnTo>
                  <a:lnTo>
                    <a:pt x="174871" y="203647"/>
                  </a:lnTo>
                  <a:lnTo>
                    <a:pt x="179482" y="201803"/>
                  </a:lnTo>
                  <a:lnTo>
                    <a:pt x="184094" y="199773"/>
                  </a:lnTo>
                  <a:lnTo>
                    <a:pt x="188521" y="197560"/>
                  </a:lnTo>
                  <a:lnTo>
                    <a:pt x="192948" y="195162"/>
                  </a:lnTo>
                  <a:lnTo>
                    <a:pt x="197191" y="192395"/>
                  </a:lnTo>
                  <a:lnTo>
                    <a:pt x="201434" y="189444"/>
                  </a:lnTo>
                  <a:lnTo>
                    <a:pt x="205492" y="186123"/>
                  </a:lnTo>
                  <a:lnTo>
                    <a:pt x="209550" y="182618"/>
                  </a:lnTo>
                  <a:lnTo>
                    <a:pt x="213239" y="178929"/>
                  </a:lnTo>
                  <a:lnTo>
                    <a:pt x="216928" y="175055"/>
                  </a:lnTo>
                  <a:lnTo>
                    <a:pt x="220433" y="171182"/>
                  </a:lnTo>
                  <a:lnTo>
                    <a:pt x="223754" y="167124"/>
                  </a:lnTo>
                  <a:lnTo>
                    <a:pt x="226705" y="162881"/>
                  </a:lnTo>
                  <a:lnTo>
                    <a:pt x="229472" y="158638"/>
                  </a:lnTo>
                  <a:lnTo>
                    <a:pt x="231870" y="154211"/>
                  </a:lnTo>
                  <a:lnTo>
                    <a:pt x="234268" y="149784"/>
                  </a:lnTo>
                  <a:lnTo>
                    <a:pt x="236297" y="145172"/>
                  </a:lnTo>
                  <a:lnTo>
                    <a:pt x="237957" y="140561"/>
                  </a:lnTo>
                  <a:lnTo>
                    <a:pt x="239617" y="135765"/>
                  </a:lnTo>
                  <a:lnTo>
                    <a:pt x="240909" y="130784"/>
                  </a:lnTo>
                  <a:lnTo>
                    <a:pt x="242015" y="125804"/>
                  </a:lnTo>
                  <a:lnTo>
                    <a:pt x="242753" y="120639"/>
                  </a:lnTo>
                  <a:lnTo>
                    <a:pt x="243307" y="115474"/>
                  </a:lnTo>
                  <a:lnTo>
                    <a:pt x="243676" y="110124"/>
                  </a:lnTo>
                  <a:lnTo>
                    <a:pt x="243860" y="104775"/>
                  </a:lnTo>
                  <a:lnTo>
                    <a:pt x="243676" y="99241"/>
                  </a:lnTo>
                  <a:lnTo>
                    <a:pt x="243307" y="94076"/>
                  </a:lnTo>
                  <a:lnTo>
                    <a:pt x="242753" y="88727"/>
                  </a:lnTo>
                  <a:lnTo>
                    <a:pt x="242015" y="83746"/>
                  </a:lnTo>
                  <a:lnTo>
                    <a:pt x="240909" y="78766"/>
                  </a:lnTo>
                  <a:lnTo>
                    <a:pt x="239617" y="73785"/>
                  </a:lnTo>
                  <a:lnTo>
                    <a:pt x="237957" y="68989"/>
                  </a:lnTo>
                  <a:lnTo>
                    <a:pt x="236113" y="64378"/>
                  </a:lnTo>
                  <a:lnTo>
                    <a:pt x="234083" y="59766"/>
                  </a:lnTo>
                  <a:lnTo>
                    <a:pt x="231870" y="55154"/>
                  </a:lnTo>
                  <a:lnTo>
                    <a:pt x="229472" y="50912"/>
                  </a:lnTo>
                  <a:lnTo>
                    <a:pt x="226705" y="46485"/>
                  </a:lnTo>
                  <a:lnTo>
                    <a:pt x="223754" y="42426"/>
                  </a:lnTo>
                  <a:lnTo>
                    <a:pt x="220433" y="38368"/>
                  </a:lnTo>
                  <a:lnTo>
                    <a:pt x="216928" y="34310"/>
                  </a:lnTo>
                  <a:lnTo>
                    <a:pt x="213239" y="30436"/>
                  </a:lnTo>
                  <a:lnTo>
                    <a:pt x="209365" y="26747"/>
                  </a:lnTo>
                  <a:lnTo>
                    <a:pt x="205492" y="23242"/>
                  </a:lnTo>
                  <a:lnTo>
                    <a:pt x="201434" y="20106"/>
                  </a:lnTo>
                  <a:lnTo>
                    <a:pt x="197191" y="17155"/>
                  </a:lnTo>
                  <a:lnTo>
                    <a:pt x="192948" y="14388"/>
                  </a:lnTo>
                  <a:lnTo>
                    <a:pt x="188521" y="11806"/>
                  </a:lnTo>
                  <a:lnTo>
                    <a:pt x="184094" y="9592"/>
                  </a:lnTo>
                  <a:lnTo>
                    <a:pt x="179482" y="7563"/>
                  </a:lnTo>
                  <a:lnTo>
                    <a:pt x="174871" y="5903"/>
                  </a:lnTo>
                  <a:lnTo>
                    <a:pt x="169890" y="4243"/>
                  </a:lnTo>
                  <a:lnTo>
                    <a:pt x="165094" y="2951"/>
                  </a:lnTo>
                  <a:lnTo>
                    <a:pt x="160114" y="1845"/>
                  </a:lnTo>
                  <a:lnTo>
                    <a:pt x="154949" y="1107"/>
                  </a:lnTo>
                  <a:lnTo>
                    <a:pt x="149784" y="369"/>
                  </a:lnTo>
                  <a:lnTo>
                    <a:pt x="144434" y="184"/>
                  </a:lnTo>
                  <a:lnTo>
                    <a:pt x="1390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megaphone icon" id="1460" name="Google Shape;1460;p135"/>
            <p:cNvSpPr/>
            <p:nvPr/>
          </p:nvSpPr>
          <p:spPr>
            <a:xfrm>
              <a:off x="5570175" y="1593389"/>
              <a:ext cx="208182" cy="162925"/>
            </a:xfrm>
            <a:custGeom>
              <a:rect b="b" l="l" r="r" t="t"/>
              <a:pathLst>
                <a:path extrusionOk="0" h="209550" w="267758">
                  <a:moveTo>
                    <a:pt x="232625" y="0"/>
                  </a:moveTo>
                  <a:lnTo>
                    <a:pt x="192295" y="30144"/>
                  </a:lnTo>
                  <a:lnTo>
                    <a:pt x="204976" y="46982"/>
                  </a:lnTo>
                  <a:lnTo>
                    <a:pt x="245306" y="16631"/>
                  </a:lnTo>
                  <a:lnTo>
                    <a:pt x="232625" y="0"/>
                  </a:lnTo>
                  <a:close/>
                  <a:moveTo>
                    <a:pt x="217242" y="94589"/>
                  </a:moveTo>
                  <a:lnTo>
                    <a:pt x="217242" y="115585"/>
                  </a:lnTo>
                  <a:lnTo>
                    <a:pt x="267758" y="115585"/>
                  </a:lnTo>
                  <a:lnTo>
                    <a:pt x="267758" y="94589"/>
                  </a:lnTo>
                  <a:close/>
                  <a:moveTo>
                    <a:pt x="120990" y="68811"/>
                  </a:moveTo>
                  <a:lnTo>
                    <a:pt x="120990" y="141155"/>
                  </a:lnTo>
                  <a:lnTo>
                    <a:pt x="85234" y="120159"/>
                  </a:lnTo>
                  <a:lnTo>
                    <a:pt x="25362" y="120159"/>
                  </a:lnTo>
                  <a:lnTo>
                    <a:pt x="24531" y="119951"/>
                  </a:lnTo>
                  <a:lnTo>
                    <a:pt x="23699" y="119743"/>
                  </a:lnTo>
                  <a:lnTo>
                    <a:pt x="23075" y="119327"/>
                  </a:lnTo>
                  <a:lnTo>
                    <a:pt x="22452" y="118703"/>
                  </a:lnTo>
                  <a:lnTo>
                    <a:pt x="21828" y="118080"/>
                  </a:lnTo>
                  <a:lnTo>
                    <a:pt x="21412" y="117248"/>
                  </a:lnTo>
                  <a:lnTo>
                    <a:pt x="21204" y="116625"/>
                  </a:lnTo>
                  <a:lnTo>
                    <a:pt x="20997" y="115793"/>
                  </a:lnTo>
                  <a:lnTo>
                    <a:pt x="20997" y="94173"/>
                  </a:lnTo>
                  <a:lnTo>
                    <a:pt x="21204" y="93549"/>
                  </a:lnTo>
                  <a:lnTo>
                    <a:pt x="21412" y="92718"/>
                  </a:lnTo>
                  <a:lnTo>
                    <a:pt x="21828" y="92094"/>
                  </a:lnTo>
                  <a:lnTo>
                    <a:pt x="22452" y="91262"/>
                  </a:lnTo>
                  <a:lnTo>
                    <a:pt x="23075" y="90639"/>
                  </a:lnTo>
                  <a:lnTo>
                    <a:pt x="23699" y="90223"/>
                  </a:lnTo>
                  <a:lnTo>
                    <a:pt x="24531" y="90015"/>
                  </a:lnTo>
                  <a:lnTo>
                    <a:pt x="85234" y="90015"/>
                  </a:lnTo>
                  <a:lnTo>
                    <a:pt x="120990" y="68811"/>
                  </a:lnTo>
                  <a:close/>
                  <a:moveTo>
                    <a:pt x="161320" y="61327"/>
                  </a:moveTo>
                  <a:lnTo>
                    <a:pt x="161320" y="148639"/>
                  </a:lnTo>
                  <a:lnTo>
                    <a:pt x="163399" y="146768"/>
                  </a:lnTo>
                  <a:lnTo>
                    <a:pt x="165270" y="144689"/>
                  </a:lnTo>
                  <a:lnTo>
                    <a:pt x="167141" y="142403"/>
                  </a:lnTo>
                  <a:lnTo>
                    <a:pt x="168804" y="140116"/>
                  </a:lnTo>
                  <a:lnTo>
                    <a:pt x="170259" y="137829"/>
                  </a:lnTo>
                  <a:lnTo>
                    <a:pt x="171922" y="135334"/>
                  </a:lnTo>
                  <a:lnTo>
                    <a:pt x="173170" y="132632"/>
                  </a:lnTo>
                  <a:lnTo>
                    <a:pt x="174625" y="129929"/>
                  </a:lnTo>
                  <a:lnTo>
                    <a:pt x="175664" y="127019"/>
                  </a:lnTo>
                  <a:lnTo>
                    <a:pt x="176704" y="124108"/>
                  </a:lnTo>
                  <a:lnTo>
                    <a:pt x="177535" y="120990"/>
                  </a:lnTo>
                  <a:lnTo>
                    <a:pt x="178367" y="118080"/>
                  </a:lnTo>
                  <a:lnTo>
                    <a:pt x="178990" y="114754"/>
                  </a:lnTo>
                  <a:lnTo>
                    <a:pt x="179198" y="111635"/>
                  </a:lnTo>
                  <a:lnTo>
                    <a:pt x="179614" y="108309"/>
                  </a:lnTo>
                  <a:lnTo>
                    <a:pt x="179614" y="104983"/>
                  </a:lnTo>
                  <a:lnTo>
                    <a:pt x="179614" y="101657"/>
                  </a:lnTo>
                  <a:lnTo>
                    <a:pt x="179198" y="98331"/>
                  </a:lnTo>
                  <a:lnTo>
                    <a:pt x="178990" y="95212"/>
                  </a:lnTo>
                  <a:lnTo>
                    <a:pt x="178367" y="92094"/>
                  </a:lnTo>
                  <a:lnTo>
                    <a:pt x="177535" y="88976"/>
                  </a:lnTo>
                  <a:lnTo>
                    <a:pt x="176704" y="86065"/>
                  </a:lnTo>
                  <a:lnTo>
                    <a:pt x="175664" y="82947"/>
                  </a:lnTo>
                  <a:lnTo>
                    <a:pt x="174625" y="80244"/>
                  </a:lnTo>
                  <a:lnTo>
                    <a:pt x="173170" y="77334"/>
                  </a:lnTo>
                  <a:lnTo>
                    <a:pt x="171922" y="74839"/>
                  </a:lnTo>
                  <a:lnTo>
                    <a:pt x="170259" y="72137"/>
                  </a:lnTo>
                  <a:lnTo>
                    <a:pt x="168804" y="69850"/>
                  </a:lnTo>
                  <a:lnTo>
                    <a:pt x="167141" y="67563"/>
                  </a:lnTo>
                  <a:lnTo>
                    <a:pt x="165270" y="65484"/>
                  </a:lnTo>
                  <a:lnTo>
                    <a:pt x="163399" y="63406"/>
                  </a:lnTo>
                  <a:lnTo>
                    <a:pt x="161320" y="61327"/>
                  </a:lnTo>
                  <a:close/>
                  <a:moveTo>
                    <a:pt x="141987" y="31599"/>
                  </a:moveTo>
                  <a:lnTo>
                    <a:pt x="79413" y="69018"/>
                  </a:lnTo>
                  <a:lnTo>
                    <a:pt x="22660" y="69018"/>
                  </a:lnTo>
                  <a:lnTo>
                    <a:pt x="20373" y="69434"/>
                  </a:lnTo>
                  <a:lnTo>
                    <a:pt x="17878" y="70058"/>
                  </a:lnTo>
                  <a:lnTo>
                    <a:pt x="15592" y="70889"/>
                  </a:lnTo>
                  <a:lnTo>
                    <a:pt x="13513" y="71929"/>
                  </a:lnTo>
                  <a:lnTo>
                    <a:pt x="11434" y="73176"/>
                  </a:lnTo>
                  <a:lnTo>
                    <a:pt x="9355" y="74631"/>
                  </a:lnTo>
                  <a:lnTo>
                    <a:pt x="7484" y="76502"/>
                  </a:lnTo>
                  <a:lnTo>
                    <a:pt x="5821" y="78373"/>
                  </a:lnTo>
                  <a:lnTo>
                    <a:pt x="4158" y="80244"/>
                  </a:lnTo>
                  <a:lnTo>
                    <a:pt x="2910" y="82323"/>
                  </a:lnTo>
                  <a:lnTo>
                    <a:pt x="1871" y="84610"/>
                  </a:lnTo>
                  <a:lnTo>
                    <a:pt x="1039" y="86897"/>
                  </a:lnTo>
                  <a:lnTo>
                    <a:pt x="624" y="89183"/>
                  </a:lnTo>
                  <a:lnTo>
                    <a:pt x="208" y="91678"/>
                  </a:lnTo>
                  <a:lnTo>
                    <a:pt x="0" y="94173"/>
                  </a:lnTo>
                  <a:lnTo>
                    <a:pt x="0" y="115793"/>
                  </a:lnTo>
                  <a:lnTo>
                    <a:pt x="208" y="118288"/>
                  </a:lnTo>
                  <a:lnTo>
                    <a:pt x="624" y="120782"/>
                  </a:lnTo>
                  <a:lnTo>
                    <a:pt x="1039" y="123277"/>
                  </a:lnTo>
                  <a:lnTo>
                    <a:pt x="1871" y="125356"/>
                  </a:lnTo>
                  <a:lnTo>
                    <a:pt x="2910" y="127643"/>
                  </a:lnTo>
                  <a:lnTo>
                    <a:pt x="4158" y="129721"/>
                  </a:lnTo>
                  <a:lnTo>
                    <a:pt x="5821" y="131800"/>
                  </a:lnTo>
                  <a:lnTo>
                    <a:pt x="7484" y="133671"/>
                  </a:lnTo>
                  <a:lnTo>
                    <a:pt x="9355" y="135334"/>
                  </a:lnTo>
                  <a:lnTo>
                    <a:pt x="11434" y="136790"/>
                  </a:lnTo>
                  <a:lnTo>
                    <a:pt x="13513" y="138037"/>
                  </a:lnTo>
                  <a:lnTo>
                    <a:pt x="15592" y="139076"/>
                  </a:lnTo>
                  <a:lnTo>
                    <a:pt x="17878" y="139908"/>
                  </a:lnTo>
                  <a:lnTo>
                    <a:pt x="20373" y="140532"/>
                  </a:lnTo>
                  <a:lnTo>
                    <a:pt x="22660" y="140947"/>
                  </a:lnTo>
                  <a:lnTo>
                    <a:pt x="39498" y="140947"/>
                  </a:lnTo>
                  <a:lnTo>
                    <a:pt x="39498" y="195622"/>
                  </a:lnTo>
                  <a:lnTo>
                    <a:pt x="60495" y="195622"/>
                  </a:lnTo>
                  <a:lnTo>
                    <a:pt x="60495" y="140947"/>
                  </a:lnTo>
                  <a:lnTo>
                    <a:pt x="79413" y="140947"/>
                  </a:lnTo>
                  <a:lnTo>
                    <a:pt x="141987" y="178367"/>
                  </a:lnTo>
                  <a:lnTo>
                    <a:pt x="141987" y="31599"/>
                  </a:lnTo>
                  <a:close/>
                  <a:moveTo>
                    <a:pt x="205600" y="162568"/>
                  </a:moveTo>
                  <a:lnTo>
                    <a:pt x="192711" y="179199"/>
                  </a:lnTo>
                  <a:lnTo>
                    <a:pt x="233249" y="209550"/>
                  </a:lnTo>
                  <a:lnTo>
                    <a:pt x="245930" y="192919"/>
                  </a:lnTo>
                  <a:lnTo>
                    <a:pt x="205600" y="16256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interconnected nodes." id="1461" name="Google Shape;1461;p135"/>
            <p:cNvSpPr/>
            <p:nvPr/>
          </p:nvSpPr>
          <p:spPr>
            <a:xfrm>
              <a:off x="7084000" y="2995071"/>
              <a:ext cx="200657" cy="180213"/>
            </a:xfrm>
            <a:custGeom>
              <a:rect b="b" l="l" r="r" t="t"/>
              <a:pathLst>
                <a:path extrusionOk="0" h="209550" w="233322">
                  <a:moveTo>
                    <a:pt x="59871" y="18049"/>
                  </a:moveTo>
                  <a:lnTo>
                    <a:pt x="59871" y="71978"/>
                  </a:lnTo>
                  <a:lnTo>
                    <a:pt x="17829" y="71978"/>
                  </a:lnTo>
                  <a:lnTo>
                    <a:pt x="17829" y="18049"/>
                  </a:lnTo>
                  <a:close/>
                  <a:moveTo>
                    <a:pt x="215493" y="18049"/>
                  </a:moveTo>
                  <a:lnTo>
                    <a:pt x="215493" y="71978"/>
                  </a:lnTo>
                  <a:lnTo>
                    <a:pt x="173451" y="71978"/>
                  </a:lnTo>
                  <a:lnTo>
                    <a:pt x="173451" y="18049"/>
                  </a:lnTo>
                  <a:close/>
                  <a:moveTo>
                    <a:pt x="215493" y="137792"/>
                  </a:moveTo>
                  <a:lnTo>
                    <a:pt x="215493" y="191721"/>
                  </a:lnTo>
                  <a:lnTo>
                    <a:pt x="173451" y="191721"/>
                  </a:lnTo>
                  <a:lnTo>
                    <a:pt x="173451" y="137792"/>
                  </a:lnTo>
                  <a:close/>
                  <a:moveTo>
                    <a:pt x="0" y="0"/>
                  </a:moveTo>
                  <a:lnTo>
                    <a:pt x="0" y="89807"/>
                  </a:lnTo>
                  <a:lnTo>
                    <a:pt x="77701" y="89807"/>
                  </a:lnTo>
                  <a:lnTo>
                    <a:pt x="77701" y="53928"/>
                  </a:lnTo>
                  <a:lnTo>
                    <a:pt x="107636" y="53928"/>
                  </a:lnTo>
                  <a:lnTo>
                    <a:pt x="107636" y="173671"/>
                  </a:lnTo>
                  <a:lnTo>
                    <a:pt x="155621" y="173671"/>
                  </a:lnTo>
                  <a:lnTo>
                    <a:pt x="155621" y="209550"/>
                  </a:lnTo>
                  <a:lnTo>
                    <a:pt x="233322" y="209550"/>
                  </a:lnTo>
                  <a:lnTo>
                    <a:pt x="233322" y="119743"/>
                  </a:lnTo>
                  <a:lnTo>
                    <a:pt x="155621" y="119743"/>
                  </a:lnTo>
                  <a:lnTo>
                    <a:pt x="155621" y="155842"/>
                  </a:lnTo>
                  <a:lnTo>
                    <a:pt x="125686" y="155842"/>
                  </a:lnTo>
                  <a:lnTo>
                    <a:pt x="125686" y="53928"/>
                  </a:lnTo>
                  <a:lnTo>
                    <a:pt x="155621" y="53928"/>
                  </a:lnTo>
                  <a:lnTo>
                    <a:pt x="155621" y="89807"/>
                  </a:lnTo>
                  <a:lnTo>
                    <a:pt x="233322" y="89807"/>
                  </a:lnTo>
                  <a:lnTo>
                    <a:pt x="233322" y="0"/>
                  </a:lnTo>
                  <a:lnTo>
                    <a:pt x="155621" y="0"/>
                  </a:lnTo>
                  <a:lnTo>
                    <a:pt x="155621" y="36099"/>
                  </a:lnTo>
                  <a:lnTo>
                    <a:pt x="77701" y="36099"/>
                  </a:lnTo>
                  <a:lnTo>
                    <a:pt x="7770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grpSp>
      <p:sp>
        <p:nvSpPr>
          <p:cNvPr id="1462" name="Google Shape;1462;p135"/>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136"/>
          <p:cNvSpPr txBox="1"/>
          <p:nvPr>
            <p:ph type="title"/>
          </p:nvPr>
        </p:nvSpPr>
        <p:spPr>
          <a:xfrm>
            <a:off x="228600" y="228600"/>
            <a:ext cx="4079400" cy="1108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claim about the role of marketing channels in </a:t>
            </a:r>
            <a:r>
              <a:rPr lang="en"/>
              <a:t>your </a:t>
            </a:r>
            <a:r>
              <a:rPr lang="en"/>
              <a:t>campaign</a:t>
            </a:r>
            <a:endParaRPr/>
          </a:p>
        </p:txBody>
      </p:sp>
      <p:grpSp>
        <p:nvGrpSpPr>
          <p:cNvPr id="1468" name="Google Shape;1468;p136"/>
          <p:cNvGrpSpPr/>
          <p:nvPr/>
        </p:nvGrpSpPr>
        <p:grpSpPr>
          <a:xfrm>
            <a:off x="4605588" y="449025"/>
            <a:ext cx="4278788" cy="4231200"/>
            <a:chOff x="4605588" y="449025"/>
            <a:chExt cx="4278788" cy="4231200"/>
          </a:xfrm>
        </p:grpSpPr>
        <p:cxnSp>
          <p:nvCxnSpPr>
            <p:cNvPr id="1469" name="Google Shape;1469;p136"/>
            <p:cNvCxnSpPr/>
            <p:nvPr/>
          </p:nvCxnSpPr>
          <p:spPr>
            <a:xfrm>
              <a:off x="6703025" y="449025"/>
              <a:ext cx="0" cy="4231200"/>
            </a:xfrm>
            <a:prstGeom prst="straightConnector1">
              <a:avLst/>
            </a:prstGeom>
            <a:noFill/>
            <a:ln cap="flat" cmpd="sng" w="9525">
              <a:solidFill>
                <a:schemeClr val="accent5"/>
              </a:solidFill>
              <a:prstDash val="solid"/>
              <a:round/>
              <a:headEnd len="med" w="med" type="none"/>
              <a:tailEnd len="med" w="med" type="none"/>
            </a:ln>
          </p:spPr>
        </p:cxnSp>
        <p:cxnSp>
          <p:nvCxnSpPr>
            <p:cNvPr id="1470" name="Google Shape;1470;p136"/>
            <p:cNvCxnSpPr/>
            <p:nvPr/>
          </p:nvCxnSpPr>
          <p:spPr>
            <a:xfrm>
              <a:off x="4607825" y="2564625"/>
              <a:ext cx="4190400" cy="0"/>
            </a:xfrm>
            <a:prstGeom prst="straightConnector1">
              <a:avLst/>
            </a:prstGeom>
            <a:noFill/>
            <a:ln cap="flat" cmpd="sng" w="9525">
              <a:solidFill>
                <a:schemeClr val="accent5"/>
              </a:solidFill>
              <a:prstDash val="solid"/>
              <a:round/>
              <a:headEnd len="med" w="med" type="none"/>
              <a:tailEnd len="med" w="med" type="none"/>
            </a:ln>
          </p:spPr>
        </p:cxnSp>
        <p:sp>
          <p:nvSpPr>
            <p:cNvPr id="1471" name="Google Shape;1471;p136"/>
            <p:cNvSpPr/>
            <p:nvPr/>
          </p:nvSpPr>
          <p:spPr>
            <a:xfrm>
              <a:off x="4618950" y="449025"/>
              <a:ext cx="1881600" cy="2415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latin typeface="Nunito Sans"/>
                  <a:ea typeface="Nunito Sans"/>
                  <a:cs typeface="Nunito Sans"/>
                  <a:sym typeface="Nunito Sans"/>
                </a:rPr>
                <a:t>Content marketing</a:t>
              </a:r>
              <a:endParaRPr b="1" sz="800">
                <a:solidFill>
                  <a:schemeClr val="dk1"/>
                </a:solidFill>
                <a:latin typeface="Nunito Sans"/>
                <a:ea typeface="Nunito Sans"/>
                <a:cs typeface="Nunito Sans"/>
                <a:sym typeface="Nunito Sans"/>
              </a:endParaRPr>
            </a:p>
          </p:txBody>
        </p:sp>
        <p:sp>
          <p:nvSpPr>
            <p:cNvPr id="1472" name="Google Shape;1472;p136"/>
            <p:cNvSpPr/>
            <p:nvPr/>
          </p:nvSpPr>
          <p:spPr>
            <a:xfrm>
              <a:off x="7000675" y="449025"/>
              <a:ext cx="1883700" cy="2415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latin typeface="Nunito Sans"/>
                  <a:ea typeface="Nunito Sans"/>
                  <a:cs typeface="Nunito Sans"/>
                  <a:sym typeface="Nunito Sans"/>
                </a:rPr>
                <a:t>Offline channels</a:t>
              </a:r>
              <a:endParaRPr b="1" sz="800">
                <a:solidFill>
                  <a:schemeClr val="dk1"/>
                </a:solidFill>
                <a:latin typeface="Nunito Sans"/>
                <a:ea typeface="Nunito Sans"/>
                <a:cs typeface="Nunito Sans"/>
                <a:sym typeface="Nunito Sans"/>
              </a:endParaRPr>
            </a:p>
          </p:txBody>
        </p:sp>
        <p:sp>
          <p:nvSpPr>
            <p:cNvPr id="1473" name="Google Shape;1473;p136"/>
            <p:cNvSpPr/>
            <p:nvPr/>
          </p:nvSpPr>
          <p:spPr>
            <a:xfrm>
              <a:off x="4618950" y="4438725"/>
              <a:ext cx="1883700" cy="2415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latin typeface="Nunito Sans"/>
                  <a:ea typeface="Nunito Sans"/>
                  <a:cs typeface="Nunito Sans"/>
                  <a:sym typeface="Nunito Sans"/>
                </a:rPr>
                <a:t>Social media</a:t>
              </a:r>
              <a:endParaRPr b="1" sz="800">
                <a:solidFill>
                  <a:schemeClr val="dk1"/>
                </a:solidFill>
                <a:latin typeface="Nunito Sans"/>
                <a:ea typeface="Nunito Sans"/>
                <a:cs typeface="Nunito Sans"/>
                <a:sym typeface="Nunito Sans"/>
              </a:endParaRPr>
            </a:p>
          </p:txBody>
        </p:sp>
        <p:sp>
          <p:nvSpPr>
            <p:cNvPr id="1474" name="Google Shape;1474;p136"/>
            <p:cNvSpPr/>
            <p:nvPr/>
          </p:nvSpPr>
          <p:spPr>
            <a:xfrm>
              <a:off x="7000675" y="4438725"/>
              <a:ext cx="1883700" cy="2415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latin typeface="Nunito Sans"/>
                  <a:ea typeface="Nunito Sans"/>
                  <a:cs typeface="Nunito Sans"/>
                  <a:sym typeface="Nunito Sans"/>
                </a:rPr>
                <a:t>Other</a:t>
              </a:r>
              <a:endParaRPr b="1" sz="800">
                <a:solidFill>
                  <a:schemeClr val="dk1"/>
                </a:solidFill>
                <a:latin typeface="Nunito Sans"/>
                <a:ea typeface="Nunito Sans"/>
                <a:cs typeface="Nunito Sans"/>
                <a:sym typeface="Nunito Sans"/>
              </a:endParaRPr>
            </a:p>
          </p:txBody>
        </p:sp>
        <p:grpSp>
          <p:nvGrpSpPr>
            <p:cNvPr id="1475" name="Google Shape;1475;p136"/>
            <p:cNvGrpSpPr/>
            <p:nvPr/>
          </p:nvGrpSpPr>
          <p:grpSpPr>
            <a:xfrm>
              <a:off x="4605588" y="1015125"/>
              <a:ext cx="1799800" cy="1260975"/>
              <a:chOff x="4605588" y="1015125"/>
              <a:chExt cx="1799800" cy="1260975"/>
            </a:xfrm>
          </p:grpSpPr>
          <p:sp>
            <p:nvSpPr>
              <p:cNvPr id="1476" name="Google Shape;1476;p136"/>
              <p:cNvSpPr/>
              <p:nvPr/>
            </p:nvSpPr>
            <p:spPr>
              <a:xfrm>
                <a:off x="4605588" y="1015125"/>
                <a:ext cx="308100" cy="30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77" name="Google Shape;1477;p136"/>
              <p:cNvSpPr txBox="1"/>
              <p:nvPr/>
            </p:nvSpPr>
            <p:spPr>
              <a:xfrm>
                <a:off x="5004087" y="1046025"/>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sz="800">
                  <a:solidFill>
                    <a:schemeClr val="dk1"/>
                  </a:solidFill>
                  <a:latin typeface="Nunito Sans"/>
                  <a:ea typeface="Nunito Sans"/>
                  <a:cs typeface="Nunito Sans"/>
                  <a:sym typeface="Nunito Sans"/>
                </a:endParaRPr>
              </a:p>
            </p:txBody>
          </p:sp>
          <p:sp>
            <p:nvSpPr>
              <p:cNvPr id="1478" name="Google Shape;1478;p136"/>
              <p:cNvSpPr/>
              <p:nvPr/>
            </p:nvSpPr>
            <p:spPr>
              <a:xfrm>
                <a:off x="4605588" y="1473525"/>
                <a:ext cx="308100" cy="30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79" name="Google Shape;1479;p136"/>
              <p:cNvSpPr txBox="1"/>
              <p:nvPr/>
            </p:nvSpPr>
            <p:spPr>
              <a:xfrm>
                <a:off x="5004087" y="1504425"/>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480" name="Google Shape;1480;p136"/>
              <p:cNvSpPr/>
              <p:nvPr/>
            </p:nvSpPr>
            <p:spPr>
              <a:xfrm>
                <a:off x="4605588" y="1968000"/>
                <a:ext cx="308100" cy="30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81" name="Google Shape;1481;p136"/>
              <p:cNvSpPr txBox="1"/>
              <p:nvPr/>
            </p:nvSpPr>
            <p:spPr>
              <a:xfrm>
                <a:off x="5004087" y="1998900"/>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descr="A pair of dollar bills" id="1482" name="Google Shape;1482;p136"/>
              <p:cNvSpPr/>
              <p:nvPr/>
            </p:nvSpPr>
            <p:spPr>
              <a:xfrm>
                <a:off x="4671695" y="2058260"/>
                <a:ext cx="175950" cy="127587"/>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trophy icon" id="1483" name="Google Shape;1483;p136"/>
              <p:cNvSpPr/>
              <p:nvPr/>
            </p:nvSpPr>
            <p:spPr>
              <a:xfrm>
                <a:off x="4686925" y="1096538"/>
                <a:ext cx="145285" cy="145285"/>
              </a:xfrm>
              <a:custGeom>
                <a:rect b="b" l="l" r="r" t="t"/>
                <a:pathLst>
                  <a:path extrusionOk="0" h="13559" w="13559">
                    <a:moveTo>
                      <a:pt x="3072" y="2788"/>
                    </a:moveTo>
                    <a:lnTo>
                      <a:pt x="3072" y="5858"/>
                    </a:lnTo>
                    <a:lnTo>
                      <a:pt x="2694" y="5764"/>
                    </a:lnTo>
                    <a:lnTo>
                      <a:pt x="2316" y="5575"/>
                    </a:lnTo>
                    <a:lnTo>
                      <a:pt x="2032" y="5338"/>
                    </a:lnTo>
                    <a:lnTo>
                      <a:pt x="1749" y="5055"/>
                    </a:lnTo>
                    <a:lnTo>
                      <a:pt x="1513" y="4724"/>
                    </a:lnTo>
                    <a:lnTo>
                      <a:pt x="1371" y="4394"/>
                    </a:lnTo>
                    <a:lnTo>
                      <a:pt x="1229" y="4016"/>
                    </a:lnTo>
                    <a:lnTo>
                      <a:pt x="1229" y="3591"/>
                    </a:lnTo>
                    <a:lnTo>
                      <a:pt x="1229" y="2788"/>
                    </a:lnTo>
                    <a:close/>
                    <a:moveTo>
                      <a:pt x="12378" y="2788"/>
                    </a:moveTo>
                    <a:lnTo>
                      <a:pt x="12378" y="3591"/>
                    </a:lnTo>
                    <a:lnTo>
                      <a:pt x="12330" y="4016"/>
                    </a:lnTo>
                    <a:lnTo>
                      <a:pt x="12236" y="4394"/>
                    </a:lnTo>
                    <a:lnTo>
                      <a:pt x="12094" y="4724"/>
                    </a:lnTo>
                    <a:lnTo>
                      <a:pt x="11858" y="5055"/>
                    </a:lnTo>
                    <a:lnTo>
                      <a:pt x="11575" y="5338"/>
                    </a:lnTo>
                    <a:lnTo>
                      <a:pt x="11244" y="5575"/>
                    </a:lnTo>
                    <a:lnTo>
                      <a:pt x="10913" y="5764"/>
                    </a:lnTo>
                    <a:lnTo>
                      <a:pt x="10535" y="5858"/>
                    </a:lnTo>
                    <a:lnTo>
                      <a:pt x="10535" y="2788"/>
                    </a:lnTo>
                    <a:close/>
                    <a:moveTo>
                      <a:pt x="9307" y="1181"/>
                    </a:moveTo>
                    <a:lnTo>
                      <a:pt x="9307" y="5953"/>
                    </a:lnTo>
                    <a:lnTo>
                      <a:pt x="9260" y="6472"/>
                    </a:lnTo>
                    <a:lnTo>
                      <a:pt x="9118" y="6945"/>
                    </a:lnTo>
                    <a:lnTo>
                      <a:pt x="8882" y="7370"/>
                    </a:lnTo>
                    <a:lnTo>
                      <a:pt x="8599" y="7748"/>
                    </a:lnTo>
                    <a:lnTo>
                      <a:pt x="8221" y="8078"/>
                    </a:lnTo>
                    <a:lnTo>
                      <a:pt x="7795" y="8314"/>
                    </a:lnTo>
                    <a:lnTo>
                      <a:pt x="7323" y="8456"/>
                    </a:lnTo>
                    <a:lnTo>
                      <a:pt x="6803" y="8503"/>
                    </a:lnTo>
                    <a:lnTo>
                      <a:pt x="6284" y="8456"/>
                    </a:lnTo>
                    <a:lnTo>
                      <a:pt x="5811" y="8314"/>
                    </a:lnTo>
                    <a:lnTo>
                      <a:pt x="5386" y="8078"/>
                    </a:lnTo>
                    <a:lnTo>
                      <a:pt x="5008" y="7748"/>
                    </a:lnTo>
                    <a:lnTo>
                      <a:pt x="4678" y="7370"/>
                    </a:lnTo>
                    <a:lnTo>
                      <a:pt x="4489" y="6945"/>
                    </a:lnTo>
                    <a:lnTo>
                      <a:pt x="4347" y="6472"/>
                    </a:lnTo>
                    <a:lnTo>
                      <a:pt x="4300" y="5953"/>
                    </a:lnTo>
                    <a:lnTo>
                      <a:pt x="4300" y="1181"/>
                    </a:lnTo>
                    <a:close/>
                    <a:moveTo>
                      <a:pt x="3072" y="0"/>
                    </a:moveTo>
                    <a:lnTo>
                      <a:pt x="3072" y="1607"/>
                    </a:lnTo>
                    <a:lnTo>
                      <a:pt x="993" y="1607"/>
                    </a:lnTo>
                    <a:lnTo>
                      <a:pt x="757" y="1701"/>
                    </a:lnTo>
                    <a:lnTo>
                      <a:pt x="568" y="1796"/>
                    </a:lnTo>
                    <a:lnTo>
                      <a:pt x="379" y="1937"/>
                    </a:lnTo>
                    <a:lnTo>
                      <a:pt x="237" y="2126"/>
                    </a:lnTo>
                    <a:lnTo>
                      <a:pt x="95" y="2362"/>
                    </a:lnTo>
                    <a:lnTo>
                      <a:pt x="48" y="2551"/>
                    </a:lnTo>
                    <a:lnTo>
                      <a:pt x="1" y="2788"/>
                    </a:lnTo>
                    <a:lnTo>
                      <a:pt x="1" y="3591"/>
                    </a:lnTo>
                    <a:lnTo>
                      <a:pt x="48" y="3921"/>
                    </a:lnTo>
                    <a:lnTo>
                      <a:pt x="95" y="4252"/>
                    </a:lnTo>
                    <a:lnTo>
                      <a:pt x="143" y="4583"/>
                    </a:lnTo>
                    <a:lnTo>
                      <a:pt x="284" y="4866"/>
                    </a:lnTo>
                    <a:lnTo>
                      <a:pt x="379" y="5197"/>
                    </a:lnTo>
                    <a:lnTo>
                      <a:pt x="568" y="5480"/>
                    </a:lnTo>
                    <a:lnTo>
                      <a:pt x="757" y="5716"/>
                    </a:lnTo>
                    <a:lnTo>
                      <a:pt x="993" y="6000"/>
                    </a:lnTo>
                    <a:lnTo>
                      <a:pt x="1229" y="6236"/>
                    </a:lnTo>
                    <a:lnTo>
                      <a:pt x="1465" y="6425"/>
                    </a:lnTo>
                    <a:lnTo>
                      <a:pt x="1749" y="6614"/>
                    </a:lnTo>
                    <a:lnTo>
                      <a:pt x="2032" y="6803"/>
                    </a:lnTo>
                    <a:lnTo>
                      <a:pt x="2316" y="6897"/>
                    </a:lnTo>
                    <a:lnTo>
                      <a:pt x="2646" y="7039"/>
                    </a:lnTo>
                    <a:lnTo>
                      <a:pt x="2977" y="7086"/>
                    </a:lnTo>
                    <a:lnTo>
                      <a:pt x="3308" y="7134"/>
                    </a:lnTo>
                    <a:lnTo>
                      <a:pt x="3497" y="7606"/>
                    </a:lnTo>
                    <a:lnTo>
                      <a:pt x="3733" y="8031"/>
                    </a:lnTo>
                    <a:lnTo>
                      <a:pt x="4064" y="8409"/>
                    </a:lnTo>
                    <a:lnTo>
                      <a:pt x="4394" y="8787"/>
                    </a:lnTo>
                    <a:lnTo>
                      <a:pt x="4819" y="9070"/>
                    </a:lnTo>
                    <a:lnTo>
                      <a:pt x="5245" y="9307"/>
                    </a:lnTo>
                    <a:lnTo>
                      <a:pt x="5717" y="9495"/>
                    </a:lnTo>
                    <a:lnTo>
                      <a:pt x="6189" y="9637"/>
                    </a:lnTo>
                    <a:lnTo>
                      <a:pt x="6189" y="12377"/>
                    </a:lnTo>
                    <a:lnTo>
                      <a:pt x="3355" y="12377"/>
                    </a:lnTo>
                    <a:lnTo>
                      <a:pt x="3355" y="13558"/>
                    </a:lnTo>
                    <a:lnTo>
                      <a:pt x="10252" y="13558"/>
                    </a:lnTo>
                    <a:lnTo>
                      <a:pt x="10252" y="12377"/>
                    </a:lnTo>
                    <a:lnTo>
                      <a:pt x="7418" y="12377"/>
                    </a:lnTo>
                    <a:lnTo>
                      <a:pt x="7418" y="9637"/>
                    </a:lnTo>
                    <a:lnTo>
                      <a:pt x="7890" y="9495"/>
                    </a:lnTo>
                    <a:lnTo>
                      <a:pt x="8362" y="9307"/>
                    </a:lnTo>
                    <a:lnTo>
                      <a:pt x="8787" y="9070"/>
                    </a:lnTo>
                    <a:lnTo>
                      <a:pt x="9213" y="8787"/>
                    </a:lnTo>
                    <a:lnTo>
                      <a:pt x="9543" y="8409"/>
                    </a:lnTo>
                    <a:lnTo>
                      <a:pt x="9874" y="8031"/>
                    </a:lnTo>
                    <a:lnTo>
                      <a:pt x="10110" y="7606"/>
                    </a:lnTo>
                    <a:lnTo>
                      <a:pt x="10299" y="7134"/>
                    </a:lnTo>
                    <a:lnTo>
                      <a:pt x="10630" y="7086"/>
                    </a:lnTo>
                    <a:lnTo>
                      <a:pt x="10960" y="7039"/>
                    </a:lnTo>
                    <a:lnTo>
                      <a:pt x="11291" y="6897"/>
                    </a:lnTo>
                    <a:lnTo>
                      <a:pt x="11575" y="6803"/>
                    </a:lnTo>
                    <a:lnTo>
                      <a:pt x="11858" y="6614"/>
                    </a:lnTo>
                    <a:lnTo>
                      <a:pt x="12141" y="6425"/>
                    </a:lnTo>
                    <a:lnTo>
                      <a:pt x="12378" y="6236"/>
                    </a:lnTo>
                    <a:lnTo>
                      <a:pt x="12614" y="6000"/>
                    </a:lnTo>
                    <a:lnTo>
                      <a:pt x="12850" y="5716"/>
                    </a:lnTo>
                    <a:lnTo>
                      <a:pt x="13039" y="5480"/>
                    </a:lnTo>
                    <a:lnTo>
                      <a:pt x="13228" y="5197"/>
                    </a:lnTo>
                    <a:lnTo>
                      <a:pt x="13322" y="4866"/>
                    </a:lnTo>
                    <a:lnTo>
                      <a:pt x="13464" y="4583"/>
                    </a:lnTo>
                    <a:lnTo>
                      <a:pt x="13511" y="4252"/>
                    </a:lnTo>
                    <a:lnTo>
                      <a:pt x="13559" y="3921"/>
                    </a:lnTo>
                    <a:lnTo>
                      <a:pt x="13559" y="3591"/>
                    </a:lnTo>
                    <a:lnTo>
                      <a:pt x="13559" y="2788"/>
                    </a:lnTo>
                    <a:lnTo>
                      <a:pt x="13559" y="2551"/>
                    </a:lnTo>
                    <a:lnTo>
                      <a:pt x="13511" y="2362"/>
                    </a:lnTo>
                    <a:lnTo>
                      <a:pt x="13370" y="2126"/>
                    </a:lnTo>
                    <a:lnTo>
                      <a:pt x="13228" y="1937"/>
                    </a:lnTo>
                    <a:lnTo>
                      <a:pt x="13039" y="1796"/>
                    </a:lnTo>
                    <a:lnTo>
                      <a:pt x="12850" y="1701"/>
                    </a:lnTo>
                    <a:lnTo>
                      <a:pt x="12614" y="1607"/>
                    </a:lnTo>
                    <a:lnTo>
                      <a:pt x="10535" y="1607"/>
                    </a:lnTo>
                    <a:lnTo>
                      <a:pt x="105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megaphone icon" id="1484" name="Google Shape;1484;p136"/>
              <p:cNvSpPr/>
              <p:nvPr/>
            </p:nvSpPr>
            <p:spPr>
              <a:xfrm>
                <a:off x="4668275" y="1556063"/>
                <a:ext cx="182745" cy="143018"/>
              </a:xfrm>
              <a:custGeom>
                <a:rect b="b" l="l" r="r" t="t"/>
                <a:pathLst>
                  <a:path extrusionOk="0" h="209550" w="267758">
                    <a:moveTo>
                      <a:pt x="232625" y="0"/>
                    </a:moveTo>
                    <a:lnTo>
                      <a:pt x="192295" y="30144"/>
                    </a:lnTo>
                    <a:lnTo>
                      <a:pt x="204976" y="46982"/>
                    </a:lnTo>
                    <a:lnTo>
                      <a:pt x="245306" y="16631"/>
                    </a:lnTo>
                    <a:lnTo>
                      <a:pt x="232625" y="0"/>
                    </a:lnTo>
                    <a:close/>
                    <a:moveTo>
                      <a:pt x="217242" y="94589"/>
                    </a:moveTo>
                    <a:lnTo>
                      <a:pt x="217242" y="115585"/>
                    </a:lnTo>
                    <a:lnTo>
                      <a:pt x="267758" y="115585"/>
                    </a:lnTo>
                    <a:lnTo>
                      <a:pt x="267758" y="94589"/>
                    </a:lnTo>
                    <a:close/>
                    <a:moveTo>
                      <a:pt x="120990" y="68811"/>
                    </a:moveTo>
                    <a:lnTo>
                      <a:pt x="120990" y="141155"/>
                    </a:lnTo>
                    <a:lnTo>
                      <a:pt x="85234" y="120159"/>
                    </a:lnTo>
                    <a:lnTo>
                      <a:pt x="25362" y="120159"/>
                    </a:lnTo>
                    <a:lnTo>
                      <a:pt x="24531" y="119951"/>
                    </a:lnTo>
                    <a:lnTo>
                      <a:pt x="23699" y="119743"/>
                    </a:lnTo>
                    <a:lnTo>
                      <a:pt x="23075" y="119327"/>
                    </a:lnTo>
                    <a:lnTo>
                      <a:pt x="22452" y="118703"/>
                    </a:lnTo>
                    <a:lnTo>
                      <a:pt x="21828" y="118080"/>
                    </a:lnTo>
                    <a:lnTo>
                      <a:pt x="21412" y="117248"/>
                    </a:lnTo>
                    <a:lnTo>
                      <a:pt x="21204" y="116625"/>
                    </a:lnTo>
                    <a:lnTo>
                      <a:pt x="20997" y="115793"/>
                    </a:lnTo>
                    <a:lnTo>
                      <a:pt x="20997" y="94173"/>
                    </a:lnTo>
                    <a:lnTo>
                      <a:pt x="21204" y="93549"/>
                    </a:lnTo>
                    <a:lnTo>
                      <a:pt x="21412" y="92718"/>
                    </a:lnTo>
                    <a:lnTo>
                      <a:pt x="21828" y="92094"/>
                    </a:lnTo>
                    <a:lnTo>
                      <a:pt x="22452" y="91262"/>
                    </a:lnTo>
                    <a:lnTo>
                      <a:pt x="23075" y="90639"/>
                    </a:lnTo>
                    <a:lnTo>
                      <a:pt x="23699" y="90223"/>
                    </a:lnTo>
                    <a:lnTo>
                      <a:pt x="24531" y="90015"/>
                    </a:lnTo>
                    <a:lnTo>
                      <a:pt x="85234" y="90015"/>
                    </a:lnTo>
                    <a:lnTo>
                      <a:pt x="120990" y="68811"/>
                    </a:lnTo>
                    <a:close/>
                    <a:moveTo>
                      <a:pt x="161320" y="61327"/>
                    </a:moveTo>
                    <a:lnTo>
                      <a:pt x="161320" y="148639"/>
                    </a:lnTo>
                    <a:lnTo>
                      <a:pt x="163399" y="146768"/>
                    </a:lnTo>
                    <a:lnTo>
                      <a:pt x="165270" y="144689"/>
                    </a:lnTo>
                    <a:lnTo>
                      <a:pt x="167141" y="142403"/>
                    </a:lnTo>
                    <a:lnTo>
                      <a:pt x="168804" y="140116"/>
                    </a:lnTo>
                    <a:lnTo>
                      <a:pt x="170259" y="137829"/>
                    </a:lnTo>
                    <a:lnTo>
                      <a:pt x="171922" y="135334"/>
                    </a:lnTo>
                    <a:lnTo>
                      <a:pt x="173170" y="132632"/>
                    </a:lnTo>
                    <a:lnTo>
                      <a:pt x="174625" y="129929"/>
                    </a:lnTo>
                    <a:lnTo>
                      <a:pt x="175664" y="127019"/>
                    </a:lnTo>
                    <a:lnTo>
                      <a:pt x="176704" y="124108"/>
                    </a:lnTo>
                    <a:lnTo>
                      <a:pt x="177535" y="120990"/>
                    </a:lnTo>
                    <a:lnTo>
                      <a:pt x="178367" y="118080"/>
                    </a:lnTo>
                    <a:lnTo>
                      <a:pt x="178990" y="114754"/>
                    </a:lnTo>
                    <a:lnTo>
                      <a:pt x="179198" y="111635"/>
                    </a:lnTo>
                    <a:lnTo>
                      <a:pt x="179614" y="108309"/>
                    </a:lnTo>
                    <a:lnTo>
                      <a:pt x="179614" y="104983"/>
                    </a:lnTo>
                    <a:lnTo>
                      <a:pt x="179614" y="101657"/>
                    </a:lnTo>
                    <a:lnTo>
                      <a:pt x="179198" y="98331"/>
                    </a:lnTo>
                    <a:lnTo>
                      <a:pt x="178990" y="95212"/>
                    </a:lnTo>
                    <a:lnTo>
                      <a:pt x="178367" y="92094"/>
                    </a:lnTo>
                    <a:lnTo>
                      <a:pt x="177535" y="88976"/>
                    </a:lnTo>
                    <a:lnTo>
                      <a:pt x="176704" y="86065"/>
                    </a:lnTo>
                    <a:lnTo>
                      <a:pt x="175664" y="82947"/>
                    </a:lnTo>
                    <a:lnTo>
                      <a:pt x="174625" y="80244"/>
                    </a:lnTo>
                    <a:lnTo>
                      <a:pt x="173170" y="77334"/>
                    </a:lnTo>
                    <a:lnTo>
                      <a:pt x="171922" y="74839"/>
                    </a:lnTo>
                    <a:lnTo>
                      <a:pt x="170259" y="72137"/>
                    </a:lnTo>
                    <a:lnTo>
                      <a:pt x="168804" y="69850"/>
                    </a:lnTo>
                    <a:lnTo>
                      <a:pt x="167141" y="67563"/>
                    </a:lnTo>
                    <a:lnTo>
                      <a:pt x="165270" y="65484"/>
                    </a:lnTo>
                    <a:lnTo>
                      <a:pt x="163399" y="63406"/>
                    </a:lnTo>
                    <a:lnTo>
                      <a:pt x="161320" y="61327"/>
                    </a:lnTo>
                    <a:close/>
                    <a:moveTo>
                      <a:pt x="141987" y="31599"/>
                    </a:moveTo>
                    <a:lnTo>
                      <a:pt x="79413" y="69018"/>
                    </a:lnTo>
                    <a:lnTo>
                      <a:pt x="22660" y="69018"/>
                    </a:lnTo>
                    <a:lnTo>
                      <a:pt x="20373" y="69434"/>
                    </a:lnTo>
                    <a:lnTo>
                      <a:pt x="17878" y="70058"/>
                    </a:lnTo>
                    <a:lnTo>
                      <a:pt x="15592" y="70889"/>
                    </a:lnTo>
                    <a:lnTo>
                      <a:pt x="13513" y="71929"/>
                    </a:lnTo>
                    <a:lnTo>
                      <a:pt x="11434" y="73176"/>
                    </a:lnTo>
                    <a:lnTo>
                      <a:pt x="9355" y="74631"/>
                    </a:lnTo>
                    <a:lnTo>
                      <a:pt x="7484" y="76502"/>
                    </a:lnTo>
                    <a:lnTo>
                      <a:pt x="5821" y="78373"/>
                    </a:lnTo>
                    <a:lnTo>
                      <a:pt x="4158" y="80244"/>
                    </a:lnTo>
                    <a:lnTo>
                      <a:pt x="2910" y="82323"/>
                    </a:lnTo>
                    <a:lnTo>
                      <a:pt x="1871" y="84610"/>
                    </a:lnTo>
                    <a:lnTo>
                      <a:pt x="1039" y="86897"/>
                    </a:lnTo>
                    <a:lnTo>
                      <a:pt x="624" y="89183"/>
                    </a:lnTo>
                    <a:lnTo>
                      <a:pt x="208" y="91678"/>
                    </a:lnTo>
                    <a:lnTo>
                      <a:pt x="0" y="94173"/>
                    </a:lnTo>
                    <a:lnTo>
                      <a:pt x="0" y="115793"/>
                    </a:lnTo>
                    <a:lnTo>
                      <a:pt x="208" y="118288"/>
                    </a:lnTo>
                    <a:lnTo>
                      <a:pt x="624" y="120782"/>
                    </a:lnTo>
                    <a:lnTo>
                      <a:pt x="1039" y="123277"/>
                    </a:lnTo>
                    <a:lnTo>
                      <a:pt x="1871" y="125356"/>
                    </a:lnTo>
                    <a:lnTo>
                      <a:pt x="2910" y="127643"/>
                    </a:lnTo>
                    <a:lnTo>
                      <a:pt x="4158" y="129721"/>
                    </a:lnTo>
                    <a:lnTo>
                      <a:pt x="5821" y="131800"/>
                    </a:lnTo>
                    <a:lnTo>
                      <a:pt x="7484" y="133671"/>
                    </a:lnTo>
                    <a:lnTo>
                      <a:pt x="9355" y="135334"/>
                    </a:lnTo>
                    <a:lnTo>
                      <a:pt x="11434" y="136790"/>
                    </a:lnTo>
                    <a:lnTo>
                      <a:pt x="13513" y="138037"/>
                    </a:lnTo>
                    <a:lnTo>
                      <a:pt x="15592" y="139076"/>
                    </a:lnTo>
                    <a:lnTo>
                      <a:pt x="17878" y="139908"/>
                    </a:lnTo>
                    <a:lnTo>
                      <a:pt x="20373" y="140532"/>
                    </a:lnTo>
                    <a:lnTo>
                      <a:pt x="22660" y="140947"/>
                    </a:lnTo>
                    <a:lnTo>
                      <a:pt x="39498" y="140947"/>
                    </a:lnTo>
                    <a:lnTo>
                      <a:pt x="39498" y="195622"/>
                    </a:lnTo>
                    <a:lnTo>
                      <a:pt x="60495" y="195622"/>
                    </a:lnTo>
                    <a:lnTo>
                      <a:pt x="60495" y="140947"/>
                    </a:lnTo>
                    <a:lnTo>
                      <a:pt x="79413" y="140947"/>
                    </a:lnTo>
                    <a:lnTo>
                      <a:pt x="141987" y="178367"/>
                    </a:lnTo>
                    <a:lnTo>
                      <a:pt x="141987" y="31599"/>
                    </a:lnTo>
                    <a:close/>
                    <a:moveTo>
                      <a:pt x="205600" y="162568"/>
                    </a:moveTo>
                    <a:lnTo>
                      <a:pt x="192711" y="179199"/>
                    </a:lnTo>
                    <a:lnTo>
                      <a:pt x="233249" y="209550"/>
                    </a:lnTo>
                    <a:lnTo>
                      <a:pt x="245930" y="192919"/>
                    </a:lnTo>
                    <a:lnTo>
                      <a:pt x="205600" y="16256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grpSp>
        <p:grpSp>
          <p:nvGrpSpPr>
            <p:cNvPr id="1485" name="Google Shape;1485;p136"/>
            <p:cNvGrpSpPr/>
            <p:nvPr/>
          </p:nvGrpSpPr>
          <p:grpSpPr>
            <a:xfrm>
              <a:off x="4605588" y="2876790"/>
              <a:ext cx="1799800" cy="1260975"/>
              <a:chOff x="4605588" y="2876790"/>
              <a:chExt cx="1799800" cy="1260975"/>
            </a:xfrm>
          </p:grpSpPr>
          <p:sp>
            <p:nvSpPr>
              <p:cNvPr id="1486" name="Google Shape;1486;p136"/>
              <p:cNvSpPr/>
              <p:nvPr/>
            </p:nvSpPr>
            <p:spPr>
              <a:xfrm>
                <a:off x="4605588" y="2876790"/>
                <a:ext cx="308100" cy="3081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87" name="Google Shape;1487;p136"/>
              <p:cNvSpPr txBox="1"/>
              <p:nvPr/>
            </p:nvSpPr>
            <p:spPr>
              <a:xfrm>
                <a:off x="5004087" y="2907690"/>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488" name="Google Shape;1488;p136"/>
              <p:cNvSpPr/>
              <p:nvPr/>
            </p:nvSpPr>
            <p:spPr>
              <a:xfrm>
                <a:off x="4605588" y="3335190"/>
                <a:ext cx="308100" cy="3081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89" name="Google Shape;1489;p136"/>
              <p:cNvSpPr txBox="1"/>
              <p:nvPr/>
            </p:nvSpPr>
            <p:spPr>
              <a:xfrm>
                <a:off x="5004087" y="3366090"/>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490" name="Google Shape;1490;p136"/>
              <p:cNvSpPr/>
              <p:nvPr/>
            </p:nvSpPr>
            <p:spPr>
              <a:xfrm>
                <a:off x="4605588" y="3829665"/>
                <a:ext cx="308100" cy="3081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91" name="Google Shape;1491;p136"/>
              <p:cNvSpPr txBox="1"/>
              <p:nvPr/>
            </p:nvSpPr>
            <p:spPr>
              <a:xfrm>
                <a:off x="5004087" y="3860565"/>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descr="An icon with two mobile devices." id="1492" name="Google Shape;1492;p136"/>
              <p:cNvSpPr/>
              <p:nvPr/>
            </p:nvSpPr>
            <p:spPr>
              <a:xfrm>
                <a:off x="4675193" y="3917143"/>
                <a:ext cx="168976" cy="133145"/>
              </a:xfrm>
              <a:custGeom>
                <a:rect b="b" l="l" r="r" t="t"/>
                <a:pathLst>
                  <a:path extrusionOk="0" h="11952" w="15165">
                    <a:moveTo>
                      <a:pt x="13936" y="4157"/>
                    </a:moveTo>
                    <a:lnTo>
                      <a:pt x="13936" y="10156"/>
                    </a:lnTo>
                    <a:lnTo>
                      <a:pt x="10440" y="10156"/>
                    </a:lnTo>
                    <a:lnTo>
                      <a:pt x="10440" y="4157"/>
                    </a:lnTo>
                    <a:close/>
                    <a:moveTo>
                      <a:pt x="3024" y="0"/>
                    </a:moveTo>
                    <a:lnTo>
                      <a:pt x="2740" y="47"/>
                    </a:lnTo>
                    <a:lnTo>
                      <a:pt x="2457" y="94"/>
                    </a:lnTo>
                    <a:lnTo>
                      <a:pt x="2221" y="236"/>
                    </a:lnTo>
                    <a:lnTo>
                      <a:pt x="1985" y="425"/>
                    </a:lnTo>
                    <a:lnTo>
                      <a:pt x="1796" y="661"/>
                    </a:lnTo>
                    <a:lnTo>
                      <a:pt x="1701" y="898"/>
                    </a:lnTo>
                    <a:lnTo>
                      <a:pt x="1607" y="1181"/>
                    </a:lnTo>
                    <a:lnTo>
                      <a:pt x="1559" y="1464"/>
                    </a:lnTo>
                    <a:lnTo>
                      <a:pt x="1559" y="10156"/>
                    </a:lnTo>
                    <a:lnTo>
                      <a:pt x="1" y="10156"/>
                    </a:lnTo>
                    <a:lnTo>
                      <a:pt x="1" y="11951"/>
                    </a:lnTo>
                    <a:lnTo>
                      <a:pt x="7370" y="11951"/>
                    </a:lnTo>
                    <a:lnTo>
                      <a:pt x="7370" y="10156"/>
                    </a:lnTo>
                    <a:lnTo>
                      <a:pt x="2788" y="10156"/>
                    </a:lnTo>
                    <a:lnTo>
                      <a:pt x="2788" y="1464"/>
                    </a:lnTo>
                    <a:lnTo>
                      <a:pt x="2788" y="1370"/>
                    </a:lnTo>
                    <a:lnTo>
                      <a:pt x="2835" y="1275"/>
                    </a:lnTo>
                    <a:lnTo>
                      <a:pt x="2929" y="1228"/>
                    </a:lnTo>
                    <a:lnTo>
                      <a:pt x="3024" y="1181"/>
                    </a:lnTo>
                    <a:lnTo>
                      <a:pt x="14314" y="1181"/>
                    </a:lnTo>
                    <a:lnTo>
                      <a:pt x="14314" y="0"/>
                    </a:lnTo>
                    <a:close/>
                    <a:moveTo>
                      <a:pt x="9968" y="2929"/>
                    </a:moveTo>
                    <a:lnTo>
                      <a:pt x="9685" y="2976"/>
                    </a:lnTo>
                    <a:lnTo>
                      <a:pt x="9590" y="3071"/>
                    </a:lnTo>
                    <a:lnTo>
                      <a:pt x="9448" y="3165"/>
                    </a:lnTo>
                    <a:lnTo>
                      <a:pt x="9354" y="3259"/>
                    </a:lnTo>
                    <a:lnTo>
                      <a:pt x="9307" y="3401"/>
                    </a:lnTo>
                    <a:lnTo>
                      <a:pt x="9259" y="3685"/>
                    </a:lnTo>
                    <a:lnTo>
                      <a:pt x="9259" y="11243"/>
                    </a:lnTo>
                    <a:lnTo>
                      <a:pt x="9307" y="11526"/>
                    </a:lnTo>
                    <a:lnTo>
                      <a:pt x="9354" y="11668"/>
                    </a:lnTo>
                    <a:lnTo>
                      <a:pt x="9448" y="11763"/>
                    </a:lnTo>
                    <a:lnTo>
                      <a:pt x="9590" y="11857"/>
                    </a:lnTo>
                    <a:lnTo>
                      <a:pt x="9685" y="11904"/>
                    </a:lnTo>
                    <a:lnTo>
                      <a:pt x="9968" y="11951"/>
                    </a:lnTo>
                    <a:lnTo>
                      <a:pt x="14408" y="11951"/>
                    </a:lnTo>
                    <a:lnTo>
                      <a:pt x="14692" y="11904"/>
                    </a:lnTo>
                    <a:lnTo>
                      <a:pt x="14834" y="11857"/>
                    </a:lnTo>
                    <a:lnTo>
                      <a:pt x="14928" y="11763"/>
                    </a:lnTo>
                    <a:lnTo>
                      <a:pt x="15023" y="11668"/>
                    </a:lnTo>
                    <a:lnTo>
                      <a:pt x="15070" y="11526"/>
                    </a:lnTo>
                    <a:lnTo>
                      <a:pt x="15164" y="11243"/>
                    </a:lnTo>
                    <a:lnTo>
                      <a:pt x="15164" y="3685"/>
                    </a:lnTo>
                    <a:lnTo>
                      <a:pt x="15070" y="3401"/>
                    </a:lnTo>
                    <a:lnTo>
                      <a:pt x="15023" y="3259"/>
                    </a:lnTo>
                    <a:lnTo>
                      <a:pt x="14928" y="3165"/>
                    </a:lnTo>
                    <a:lnTo>
                      <a:pt x="14834" y="3071"/>
                    </a:lnTo>
                    <a:lnTo>
                      <a:pt x="14692" y="2976"/>
                    </a:lnTo>
                    <a:lnTo>
                      <a:pt x="14408" y="292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of a magnifying glass with a chart below it. " id="1493" name="Google Shape;1493;p136"/>
              <p:cNvSpPr/>
              <p:nvPr/>
            </p:nvSpPr>
            <p:spPr>
              <a:xfrm>
                <a:off x="4671775" y="3401132"/>
                <a:ext cx="175806" cy="165785"/>
              </a:xfrm>
              <a:custGeom>
                <a:rect b="b" l="l" r="r" t="t"/>
                <a:pathLst>
                  <a:path extrusionOk="0" h="14882" w="15778">
                    <a:moveTo>
                      <a:pt x="4488" y="3308"/>
                    </a:moveTo>
                    <a:lnTo>
                      <a:pt x="3165" y="7087"/>
                    </a:lnTo>
                    <a:lnTo>
                      <a:pt x="0" y="7087"/>
                    </a:lnTo>
                    <a:lnTo>
                      <a:pt x="0" y="8032"/>
                    </a:lnTo>
                    <a:lnTo>
                      <a:pt x="3826" y="8032"/>
                    </a:lnTo>
                    <a:lnTo>
                      <a:pt x="4960" y="4819"/>
                    </a:lnTo>
                    <a:lnTo>
                      <a:pt x="6283" y="9260"/>
                    </a:lnTo>
                    <a:lnTo>
                      <a:pt x="7322" y="9260"/>
                    </a:lnTo>
                    <a:lnTo>
                      <a:pt x="8361" y="5953"/>
                    </a:lnTo>
                    <a:lnTo>
                      <a:pt x="9401" y="8032"/>
                    </a:lnTo>
                    <a:lnTo>
                      <a:pt x="10629" y="8032"/>
                    </a:lnTo>
                    <a:lnTo>
                      <a:pt x="10629" y="7087"/>
                    </a:lnTo>
                    <a:lnTo>
                      <a:pt x="9968" y="7087"/>
                    </a:lnTo>
                    <a:lnTo>
                      <a:pt x="8787" y="4678"/>
                    </a:lnTo>
                    <a:lnTo>
                      <a:pt x="7795" y="4678"/>
                    </a:lnTo>
                    <a:lnTo>
                      <a:pt x="6803" y="7654"/>
                    </a:lnTo>
                    <a:lnTo>
                      <a:pt x="5527" y="3308"/>
                    </a:lnTo>
                    <a:close/>
                    <a:moveTo>
                      <a:pt x="6472" y="1"/>
                    </a:moveTo>
                    <a:lnTo>
                      <a:pt x="5905" y="95"/>
                    </a:lnTo>
                    <a:lnTo>
                      <a:pt x="5338" y="237"/>
                    </a:lnTo>
                    <a:lnTo>
                      <a:pt x="4771" y="426"/>
                    </a:lnTo>
                    <a:lnTo>
                      <a:pt x="4252" y="662"/>
                    </a:lnTo>
                    <a:lnTo>
                      <a:pt x="3779" y="946"/>
                    </a:lnTo>
                    <a:lnTo>
                      <a:pt x="3307" y="1276"/>
                    </a:lnTo>
                    <a:lnTo>
                      <a:pt x="2834" y="1654"/>
                    </a:lnTo>
                    <a:lnTo>
                      <a:pt x="2409" y="2079"/>
                    </a:lnTo>
                    <a:lnTo>
                      <a:pt x="2079" y="2552"/>
                    </a:lnTo>
                    <a:lnTo>
                      <a:pt x="1748" y="3024"/>
                    </a:lnTo>
                    <a:lnTo>
                      <a:pt x="1465" y="3544"/>
                    </a:lnTo>
                    <a:lnTo>
                      <a:pt x="1276" y="4063"/>
                    </a:lnTo>
                    <a:lnTo>
                      <a:pt x="1087" y="4583"/>
                    </a:lnTo>
                    <a:lnTo>
                      <a:pt x="992" y="5197"/>
                    </a:lnTo>
                    <a:lnTo>
                      <a:pt x="898" y="5764"/>
                    </a:lnTo>
                    <a:lnTo>
                      <a:pt x="2126" y="5764"/>
                    </a:lnTo>
                    <a:lnTo>
                      <a:pt x="2173" y="5292"/>
                    </a:lnTo>
                    <a:lnTo>
                      <a:pt x="2268" y="4867"/>
                    </a:lnTo>
                    <a:lnTo>
                      <a:pt x="2409" y="4394"/>
                    </a:lnTo>
                    <a:lnTo>
                      <a:pt x="2598" y="4016"/>
                    </a:lnTo>
                    <a:lnTo>
                      <a:pt x="2787" y="3591"/>
                    </a:lnTo>
                    <a:lnTo>
                      <a:pt x="3071" y="3213"/>
                    </a:lnTo>
                    <a:lnTo>
                      <a:pt x="3354" y="2835"/>
                    </a:lnTo>
                    <a:lnTo>
                      <a:pt x="3685" y="2505"/>
                    </a:lnTo>
                    <a:lnTo>
                      <a:pt x="4063" y="2221"/>
                    </a:lnTo>
                    <a:lnTo>
                      <a:pt x="4441" y="1938"/>
                    </a:lnTo>
                    <a:lnTo>
                      <a:pt x="4819" y="1702"/>
                    </a:lnTo>
                    <a:lnTo>
                      <a:pt x="5244" y="1513"/>
                    </a:lnTo>
                    <a:lnTo>
                      <a:pt x="5669" y="1371"/>
                    </a:lnTo>
                    <a:lnTo>
                      <a:pt x="6141" y="1276"/>
                    </a:lnTo>
                    <a:lnTo>
                      <a:pt x="6614" y="1229"/>
                    </a:lnTo>
                    <a:lnTo>
                      <a:pt x="7086" y="1182"/>
                    </a:lnTo>
                    <a:lnTo>
                      <a:pt x="7606" y="1229"/>
                    </a:lnTo>
                    <a:lnTo>
                      <a:pt x="8078" y="1276"/>
                    </a:lnTo>
                    <a:lnTo>
                      <a:pt x="8550" y="1371"/>
                    </a:lnTo>
                    <a:lnTo>
                      <a:pt x="8976" y="1560"/>
                    </a:lnTo>
                    <a:lnTo>
                      <a:pt x="9401" y="1749"/>
                    </a:lnTo>
                    <a:lnTo>
                      <a:pt x="9826" y="1985"/>
                    </a:lnTo>
                    <a:lnTo>
                      <a:pt x="10251" y="2316"/>
                    </a:lnTo>
                    <a:lnTo>
                      <a:pt x="10582" y="2646"/>
                    </a:lnTo>
                    <a:lnTo>
                      <a:pt x="10960" y="3024"/>
                    </a:lnTo>
                    <a:lnTo>
                      <a:pt x="11243" y="3402"/>
                    </a:lnTo>
                    <a:lnTo>
                      <a:pt x="11479" y="3827"/>
                    </a:lnTo>
                    <a:lnTo>
                      <a:pt x="11715" y="4252"/>
                    </a:lnTo>
                    <a:lnTo>
                      <a:pt x="11857" y="4725"/>
                    </a:lnTo>
                    <a:lnTo>
                      <a:pt x="11952" y="5197"/>
                    </a:lnTo>
                    <a:lnTo>
                      <a:pt x="12046" y="5670"/>
                    </a:lnTo>
                    <a:lnTo>
                      <a:pt x="12046" y="6189"/>
                    </a:lnTo>
                    <a:lnTo>
                      <a:pt x="12046" y="6662"/>
                    </a:lnTo>
                    <a:lnTo>
                      <a:pt x="11952" y="7181"/>
                    </a:lnTo>
                    <a:lnTo>
                      <a:pt x="11857" y="7654"/>
                    </a:lnTo>
                    <a:lnTo>
                      <a:pt x="11715" y="8079"/>
                    </a:lnTo>
                    <a:lnTo>
                      <a:pt x="11479" y="8504"/>
                    </a:lnTo>
                    <a:lnTo>
                      <a:pt x="11243" y="8929"/>
                    </a:lnTo>
                    <a:lnTo>
                      <a:pt x="10960" y="9307"/>
                    </a:lnTo>
                    <a:lnTo>
                      <a:pt x="10582" y="9685"/>
                    </a:lnTo>
                    <a:lnTo>
                      <a:pt x="10251" y="10063"/>
                    </a:lnTo>
                    <a:lnTo>
                      <a:pt x="9826" y="10346"/>
                    </a:lnTo>
                    <a:lnTo>
                      <a:pt x="9401" y="10582"/>
                    </a:lnTo>
                    <a:lnTo>
                      <a:pt x="8976" y="10771"/>
                    </a:lnTo>
                    <a:lnTo>
                      <a:pt x="8550" y="10960"/>
                    </a:lnTo>
                    <a:lnTo>
                      <a:pt x="8078" y="11055"/>
                    </a:lnTo>
                    <a:lnTo>
                      <a:pt x="7606" y="11149"/>
                    </a:lnTo>
                    <a:lnTo>
                      <a:pt x="7086" y="11149"/>
                    </a:lnTo>
                    <a:lnTo>
                      <a:pt x="6519" y="11102"/>
                    </a:lnTo>
                    <a:lnTo>
                      <a:pt x="5952" y="11055"/>
                    </a:lnTo>
                    <a:lnTo>
                      <a:pt x="5433" y="10866"/>
                    </a:lnTo>
                    <a:lnTo>
                      <a:pt x="4913" y="10677"/>
                    </a:lnTo>
                    <a:lnTo>
                      <a:pt x="4441" y="10394"/>
                    </a:lnTo>
                    <a:lnTo>
                      <a:pt x="4015" y="10110"/>
                    </a:lnTo>
                    <a:lnTo>
                      <a:pt x="3638" y="9732"/>
                    </a:lnTo>
                    <a:lnTo>
                      <a:pt x="3260" y="9354"/>
                    </a:lnTo>
                    <a:lnTo>
                      <a:pt x="1795" y="9354"/>
                    </a:lnTo>
                    <a:lnTo>
                      <a:pt x="2220" y="10016"/>
                    </a:lnTo>
                    <a:lnTo>
                      <a:pt x="2740" y="10582"/>
                    </a:lnTo>
                    <a:lnTo>
                      <a:pt x="3307" y="11102"/>
                    </a:lnTo>
                    <a:lnTo>
                      <a:pt x="3968" y="11527"/>
                    </a:lnTo>
                    <a:lnTo>
                      <a:pt x="4677" y="11905"/>
                    </a:lnTo>
                    <a:lnTo>
                      <a:pt x="5433" y="12141"/>
                    </a:lnTo>
                    <a:lnTo>
                      <a:pt x="6236" y="12283"/>
                    </a:lnTo>
                    <a:lnTo>
                      <a:pt x="7086" y="12330"/>
                    </a:lnTo>
                    <a:lnTo>
                      <a:pt x="7653" y="12330"/>
                    </a:lnTo>
                    <a:lnTo>
                      <a:pt x="8173" y="12236"/>
                    </a:lnTo>
                    <a:lnTo>
                      <a:pt x="8692" y="12141"/>
                    </a:lnTo>
                    <a:lnTo>
                      <a:pt x="9165" y="12000"/>
                    </a:lnTo>
                    <a:lnTo>
                      <a:pt x="9637" y="11763"/>
                    </a:lnTo>
                    <a:lnTo>
                      <a:pt x="10109" y="11527"/>
                    </a:lnTo>
                    <a:lnTo>
                      <a:pt x="10582" y="11244"/>
                    </a:lnTo>
                    <a:lnTo>
                      <a:pt x="11007" y="10913"/>
                    </a:lnTo>
                    <a:lnTo>
                      <a:pt x="14975" y="14881"/>
                    </a:lnTo>
                    <a:lnTo>
                      <a:pt x="15778" y="14078"/>
                    </a:lnTo>
                    <a:lnTo>
                      <a:pt x="11857" y="10110"/>
                    </a:lnTo>
                    <a:lnTo>
                      <a:pt x="12141" y="9685"/>
                    </a:lnTo>
                    <a:lnTo>
                      <a:pt x="12424" y="9213"/>
                    </a:lnTo>
                    <a:lnTo>
                      <a:pt x="12660" y="8740"/>
                    </a:lnTo>
                    <a:lnTo>
                      <a:pt x="12896" y="8268"/>
                    </a:lnTo>
                    <a:lnTo>
                      <a:pt x="13038" y="7795"/>
                    </a:lnTo>
                    <a:lnTo>
                      <a:pt x="13180" y="7276"/>
                    </a:lnTo>
                    <a:lnTo>
                      <a:pt x="13227" y="6756"/>
                    </a:lnTo>
                    <a:lnTo>
                      <a:pt x="13274" y="6189"/>
                    </a:lnTo>
                    <a:lnTo>
                      <a:pt x="13227" y="5528"/>
                    </a:lnTo>
                    <a:lnTo>
                      <a:pt x="13133" y="4914"/>
                    </a:lnTo>
                    <a:lnTo>
                      <a:pt x="12991" y="4347"/>
                    </a:lnTo>
                    <a:lnTo>
                      <a:pt x="12802" y="3780"/>
                    </a:lnTo>
                    <a:lnTo>
                      <a:pt x="12566" y="3260"/>
                    </a:lnTo>
                    <a:lnTo>
                      <a:pt x="12235" y="2741"/>
                    </a:lnTo>
                    <a:lnTo>
                      <a:pt x="11857" y="2268"/>
                    </a:lnTo>
                    <a:lnTo>
                      <a:pt x="11479" y="1796"/>
                    </a:lnTo>
                    <a:lnTo>
                      <a:pt x="11007" y="1371"/>
                    </a:lnTo>
                    <a:lnTo>
                      <a:pt x="10534" y="993"/>
                    </a:lnTo>
                    <a:lnTo>
                      <a:pt x="10015" y="710"/>
                    </a:lnTo>
                    <a:lnTo>
                      <a:pt x="9448" y="426"/>
                    </a:lnTo>
                    <a:lnTo>
                      <a:pt x="8928" y="237"/>
                    </a:lnTo>
                    <a:lnTo>
                      <a:pt x="8314" y="95"/>
                    </a:lnTo>
                    <a:lnTo>
                      <a:pt x="77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location marker icon." id="1494" name="Google Shape;1494;p136"/>
              <p:cNvSpPr/>
              <p:nvPr/>
            </p:nvSpPr>
            <p:spPr>
              <a:xfrm>
                <a:off x="4679708" y="2962224"/>
                <a:ext cx="159728" cy="137255"/>
              </a:xfrm>
              <a:custGeom>
                <a:rect b="b" l="l" r="r" t="t"/>
                <a:pathLst>
                  <a:path extrusionOk="0" h="209550" w="243860">
                    <a:moveTo>
                      <a:pt x="141483" y="81902"/>
                    </a:moveTo>
                    <a:lnTo>
                      <a:pt x="143697" y="82271"/>
                    </a:lnTo>
                    <a:lnTo>
                      <a:pt x="145910" y="82824"/>
                    </a:lnTo>
                    <a:lnTo>
                      <a:pt x="147939" y="83562"/>
                    </a:lnTo>
                    <a:lnTo>
                      <a:pt x="149968" y="84484"/>
                    </a:lnTo>
                    <a:lnTo>
                      <a:pt x="151813" y="85591"/>
                    </a:lnTo>
                    <a:lnTo>
                      <a:pt x="153658" y="86882"/>
                    </a:lnTo>
                    <a:lnTo>
                      <a:pt x="155318" y="88542"/>
                    </a:lnTo>
                    <a:lnTo>
                      <a:pt x="156794" y="90202"/>
                    </a:lnTo>
                    <a:lnTo>
                      <a:pt x="158269" y="92047"/>
                    </a:lnTo>
                    <a:lnTo>
                      <a:pt x="159376" y="93892"/>
                    </a:lnTo>
                    <a:lnTo>
                      <a:pt x="160298" y="95921"/>
                    </a:lnTo>
                    <a:lnTo>
                      <a:pt x="161036" y="97950"/>
                    </a:lnTo>
                    <a:lnTo>
                      <a:pt x="161590" y="100163"/>
                    </a:lnTo>
                    <a:lnTo>
                      <a:pt x="161958" y="102377"/>
                    </a:lnTo>
                    <a:lnTo>
                      <a:pt x="161958" y="104775"/>
                    </a:lnTo>
                    <a:lnTo>
                      <a:pt x="161958" y="107173"/>
                    </a:lnTo>
                    <a:lnTo>
                      <a:pt x="161590" y="109387"/>
                    </a:lnTo>
                    <a:lnTo>
                      <a:pt x="161036" y="111600"/>
                    </a:lnTo>
                    <a:lnTo>
                      <a:pt x="160298" y="113629"/>
                    </a:lnTo>
                    <a:lnTo>
                      <a:pt x="159376" y="115658"/>
                    </a:lnTo>
                    <a:lnTo>
                      <a:pt x="158269" y="117503"/>
                    </a:lnTo>
                    <a:lnTo>
                      <a:pt x="156794" y="119348"/>
                    </a:lnTo>
                    <a:lnTo>
                      <a:pt x="155318" y="121008"/>
                    </a:lnTo>
                    <a:lnTo>
                      <a:pt x="153658" y="122483"/>
                    </a:lnTo>
                    <a:lnTo>
                      <a:pt x="151813" y="123959"/>
                    </a:lnTo>
                    <a:lnTo>
                      <a:pt x="149784" y="125066"/>
                    </a:lnTo>
                    <a:lnTo>
                      <a:pt x="147939" y="125988"/>
                    </a:lnTo>
                    <a:lnTo>
                      <a:pt x="145726" y="126726"/>
                    </a:lnTo>
                    <a:lnTo>
                      <a:pt x="143697" y="127279"/>
                    </a:lnTo>
                    <a:lnTo>
                      <a:pt x="141299" y="127648"/>
                    </a:lnTo>
                    <a:lnTo>
                      <a:pt x="136687" y="127648"/>
                    </a:lnTo>
                    <a:lnTo>
                      <a:pt x="134473" y="127279"/>
                    </a:lnTo>
                    <a:lnTo>
                      <a:pt x="132260" y="126726"/>
                    </a:lnTo>
                    <a:lnTo>
                      <a:pt x="130231" y="125988"/>
                    </a:lnTo>
                    <a:lnTo>
                      <a:pt x="128202" y="125066"/>
                    </a:lnTo>
                    <a:lnTo>
                      <a:pt x="126357" y="123959"/>
                    </a:lnTo>
                    <a:lnTo>
                      <a:pt x="124512" y="122483"/>
                    </a:lnTo>
                    <a:lnTo>
                      <a:pt x="122852" y="121008"/>
                    </a:lnTo>
                    <a:lnTo>
                      <a:pt x="121192" y="119348"/>
                    </a:lnTo>
                    <a:lnTo>
                      <a:pt x="119901" y="117503"/>
                    </a:lnTo>
                    <a:lnTo>
                      <a:pt x="118794" y="115474"/>
                    </a:lnTo>
                    <a:lnTo>
                      <a:pt x="117872" y="113629"/>
                    </a:lnTo>
                    <a:lnTo>
                      <a:pt x="117134" y="111416"/>
                    </a:lnTo>
                    <a:lnTo>
                      <a:pt x="116581" y="109387"/>
                    </a:lnTo>
                    <a:lnTo>
                      <a:pt x="116212" y="106989"/>
                    </a:lnTo>
                    <a:lnTo>
                      <a:pt x="116212" y="104775"/>
                    </a:lnTo>
                    <a:lnTo>
                      <a:pt x="116212" y="102377"/>
                    </a:lnTo>
                    <a:lnTo>
                      <a:pt x="116581" y="100163"/>
                    </a:lnTo>
                    <a:lnTo>
                      <a:pt x="117134" y="97950"/>
                    </a:lnTo>
                    <a:lnTo>
                      <a:pt x="117872" y="95921"/>
                    </a:lnTo>
                    <a:lnTo>
                      <a:pt x="118794" y="93892"/>
                    </a:lnTo>
                    <a:lnTo>
                      <a:pt x="119901" y="92047"/>
                    </a:lnTo>
                    <a:lnTo>
                      <a:pt x="121192" y="90202"/>
                    </a:lnTo>
                    <a:lnTo>
                      <a:pt x="122852" y="88542"/>
                    </a:lnTo>
                    <a:lnTo>
                      <a:pt x="124512" y="86882"/>
                    </a:lnTo>
                    <a:lnTo>
                      <a:pt x="126357" y="85591"/>
                    </a:lnTo>
                    <a:lnTo>
                      <a:pt x="128202" y="84484"/>
                    </a:lnTo>
                    <a:lnTo>
                      <a:pt x="130231" y="83562"/>
                    </a:lnTo>
                    <a:lnTo>
                      <a:pt x="132260" y="82824"/>
                    </a:lnTo>
                    <a:lnTo>
                      <a:pt x="134473" y="82271"/>
                    </a:lnTo>
                    <a:lnTo>
                      <a:pt x="136687" y="81902"/>
                    </a:lnTo>
                    <a:close/>
                    <a:moveTo>
                      <a:pt x="139085" y="62164"/>
                    </a:moveTo>
                    <a:lnTo>
                      <a:pt x="134658" y="62349"/>
                    </a:lnTo>
                    <a:lnTo>
                      <a:pt x="130600" y="62902"/>
                    </a:lnTo>
                    <a:lnTo>
                      <a:pt x="126542" y="64009"/>
                    </a:lnTo>
                    <a:lnTo>
                      <a:pt x="122668" y="65300"/>
                    </a:lnTo>
                    <a:lnTo>
                      <a:pt x="118979" y="66960"/>
                    </a:lnTo>
                    <a:lnTo>
                      <a:pt x="115474" y="69174"/>
                    </a:lnTo>
                    <a:lnTo>
                      <a:pt x="112153" y="71756"/>
                    </a:lnTo>
                    <a:lnTo>
                      <a:pt x="108833" y="74523"/>
                    </a:lnTo>
                    <a:lnTo>
                      <a:pt x="106066" y="77843"/>
                    </a:lnTo>
                    <a:lnTo>
                      <a:pt x="103484" y="81164"/>
                    </a:lnTo>
                    <a:lnTo>
                      <a:pt x="101270" y="84669"/>
                    </a:lnTo>
                    <a:lnTo>
                      <a:pt x="99610" y="88358"/>
                    </a:lnTo>
                    <a:lnTo>
                      <a:pt x="98319" y="92232"/>
                    </a:lnTo>
                    <a:lnTo>
                      <a:pt x="97212" y="96290"/>
                    </a:lnTo>
                    <a:lnTo>
                      <a:pt x="96659" y="100348"/>
                    </a:lnTo>
                    <a:lnTo>
                      <a:pt x="96474" y="104775"/>
                    </a:lnTo>
                    <a:lnTo>
                      <a:pt x="96659" y="109018"/>
                    </a:lnTo>
                    <a:lnTo>
                      <a:pt x="97212" y="113260"/>
                    </a:lnTo>
                    <a:lnTo>
                      <a:pt x="98319" y="117318"/>
                    </a:lnTo>
                    <a:lnTo>
                      <a:pt x="99610" y="121192"/>
                    </a:lnTo>
                    <a:lnTo>
                      <a:pt x="101270" y="124881"/>
                    </a:lnTo>
                    <a:lnTo>
                      <a:pt x="103484" y="128386"/>
                    </a:lnTo>
                    <a:lnTo>
                      <a:pt x="106066" y="131707"/>
                    </a:lnTo>
                    <a:lnTo>
                      <a:pt x="108833" y="134842"/>
                    </a:lnTo>
                    <a:lnTo>
                      <a:pt x="112153" y="137794"/>
                    </a:lnTo>
                    <a:lnTo>
                      <a:pt x="115474" y="140376"/>
                    </a:lnTo>
                    <a:lnTo>
                      <a:pt x="118979" y="142405"/>
                    </a:lnTo>
                    <a:lnTo>
                      <a:pt x="122668" y="144250"/>
                    </a:lnTo>
                    <a:lnTo>
                      <a:pt x="126542" y="145541"/>
                    </a:lnTo>
                    <a:lnTo>
                      <a:pt x="130600" y="146464"/>
                    </a:lnTo>
                    <a:lnTo>
                      <a:pt x="134658" y="147202"/>
                    </a:lnTo>
                    <a:lnTo>
                      <a:pt x="139085" y="147386"/>
                    </a:lnTo>
                    <a:lnTo>
                      <a:pt x="143328" y="147202"/>
                    </a:lnTo>
                    <a:lnTo>
                      <a:pt x="147570" y="146464"/>
                    </a:lnTo>
                    <a:lnTo>
                      <a:pt x="151629" y="145541"/>
                    </a:lnTo>
                    <a:lnTo>
                      <a:pt x="155502" y="144250"/>
                    </a:lnTo>
                    <a:lnTo>
                      <a:pt x="159192" y="142405"/>
                    </a:lnTo>
                    <a:lnTo>
                      <a:pt x="162696" y="140376"/>
                    </a:lnTo>
                    <a:lnTo>
                      <a:pt x="166017" y="137794"/>
                    </a:lnTo>
                    <a:lnTo>
                      <a:pt x="169153" y="134842"/>
                    </a:lnTo>
                    <a:lnTo>
                      <a:pt x="172104" y="131707"/>
                    </a:lnTo>
                    <a:lnTo>
                      <a:pt x="174686" y="128386"/>
                    </a:lnTo>
                    <a:lnTo>
                      <a:pt x="176715" y="124881"/>
                    </a:lnTo>
                    <a:lnTo>
                      <a:pt x="178560" y="121192"/>
                    </a:lnTo>
                    <a:lnTo>
                      <a:pt x="179851" y="117318"/>
                    </a:lnTo>
                    <a:lnTo>
                      <a:pt x="180774" y="113260"/>
                    </a:lnTo>
                    <a:lnTo>
                      <a:pt x="181512" y="109018"/>
                    </a:lnTo>
                    <a:lnTo>
                      <a:pt x="181696" y="104775"/>
                    </a:lnTo>
                    <a:lnTo>
                      <a:pt x="181512" y="100348"/>
                    </a:lnTo>
                    <a:lnTo>
                      <a:pt x="180774" y="96290"/>
                    </a:lnTo>
                    <a:lnTo>
                      <a:pt x="179851" y="92232"/>
                    </a:lnTo>
                    <a:lnTo>
                      <a:pt x="178560" y="88358"/>
                    </a:lnTo>
                    <a:lnTo>
                      <a:pt x="176715" y="84669"/>
                    </a:lnTo>
                    <a:lnTo>
                      <a:pt x="174686" y="81164"/>
                    </a:lnTo>
                    <a:lnTo>
                      <a:pt x="172104" y="77843"/>
                    </a:lnTo>
                    <a:lnTo>
                      <a:pt x="169153" y="74523"/>
                    </a:lnTo>
                    <a:lnTo>
                      <a:pt x="166017" y="71756"/>
                    </a:lnTo>
                    <a:lnTo>
                      <a:pt x="162696" y="69174"/>
                    </a:lnTo>
                    <a:lnTo>
                      <a:pt x="159192" y="66960"/>
                    </a:lnTo>
                    <a:lnTo>
                      <a:pt x="155502" y="65300"/>
                    </a:lnTo>
                    <a:lnTo>
                      <a:pt x="151629" y="64009"/>
                    </a:lnTo>
                    <a:lnTo>
                      <a:pt x="147570" y="62902"/>
                    </a:lnTo>
                    <a:lnTo>
                      <a:pt x="143328" y="62349"/>
                    </a:lnTo>
                    <a:lnTo>
                      <a:pt x="139085" y="62164"/>
                    </a:lnTo>
                    <a:close/>
                    <a:moveTo>
                      <a:pt x="139085" y="19553"/>
                    </a:moveTo>
                    <a:lnTo>
                      <a:pt x="143512" y="19738"/>
                    </a:lnTo>
                    <a:lnTo>
                      <a:pt x="147755" y="19922"/>
                    </a:lnTo>
                    <a:lnTo>
                      <a:pt x="151997" y="20475"/>
                    </a:lnTo>
                    <a:lnTo>
                      <a:pt x="156056" y="21213"/>
                    </a:lnTo>
                    <a:lnTo>
                      <a:pt x="160114" y="22136"/>
                    </a:lnTo>
                    <a:lnTo>
                      <a:pt x="164172" y="23058"/>
                    </a:lnTo>
                    <a:lnTo>
                      <a:pt x="168046" y="24349"/>
                    </a:lnTo>
                    <a:lnTo>
                      <a:pt x="171735" y="25825"/>
                    </a:lnTo>
                    <a:lnTo>
                      <a:pt x="175609" y="27485"/>
                    </a:lnTo>
                    <a:lnTo>
                      <a:pt x="179114" y="29330"/>
                    </a:lnTo>
                    <a:lnTo>
                      <a:pt x="182803" y="31359"/>
                    </a:lnTo>
                    <a:lnTo>
                      <a:pt x="186123" y="33572"/>
                    </a:lnTo>
                    <a:lnTo>
                      <a:pt x="189628" y="35970"/>
                    </a:lnTo>
                    <a:lnTo>
                      <a:pt x="192948" y="38737"/>
                    </a:lnTo>
                    <a:lnTo>
                      <a:pt x="196084" y="41504"/>
                    </a:lnTo>
                    <a:lnTo>
                      <a:pt x="199220" y="44456"/>
                    </a:lnTo>
                    <a:lnTo>
                      <a:pt x="202356" y="47591"/>
                    </a:lnTo>
                    <a:lnTo>
                      <a:pt x="205123" y="50912"/>
                    </a:lnTo>
                    <a:lnTo>
                      <a:pt x="207705" y="54232"/>
                    </a:lnTo>
                    <a:lnTo>
                      <a:pt x="210103" y="57552"/>
                    </a:lnTo>
                    <a:lnTo>
                      <a:pt x="212501" y="61057"/>
                    </a:lnTo>
                    <a:lnTo>
                      <a:pt x="214530" y="64562"/>
                    </a:lnTo>
                    <a:lnTo>
                      <a:pt x="216375" y="68251"/>
                    </a:lnTo>
                    <a:lnTo>
                      <a:pt x="218035" y="71941"/>
                    </a:lnTo>
                    <a:lnTo>
                      <a:pt x="219511" y="75814"/>
                    </a:lnTo>
                    <a:lnTo>
                      <a:pt x="220618" y="79688"/>
                    </a:lnTo>
                    <a:lnTo>
                      <a:pt x="221724" y="83746"/>
                    </a:lnTo>
                    <a:lnTo>
                      <a:pt x="222647" y="87804"/>
                    </a:lnTo>
                    <a:lnTo>
                      <a:pt x="223385" y="91863"/>
                    </a:lnTo>
                    <a:lnTo>
                      <a:pt x="223754" y="96105"/>
                    </a:lnTo>
                    <a:lnTo>
                      <a:pt x="224122" y="100348"/>
                    </a:lnTo>
                    <a:lnTo>
                      <a:pt x="224122" y="104775"/>
                    </a:lnTo>
                    <a:lnTo>
                      <a:pt x="224122" y="109202"/>
                    </a:lnTo>
                    <a:lnTo>
                      <a:pt x="223754" y="113445"/>
                    </a:lnTo>
                    <a:lnTo>
                      <a:pt x="223385" y="117687"/>
                    </a:lnTo>
                    <a:lnTo>
                      <a:pt x="222647" y="121746"/>
                    </a:lnTo>
                    <a:lnTo>
                      <a:pt x="221724" y="125804"/>
                    </a:lnTo>
                    <a:lnTo>
                      <a:pt x="220618" y="129862"/>
                    </a:lnTo>
                    <a:lnTo>
                      <a:pt x="219511" y="133736"/>
                    </a:lnTo>
                    <a:lnTo>
                      <a:pt x="218035" y="137425"/>
                    </a:lnTo>
                    <a:lnTo>
                      <a:pt x="216375" y="141299"/>
                    </a:lnTo>
                    <a:lnTo>
                      <a:pt x="214530" y="144803"/>
                    </a:lnTo>
                    <a:lnTo>
                      <a:pt x="212501" y="148493"/>
                    </a:lnTo>
                    <a:lnTo>
                      <a:pt x="210103" y="151813"/>
                    </a:lnTo>
                    <a:lnTo>
                      <a:pt x="207705" y="155318"/>
                    </a:lnTo>
                    <a:lnTo>
                      <a:pt x="205123" y="158638"/>
                    </a:lnTo>
                    <a:lnTo>
                      <a:pt x="202356" y="161774"/>
                    </a:lnTo>
                    <a:lnTo>
                      <a:pt x="199220" y="164910"/>
                    </a:lnTo>
                    <a:lnTo>
                      <a:pt x="196084" y="168046"/>
                    </a:lnTo>
                    <a:lnTo>
                      <a:pt x="192948" y="170813"/>
                    </a:lnTo>
                    <a:lnTo>
                      <a:pt x="189628" y="173395"/>
                    </a:lnTo>
                    <a:lnTo>
                      <a:pt x="186123" y="175793"/>
                    </a:lnTo>
                    <a:lnTo>
                      <a:pt x="182803" y="178191"/>
                    </a:lnTo>
                    <a:lnTo>
                      <a:pt x="179114" y="180220"/>
                    </a:lnTo>
                    <a:lnTo>
                      <a:pt x="175609" y="182065"/>
                    </a:lnTo>
                    <a:lnTo>
                      <a:pt x="171735" y="183725"/>
                    </a:lnTo>
                    <a:lnTo>
                      <a:pt x="168046" y="185201"/>
                    </a:lnTo>
                    <a:lnTo>
                      <a:pt x="164172" y="186308"/>
                    </a:lnTo>
                    <a:lnTo>
                      <a:pt x="160114" y="187414"/>
                    </a:lnTo>
                    <a:lnTo>
                      <a:pt x="156056" y="188337"/>
                    </a:lnTo>
                    <a:lnTo>
                      <a:pt x="151997" y="189075"/>
                    </a:lnTo>
                    <a:lnTo>
                      <a:pt x="147755" y="189444"/>
                    </a:lnTo>
                    <a:lnTo>
                      <a:pt x="143512" y="189812"/>
                    </a:lnTo>
                    <a:lnTo>
                      <a:pt x="53863" y="189812"/>
                    </a:lnTo>
                    <a:lnTo>
                      <a:pt x="53863" y="104775"/>
                    </a:lnTo>
                    <a:lnTo>
                      <a:pt x="54048" y="100348"/>
                    </a:lnTo>
                    <a:lnTo>
                      <a:pt x="54232" y="96105"/>
                    </a:lnTo>
                    <a:lnTo>
                      <a:pt x="54785" y="91863"/>
                    </a:lnTo>
                    <a:lnTo>
                      <a:pt x="55523" y="87804"/>
                    </a:lnTo>
                    <a:lnTo>
                      <a:pt x="56446" y="83746"/>
                    </a:lnTo>
                    <a:lnTo>
                      <a:pt x="57368" y="79688"/>
                    </a:lnTo>
                    <a:lnTo>
                      <a:pt x="58659" y="75814"/>
                    </a:lnTo>
                    <a:lnTo>
                      <a:pt x="60135" y="71941"/>
                    </a:lnTo>
                    <a:lnTo>
                      <a:pt x="61795" y="68251"/>
                    </a:lnTo>
                    <a:lnTo>
                      <a:pt x="63640" y="64562"/>
                    </a:lnTo>
                    <a:lnTo>
                      <a:pt x="65669" y="61057"/>
                    </a:lnTo>
                    <a:lnTo>
                      <a:pt x="67882" y="57552"/>
                    </a:lnTo>
                    <a:lnTo>
                      <a:pt x="70280" y="54232"/>
                    </a:lnTo>
                    <a:lnTo>
                      <a:pt x="73047" y="50912"/>
                    </a:lnTo>
                    <a:lnTo>
                      <a:pt x="75814" y="47591"/>
                    </a:lnTo>
                    <a:lnTo>
                      <a:pt x="78766" y="44456"/>
                    </a:lnTo>
                    <a:lnTo>
                      <a:pt x="81902" y="41504"/>
                    </a:lnTo>
                    <a:lnTo>
                      <a:pt x="85222" y="38737"/>
                    </a:lnTo>
                    <a:lnTo>
                      <a:pt x="88542" y="35970"/>
                    </a:lnTo>
                    <a:lnTo>
                      <a:pt x="91863" y="33572"/>
                    </a:lnTo>
                    <a:lnTo>
                      <a:pt x="95367" y="31359"/>
                    </a:lnTo>
                    <a:lnTo>
                      <a:pt x="98872" y="29330"/>
                    </a:lnTo>
                    <a:lnTo>
                      <a:pt x="102561" y="27485"/>
                    </a:lnTo>
                    <a:lnTo>
                      <a:pt x="106251" y="25825"/>
                    </a:lnTo>
                    <a:lnTo>
                      <a:pt x="110124" y="24349"/>
                    </a:lnTo>
                    <a:lnTo>
                      <a:pt x="113998" y="23058"/>
                    </a:lnTo>
                    <a:lnTo>
                      <a:pt x="118056" y="22136"/>
                    </a:lnTo>
                    <a:lnTo>
                      <a:pt x="122114" y="21213"/>
                    </a:lnTo>
                    <a:lnTo>
                      <a:pt x="126173" y="20475"/>
                    </a:lnTo>
                    <a:lnTo>
                      <a:pt x="130415" y="19922"/>
                    </a:lnTo>
                    <a:lnTo>
                      <a:pt x="134658" y="19738"/>
                    </a:lnTo>
                    <a:lnTo>
                      <a:pt x="139085" y="19553"/>
                    </a:lnTo>
                    <a:close/>
                    <a:moveTo>
                      <a:pt x="0" y="150522"/>
                    </a:moveTo>
                    <a:lnTo>
                      <a:pt x="0" y="209550"/>
                    </a:lnTo>
                    <a:lnTo>
                      <a:pt x="19738" y="209550"/>
                    </a:lnTo>
                    <a:lnTo>
                      <a:pt x="19738" y="150522"/>
                    </a:lnTo>
                    <a:close/>
                    <a:moveTo>
                      <a:pt x="139085" y="0"/>
                    </a:moveTo>
                    <a:lnTo>
                      <a:pt x="133551" y="184"/>
                    </a:lnTo>
                    <a:lnTo>
                      <a:pt x="128386" y="369"/>
                    </a:lnTo>
                    <a:lnTo>
                      <a:pt x="123037" y="1107"/>
                    </a:lnTo>
                    <a:lnTo>
                      <a:pt x="118056" y="1845"/>
                    </a:lnTo>
                    <a:lnTo>
                      <a:pt x="112891" y="2951"/>
                    </a:lnTo>
                    <a:lnTo>
                      <a:pt x="108095" y="4243"/>
                    </a:lnTo>
                    <a:lnTo>
                      <a:pt x="103299" y="5903"/>
                    </a:lnTo>
                    <a:lnTo>
                      <a:pt x="98688" y="7563"/>
                    </a:lnTo>
                    <a:lnTo>
                      <a:pt x="94076" y="9592"/>
                    </a:lnTo>
                    <a:lnTo>
                      <a:pt x="89465" y="11806"/>
                    </a:lnTo>
                    <a:lnTo>
                      <a:pt x="85222" y="14388"/>
                    </a:lnTo>
                    <a:lnTo>
                      <a:pt x="80795" y="17155"/>
                    </a:lnTo>
                    <a:lnTo>
                      <a:pt x="76737" y="20106"/>
                    </a:lnTo>
                    <a:lnTo>
                      <a:pt x="72678" y="23242"/>
                    </a:lnTo>
                    <a:lnTo>
                      <a:pt x="68620" y="26747"/>
                    </a:lnTo>
                    <a:lnTo>
                      <a:pt x="64746" y="30436"/>
                    </a:lnTo>
                    <a:lnTo>
                      <a:pt x="61057" y="34310"/>
                    </a:lnTo>
                    <a:lnTo>
                      <a:pt x="57552" y="38368"/>
                    </a:lnTo>
                    <a:lnTo>
                      <a:pt x="54417" y="42426"/>
                    </a:lnTo>
                    <a:lnTo>
                      <a:pt x="51465" y="46485"/>
                    </a:lnTo>
                    <a:lnTo>
                      <a:pt x="48698" y="50912"/>
                    </a:lnTo>
                    <a:lnTo>
                      <a:pt x="46116" y="55154"/>
                    </a:lnTo>
                    <a:lnTo>
                      <a:pt x="43902" y="59766"/>
                    </a:lnTo>
                    <a:lnTo>
                      <a:pt x="41873" y="64378"/>
                    </a:lnTo>
                    <a:lnTo>
                      <a:pt x="40028" y="68989"/>
                    </a:lnTo>
                    <a:lnTo>
                      <a:pt x="38553" y="73785"/>
                    </a:lnTo>
                    <a:lnTo>
                      <a:pt x="37262" y="78766"/>
                    </a:lnTo>
                    <a:lnTo>
                      <a:pt x="36155" y="83746"/>
                    </a:lnTo>
                    <a:lnTo>
                      <a:pt x="35417" y="88727"/>
                    </a:lnTo>
                    <a:lnTo>
                      <a:pt x="34679" y="94076"/>
                    </a:lnTo>
                    <a:lnTo>
                      <a:pt x="34310" y="99241"/>
                    </a:lnTo>
                    <a:lnTo>
                      <a:pt x="34310" y="104775"/>
                    </a:lnTo>
                    <a:lnTo>
                      <a:pt x="34310" y="209550"/>
                    </a:lnTo>
                    <a:lnTo>
                      <a:pt x="139085" y="209550"/>
                    </a:lnTo>
                    <a:lnTo>
                      <a:pt x="144434" y="209366"/>
                    </a:lnTo>
                    <a:lnTo>
                      <a:pt x="149784" y="208997"/>
                    </a:lnTo>
                    <a:lnTo>
                      <a:pt x="154949" y="208443"/>
                    </a:lnTo>
                    <a:lnTo>
                      <a:pt x="160114" y="207705"/>
                    </a:lnTo>
                    <a:lnTo>
                      <a:pt x="165094" y="206599"/>
                    </a:lnTo>
                    <a:lnTo>
                      <a:pt x="170075" y="205307"/>
                    </a:lnTo>
                    <a:lnTo>
                      <a:pt x="174871" y="203647"/>
                    </a:lnTo>
                    <a:lnTo>
                      <a:pt x="179482" y="201803"/>
                    </a:lnTo>
                    <a:lnTo>
                      <a:pt x="184094" y="199773"/>
                    </a:lnTo>
                    <a:lnTo>
                      <a:pt x="188521" y="197560"/>
                    </a:lnTo>
                    <a:lnTo>
                      <a:pt x="192948" y="195162"/>
                    </a:lnTo>
                    <a:lnTo>
                      <a:pt x="197191" y="192395"/>
                    </a:lnTo>
                    <a:lnTo>
                      <a:pt x="201434" y="189444"/>
                    </a:lnTo>
                    <a:lnTo>
                      <a:pt x="205492" y="186123"/>
                    </a:lnTo>
                    <a:lnTo>
                      <a:pt x="209550" y="182618"/>
                    </a:lnTo>
                    <a:lnTo>
                      <a:pt x="213239" y="178929"/>
                    </a:lnTo>
                    <a:lnTo>
                      <a:pt x="216928" y="175055"/>
                    </a:lnTo>
                    <a:lnTo>
                      <a:pt x="220433" y="171182"/>
                    </a:lnTo>
                    <a:lnTo>
                      <a:pt x="223754" y="167124"/>
                    </a:lnTo>
                    <a:lnTo>
                      <a:pt x="226705" y="162881"/>
                    </a:lnTo>
                    <a:lnTo>
                      <a:pt x="229472" y="158638"/>
                    </a:lnTo>
                    <a:lnTo>
                      <a:pt x="231870" y="154211"/>
                    </a:lnTo>
                    <a:lnTo>
                      <a:pt x="234268" y="149784"/>
                    </a:lnTo>
                    <a:lnTo>
                      <a:pt x="236297" y="145172"/>
                    </a:lnTo>
                    <a:lnTo>
                      <a:pt x="237957" y="140561"/>
                    </a:lnTo>
                    <a:lnTo>
                      <a:pt x="239617" y="135765"/>
                    </a:lnTo>
                    <a:lnTo>
                      <a:pt x="240909" y="130784"/>
                    </a:lnTo>
                    <a:lnTo>
                      <a:pt x="242015" y="125804"/>
                    </a:lnTo>
                    <a:lnTo>
                      <a:pt x="242753" y="120639"/>
                    </a:lnTo>
                    <a:lnTo>
                      <a:pt x="243307" y="115474"/>
                    </a:lnTo>
                    <a:lnTo>
                      <a:pt x="243676" y="110124"/>
                    </a:lnTo>
                    <a:lnTo>
                      <a:pt x="243860" y="104775"/>
                    </a:lnTo>
                    <a:lnTo>
                      <a:pt x="243676" y="99241"/>
                    </a:lnTo>
                    <a:lnTo>
                      <a:pt x="243307" y="94076"/>
                    </a:lnTo>
                    <a:lnTo>
                      <a:pt x="242753" y="88727"/>
                    </a:lnTo>
                    <a:lnTo>
                      <a:pt x="242015" y="83746"/>
                    </a:lnTo>
                    <a:lnTo>
                      <a:pt x="240909" y="78766"/>
                    </a:lnTo>
                    <a:lnTo>
                      <a:pt x="239617" y="73785"/>
                    </a:lnTo>
                    <a:lnTo>
                      <a:pt x="237957" y="68989"/>
                    </a:lnTo>
                    <a:lnTo>
                      <a:pt x="236113" y="64378"/>
                    </a:lnTo>
                    <a:lnTo>
                      <a:pt x="234083" y="59766"/>
                    </a:lnTo>
                    <a:lnTo>
                      <a:pt x="231870" y="55154"/>
                    </a:lnTo>
                    <a:lnTo>
                      <a:pt x="229472" y="50912"/>
                    </a:lnTo>
                    <a:lnTo>
                      <a:pt x="226705" y="46485"/>
                    </a:lnTo>
                    <a:lnTo>
                      <a:pt x="223754" y="42426"/>
                    </a:lnTo>
                    <a:lnTo>
                      <a:pt x="220433" y="38368"/>
                    </a:lnTo>
                    <a:lnTo>
                      <a:pt x="216928" y="34310"/>
                    </a:lnTo>
                    <a:lnTo>
                      <a:pt x="213239" y="30436"/>
                    </a:lnTo>
                    <a:lnTo>
                      <a:pt x="209365" y="26747"/>
                    </a:lnTo>
                    <a:lnTo>
                      <a:pt x="205492" y="23242"/>
                    </a:lnTo>
                    <a:lnTo>
                      <a:pt x="201434" y="20106"/>
                    </a:lnTo>
                    <a:lnTo>
                      <a:pt x="197191" y="17155"/>
                    </a:lnTo>
                    <a:lnTo>
                      <a:pt x="192948" y="14388"/>
                    </a:lnTo>
                    <a:lnTo>
                      <a:pt x="188521" y="11806"/>
                    </a:lnTo>
                    <a:lnTo>
                      <a:pt x="184094" y="9592"/>
                    </a:lnTo>
                    <a:lnTo>
                      <a:pt x="179482" y="7563"/>
                    </a:lnTo>
                    <a:lnTo>
                      <a:pt x="174871" y="5903"/>
                    </a:lnTo>
                    <a:lnTo>
                      <a:pt x="169890" y="4243"/>
                    </a:lnTo>
                    <a:lnTo>
                      <a:pt x="165094" y="2951"/>
                    </a:lnTo>
                    <a:lnTo>
                      <a:pt x="160114" y="1845"/>
                    </a:lnTo>
                    <a:lnTo>
                      <a:pt x="154949" y="1107"/>
                    </a:lnTo>
                    <a:lnTo>
                      <a:pt x="149784" y="369"/>
                    </a:lnTo>
                    <a:lnTo>
                      <a:pt x="144434" y="184"/>
                    </a:lnTo>
                    <a:lnTo>
                      <a:pt x="1390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grpSp>
        <p:grpSp>
          <p:nvGrpSpPr>
            <p:cNvPr id="1495" name="Google Shape;1495;p136"/>
            <p:cNvGrpSpPr/>
            <p:nvPr/>
          </p:nvGrpSpPr>
          <p:grpSpPr>
            <a:xfrm>
              <a:off x="7010175" y="1015125"/>
              <a:ext cx="1799800" cy="1260975"/>
              <a:chOff x="7010175" y="1015125"/>
              <a:chExt cx="1799800" cy="1260975"/>
            </a:xfrm>
          </p:grpSpPr>
          <p:sp>
            <p:nvSpPr>
              <p:cNvPr id="1496" name="Google Shape;1496;p136"/>
              <p:cNvSpPr/>
              <p:nvPr/>
            </p:nvSpPr>
            <p:spPr>
              <a:xfrm>
                <a:off x="7010175" y="1015125"/>
                <a:ext cx="308100" cy="308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97" name="Google Shape;1497;p136"/>
              <p:cNvSpPr txBox="1"/>
              <p:nvPr/>
            </p:nvSpPr>
            <p:spPr>
              <a:xfrm>
                <a:off x="7408675" y="1046025"/>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498" name="Google Shape;1498;p136"/>
              <p:cNvSpPr/>
              <p:nvPr/>
            </p:nvSpPr>
            <p:spPr>
              <a:xfrm>
                <a:off x="7010175" y="1473525"/>
                <a:ext cx="308100" cy="308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99" name="Google Shape;1499;p136"/>
              <p:cNvSpPr txBox="1"/>
              <p:nvPr/>
            </p:nvSpPr>
            <p:spPr>
              <a:xfrm>
                <a:off x="7408675" y="1504425"/>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500" name="Google Shape;1500;p136"/>
              <p:cNvSpPr/>
              <p:nvPr/>
            </p:nvSpPr>
            <p:spPr>
              <a:xfrm>
                <a:off x="7010175" y="1968000"/>
                <a:ext cx="308100" cy="308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501" name="Google Shape;1501;p136"/>
              <p:cNvSpPr txBox="1"/>
              <p:nvPr/>
            </p:nvSpPr>
            <p:spPr>
              <a:xfrm>
                <a:off x="7408675" y="1998900"/>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descr="An icon showing a magnifying glass examining a graph." id="1502" name="Google Shape;1502;p136"/>
              <p:cNvSpPr/>
              <p:nvPr/>
            </p:nvSpPr>
            <p:spPr>
              <a:xfrm>
                <a:off x="7081050" y="1083549"/>
                <a:ext cx="158437" cy="167334"/>
              </a:xfrm>
              <a:custGeom>
                <a:rect b="b" l="l" r="r" t="t"/>
                <a:pathLst>
                  <a:path extrusionOk="0" h="15967" w="15118">
                    <a:moveTo>
                      <a:pt x="14173" y="0"/>
                    </a:moveTo>
                    <a:lnTo>
                      <a:pt x="11480" y="4299"/>
                    </a:lnTo>
                    <a:lnTo>
                      <a:pt x="9118" y="756"/>
                    </a:lnTo>
                    <a:lnTo>
                      <a:pt x="6000" y="5811"/>
                    </a:lnTo>
                    <a:lnTo>
                      <a:pt x="3686" y="3071"/>
                    </a:lnTo>
                    <a:lnTo>
                      <a:pt x="1" y="8976"/>
                    </a:lnTo>
                    <a:lnTo>
                      <a:pt x="946" y="9684"/>
                    </a:lnTo>
                    <a:lnTo>
                      <a:pt x="3827" y="5102"/>
                    </a:lnTo>
                    <a:lnTo>
                      <a:pt x="6189" y="7842"/>
                    </a:lnTo>
                    <a:lnTo>
                      <a:pt x="9165" y="2976"/>
                    </a:lnTo>
                    <a:lnTo>
                      <a:pt x="11480" y="6472"/>
                    </a:lnTo>
                    <a:lnTo>
                      <a:pt x="15117" y="709"/>
                    </a:lnTo>
                    <a:lnTo>
                      <a:pt x="14173" y="0"/>
                    </a:lnTo>
                    <a:close/>
                    <a:moveTo>
                      <a:pt x="10205" y="8881"/>
                    </a:moveTo>
                    <a:lnTo>
                      <a:pt x="10630" y="8928"/>
                    </a:lnTo>
                    <a:lnTo>
                      <a:pt x="11008" y="9023"/>
                    </a:lnTo>
                    <a:lnTo>
                      <a:pt x="11386" y="9212"/>
                    </a:lnTo>
                    <a:lnTo>
                      <a:pt x="11716" y="9495"/>
                    </a:lnTo>
                    <a:lnTo>
                      <a:pt x="12000" y="9826"/>
                    </a:lnTo>
                    <a:lnTo>
                      <a:pt x="12189" y="10204"/>
                    </a:lnTo>
                    <a:lnTo>
                      <a:pt x="12283" y="10582"/>
                    </a:lnTo>
                    <a:lnTo>
                      <a:pt x="12330" y="11007"/>
                    </a:lnTo>
                    <a:lnTo>
                      <a:pt x="12283" y="11432"/>
                    </a:lnTo>
                    <a:lnTo>
                      <a:pt x="12189" y="11857"/>
                    </a:lnTo>
                    <a:lnTo>
                      <a:pt x="12000" y="12235"/>
                    </a:lnTo>
                    <a:lnTo>
                      <a:pt x="11716" y="12519"/>
                    </a:lnTo>
                    <a:lnTo>
                      <a:pt x="11386" y="12802"/>
                    </a:lnTo>
                    <a:lnTo>
                      <a:pt x="11008" y="12991"/>
                    </a:lnTo>
                    <a:lnTo>
                      <a:pt x="10630" y="13133"/>
                    </a:lnTo>
                    <a:lnTo>
                      <a:pt x="10205" y="13180"/>
                    </a:lnTo>
                    <a:lnTo>
                      <a:pt x="9779" y="13133"/>
                    </a:lnTo>
                    <a:lnTo>
                      <a:pt x="9354" y="12991"/>
                    </a:lnTo>
                    <a:lnTo>
                      <a:pt x="9024" y="12802"/>
                    </a:lnTo>
                    <a:lnTo>
                      <a:pt x="8693" y="12519"/>
                    </a:lnTo>
                    <a:lnTo>
                      <a:pt x="8409" y="12235"/>
                    </a:lnTo>
                    <a:lnTo>
                      <a:pt x="8220" y="11857"/>
                    </a:lnTo>
                    <a:lnTo>
                      <a:pt x="8079" y="11432"/>
                    </a:lnTo>
                    <a:lnTo>
                      <a:pt x="8079" y="11007"/>
                    </a:lnTo>
                    <a:lnTo>
                      <a:pt x="8079" y="10582"/>
                    </a:lnTo>
                    <a:lnTo>
                      <a:pt x="8220" y="10204"/>
                    </a:lnTo>
                    <a:lnTo>
                      <a:pt x="8409" y="9826"/>
                    </a:lnTo>
                    <a:lnTo>
                      <a:pt x="8693" y="9495"/>
                    </a:lnTo>
                    <a:lnTo>
                      <a:pt x="9024" y="9212"/>
                    </a:lnTo>
                    <a:lnTo>
                      <a:pt x="9354" y="9023"/>
                    </a:lnTo>
                    <a:lnTo>
                      <a:pt x="9779" y="8928"/>
                    </a:lnTo>
                    <a:lnTo>
                      <a:pt x="10205" y="8881"/>
                    </a:lnTo>
                    <a:close/>
                    <a:moveTo>
                      <a:pt x="9874" y="7700"/>
                    </a:moveTo>
                    <a:lnTo>
                      <a:pt x="9543" y="7747"/>
                    </a:lnTo>
                    <a:lnTo>
                      <a:pt x="9213" y="7842"/>
                    </a:lnTo>
                    <a:lnTo>
                      <a:pt x="8929" y="7936"/>
                    </a:lnTo>
                    <a:lnTo>
                      <a:pt x="8598" y="8078"/>
                    </a:lnTo>
                    <a:lnTo>
                      <a:pt x="8362" y="8220"/>
                    </a:lnTo>
                    <a:lnTo>
                      <a:pt x="8079" y="8456"/>
                    </a:lnTo>
                    <a:lnTo>
                      <a:pt x="7843" y="8645"/>
                    </a:lnTo>
                    <a:lnTo>
                      <a:pt x="7606" y="8928"/>
                    </a:lnTo>
                    <a:lnTo>
                      <a:pt x="7417" y="9165"/>
                    </a:lnTo>
                    <a:lnTo>
                      <a:pt x="7228" y="9448"/>
                    </a:lnTo>
                    <a:lnTo>
                      <a:pt x="7087" y="9731"/>
                    </a:lnTo>
                    <a:lnTo>
                      <a:pt x="6992" y="10062"/>
                    </a:lnTo>
                    <a:lnTo>
                      <a:pt x="6945" y="10346"/>
                    </a:lnTo>
                    <a:lnTo>
                      <a:pt x="6898" y="10676"/>
                    </a:lnTo>
                    <a:lnTo>
                      <a:pt x="6851" y="11007"/>
                    </a:lnTo>
                    <a:lnTo>
                      <a:pt x="6898" y="11385"/>
                    </a:lnTo>
                    <a:lnTo>
                      <a:pt x="6945" y="11715"/>
                    </a:lnTo>
                    <a:lnTo>
                      <a:pt x="6992" y="11999"/>
                    </a:lnTo>
                    <a:lnTo>
                      <a:pt x="7087" y="12330"/>
                    </a:lnTo>
                    <a:lnTo>
                      <a:pt x="7228" y="12613"/>
                    </a:lnTo>
                    <a:lnTo>
                      <a:pt x="7417" y="12896"/>
                    </a:lnTo>
                    <a:lnTo>
                      <a:pt x="7606" y="13133"/>
                    </a:lnTo>
                    <a:lnTo>
                      <a:pt x="7843" y="13369"/>
                    </a:lnTo>
                    <a:lnTo>
                      <a:pt x="8079" y="13605"/>
                    </a:lnTo>
                    <a:lnTo>
                      <a:pt x="8362" y="13794"/>
                    </a:lnTo>
                    <a:lnTo>
                      <a:pt x="8646" y="13983"/>
                    </a:lnTo>
                    <a:lnTo>
                      <a:pt x="8929" y="14125"/>
                    </a:lnTo>
                    <a:lnTo>
                      <a:pt x="9213" y="14219"/>
                    </a:lnTo>
                    <a:lnTo>
                      <a:pt x="9543" y="14314"/>
                    </a:lnTo>
                    <a:lnTo>
                      <a:pt x="9874" y="14361"/>
                    </a:lnTo>
                    <a:lnTo>
                      <a:pt x="10205" y="14361"/>
                    </a:lnTo>
                    <a:lnTo>
                      <a:pt x="10724" y="14314"/>
                    </a:lnTo>
                    <a:lnTo>
                      <a:pt x="11197" y="14219"/>
                    </a:lnTo>
                    <a:lnTo>
                      <a:pt x="11669" y="14030"/>
                    </a:lnTo>
                    <a:lnTo>
                      <a:pt x="12094" y="13747"/>
                    </a:lnTo>
                    <a:lnTo>
                      <a:pt x="14267" y="15967"/>
                    </a:lnTo>
                    <a:lnTo>
                      <a:pt x="15117" y="15117"/>
                    </a:lnTo>
                    <a:lnTo>
                      <a:pt x="12944" y="12944"/>
                    </a:lnTo>
                    <a:lnTo>
                      <a:pt x="13181" y="12519"/>
                    </a:lnTo>
                    <a:lnTo>
                      <a:pt x="13370" y="12046"/>
                    </a:lnTo>
                    <a:lnTo>
                      <a:pt x="13511" y="11527"/>
                    </a:lnTo>
                    <a:lnTo>
                      <a:pt x="13511" y="11007"/>
                    </a:lnTo>
                    <a:lnTo>
                      <a:pt x="13511" y="10676"/>
                    </a:lnTo>
                    <a:lnTo>
                      <a:pt x="13464" y="10346"/>
                    </a:lnTo>
                    <a:lnTo>
                      <a:pt x="13417" y="10062"/>
                    </a:lnTo>
                    <a:lnTo>
                      <a:pt x="13275" y="9731"/>
                    </a:lnTo>
                    <a:lnTo>
                      <a:pt x="13133" y="9448"/>
                    </a:lnTo>
                    <a:lnTo>
                      <a:pt x="12992" y="9165"/>
                    </a:lnTo>
                    <a:lnTo>
                      <a:pt x="12803" y="8928"/>
                    </a:lnTo>
                    <a:lnTo>
                      <a:pt x="12566" y="8645"/>
                    </a:lnTo>
                    <a:lnTo>
                      <a:pt x="12330" y="8409"/>
                    </a:lnTo>
                    <a:lnTo>
                      <a:pt x="12047" y="8220"/>
                    </a:lnTo>
                    <a:lnTo>
                      <a:pt x="11763" y="8078"/>
                    </a:lnTo>
                    <a:lnTo>
                      <a:pt x="11480" y="7936"/>
                    </a:lnTo>
                    <a:lnTo>
                      <a:pt x="11197" y="7842"/>
                    </a:lnTo>
                    <a:lnTo>
                      <a:pt x="10866" y="7747"/>
                    </a:lnTo>
                    <a:lnTo>
                      <a:pt x="10535" y="770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 smartphone icon" id="1503" name="Google Shape;1503;p136"/>
              <p:cNvSpPr/>
              <p:nvPr/>
            </p:nvSpPr>
            <p:spPr>
              <a:xfrm>
                <a:off x="7112535" y="1539942"/>
                <a:ext cx="108437" cy="175268"/>
              </a:xfrm>
              <a:custGeom>
                <a:rect b="b" l="l" r="r" t="t"/>
                <a:pathLst>
                  <a:path extrusionOk="0" h="16724" w="10347">
                    <a:moveTo>
                      <a:pt x="8929" y="1182"/>
                    </a:moveTo>
                    <a:lnTo>
                      <a:pt x="9023" y="1229"/>
                    </a:lnTo>
                    <a:lnTo>
                      <a:pt x="9118" y="1276"/>
                    </a:lnTo>
                    <a:lnTo>
                      <a:pt x="9165" y="1371"/>
                    </a:lnTo>
                    <a:lnTo>
                      <a:pt x="9165" y="1418"/>
                    </a:lnTo>
                    <a:lnTo>
                      <a:pt x="9165" y="2174"/>
                    </a:lnTo>
                    <a:lnTo>
                      <a:pt x="1182" y="2174"/>
                    </a:lnTo>
                    <a:lnTo>
                      <a:pt x="1182" y="1418"/>
                    </a:lnTo>
                    <a:lnTo>
                      <a:pt x="1229" y="1371"/>
                    </a:lnTo>
                    <a:lnTo>
                      <a:pt x="1276" y="1276"/>
                    </a:lnTo>
                    <a:lnTo>
                      <a:pt x="1371" y="1229"/>
                    </a:lnTo>
                    <a:lnTo>
                      <a:pt x="1465" y="1182"/>
                    </a:lnTo>
                    <a:close/>
                    <a:moveTo>
                      <a:pt x="9165" y="3402"/>
                    </a:moveTo>
                    <a:lnTo>
                      <a:pt x="9165" y="13370"/>
                    </a:lnTo>
                    <a:lnTo>
                      <a:pt x="1182" y="13370"/>
                    </a:lnTo>
                    <a:lnTo>
                      <a:pt x="1182" y="3402"/>
                    </a:lnTo>
                    <a:close/>
                    <a:moveTo>
                      <a:pt x="9165" y="14551"/>
                    </a:moveTo>
                    <a:lnTo>
                      <a:pt x="9165" y="15306"/>
                    </a:lnTo>
                    <a:lnTo>
                      <a:pt x="9165" y="15401"/>
                    </a:lnTo>
                    <a:lnTo>
                      <a:pt x="9118" y="15448"/>
                    </a:lnTo>
                    <a:lnTo>
                      <a:pt x="9023" y="15543"/>
                    </a:lnTo>
                    <a:lnTo>
                      <a:pt x="1371" y="15543"/>
                    </a:lnTo>
                    <a:lnTo>
                      <a:pt x="1276" y="15448"/>
                    </a:lnTo>
                    <a:lnTo>
                      <a:pt x="1229" y="15401"/>
                    </a:lnTo>
                    <a:lnTo>
                      <a:pt x="1182" y="15306"/>
                    </a:lnTo>
                    <a:lnTo>
                      <a:pt x="1182" y="14551"/>
                    </a:lnTo>
                    <a:close/>
                    <a:moveTo>
                      <a:pt x="1134" y="1"/>
                    </a:moveTo>
                    <a:lnTo>
                      <a:pt x="898" y="95"/>
                    </a:lnTo>
                    <a:lnTo>
                      <a:pt x="662" y="237"/>
                    </a:lnTo>
                    <a:lnTo>
                      <a:pt x="426" y="426"/>
                    </a:lnTo>
                    <a:lnTo>
                      <a:pt x="237" y="615"/>
                    </a:lnTo>
                    <a:lnTo>
                      <a:pt x="95" y="898"/>
                    </a:lnTo>
                    <a:lnTo>
                      <a:pt x="48" y="1135"/>
                    </a:lnTo>
                    <a:lnTo>
                      <a:pt x="1" y="1418"/>
                    </a:lnTo>
                    <a:lnTo>
                      <a:pt x="1" y="15306"/>
                    </a:lnTo>
                    <a:lnTo>
                      <a:pt x="48" y="15590"/>
                    </a:lnTo>
                    <a:lnTo>
                      <a:pt x="95" y="15873"/>
                    </a:lnTo>
                    <a:lnTo>
                      <a:pt x="237" y="16109"/>
                    </a:lnTo>
                    <a:lnTo>
                      <a:pt x="426" y="16298"/>
                    </a:lnTo>
                    <a:lnTo>
                      <a:pt x="662" y="16487"/>
                    </a:lnTo>
                    <a:lnTo>
                      <a:pt x="898" y="16629"/>
                    </a:lnTo>
                    <a:lnTo>
                      <a:pt x="1134" y="16724"/>
                    </a:lnTo>
                    <a:lnTo>
                      <a:pt x="9212" y="16724"/>
                    </a:lnTo>
                    <a:lnTo>
                      <a:pt x="9496" y="16629"/>
                    </a:lnTo>
                    <a:lnTo>
                      <a:pt x="9732" y="16487"/>
                    </a:lnTo>
                    <a:lnTo>
                      <a:pt x="9968" y="16298"/>
                    </a:lnTo>
                    <a:lnTo>
                      <a:pt x="10110" y="16109"/>
                    </a:lnTo>
                    <a:lnTo>
                      <a:pt x="10252" y="15873"/>
                    </a:lnTo>
                    <a:lnTo>
                      <a:pt x="10346" y="15590"/>
                    </a:lnTo>
                    <a:lnTo>
                      <a:pt x="10346" y="15306"/>
                    </a:lnTo>
                    <a:lnTo>
                      <a:pt x="10346" y="1418"/>
                    </a:lnTo>
                    <a:lnTo>
                      <a:pt x="10346" y="1135"/>
                    </a:lnTo>
                    <a:lnTo>
                      <a:pt x="10252" y="898"/>
                    </a:lnTo>
                    <a:lnTo>
                      <a:pt x="10110" y="615"/>
                    </a:lnTo>
                    <a:lnTo>
                      <a:pt x="9968" y="426"/>
                    </a:lnTo>
                    <a:lnTo>
                      <a:pt x="9732" y="237"/>
                    </a:lnTo>
                    <a:lnTo>
                      <a:pt x="9496" y="95"/>
                    </a:lnTo>
                    <a:lnTo>
                      <a:pt x="92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interconnected nodes." id="1504" name="Google Shape;1504;p136"/>
              <p:cNvSpPr/>
              <p:nvPr/>
            </p:nvSpPr>
            <p:spPr>
              <a:xfrm>
                <a:off x="7075386" y="2051742"/>
                <a:ext cx="169742" cy="152448"/>
              </a:xfrm>
              <a:custGeom>
                <a:rect b="b" l="l" r="r" t="t"/>
                <a:pathLst>
                  <a:path extrusionOk="0" h="209550" w="233322">
                    <a:moveTo>
                      <a:pt x="59871" y="18049"/>
                    </a:moveTo>
                    <a:lnTo>
                      <a:pt x="59871" y="71978"/>
                    </a:lnTo>
                    <a:lnTo>
                      <a:pt x="17829" y="71978"/>
                    </a:lnTo>
                    <a:lnTo>
                      <a:pt x="17829" y="18049"/>
                    </a:lnTo>
                    <a:close/>
                    <a:moveTo>
                      <a:pt x="215493" y="18049"/>
                    </a:moveTo>
                    <a:lnTo>
                      <a:pt x="215493" y="71978"/>
                    </a:lnTo>
                    <a:lnTo>
                      <a:pt x="173451" y="71978"/>
                    </a:lnTo>
                    <a:lnTo>
                      <a:pt x="173451" y="18049"/>
                    </a:lnTo>
                    <a:close/>
                    <a:moveTo>
                      <a:pt x="215493" y="137792"/>
                    </a:moveTo>
                    <a:lnTo>
                      <a:pt x="215493" y="191721"/>
                    </a:lnTo>
                    <a:lnTo>
                      <a:pt x="173451" y="191721"/>
                    </a:lnTo>
                    <a:lnTo>
                      <a:pt x="173451" y="137792"/>
                    </a:lnTo>
                    <a:close/>
                    <a:moveTo>
                      <a:pt x="0" y="0"/>
                    </a:moveTo>
                    <a:lnTo>
                      <a:pt x="0" y="89807"/>
                    </a:lnTo>
                    <a:lnTo>
                      <a:pt x="77701" y="89807"/>
                    </a:lnTo>
                    <a:lnTo>
                      <a:pt x="77701" y="53928"/>
                    </a:lnTo>
                    <a:lnTo>
                      <a:pt x="107636" y="53928"/>
                    </a:lnTo>
                    <a:lnTo>
                      <a:pt x="107636" y="173671"/>
                    </a:lnTo>
                    <a:lnTo>
                      <a:pt x="155621" y="173671"/>
                    </a:lnTo>
                    <a:lnTo>
                      <a:pt x="155621" y="209550"/>
                    </a:lnTo>
                    <a:lnTo>
                      <a:pt x="233322" y="209550"/>
                    </a:lnTo>
                    <a:lnTo>
                      <a:pt x="233322" y="119743"/>
                    </a:lnTo>
                    <a:lnTo>
                      <a:pt x="155621" y="119743"/>
                    </a:lnTo>
                    <a:lnTo>
                      <a:pt x="155621" y="155842"/>
                    </a:lnTo>
                    <a:lnTo>
                      <a:pt x="125686" y="155842"/>
                    </a:lnTo>
                    <a:lnTo>
                      <a:pt x="125686" y="53928"/>
                    </a:lnTo>
                    <a:lnTo>
                      <a:pt x="155621" y="53928"/>
                    </a:lnTo>
                    <a:lnTo>
                      <a:pt x="155621" y="89807"/>
                    </a:lnTo>
                    <a:lnTo>
                      <a:pt x="233322" y="89807"/>
                    </a:lnTo>
                    <a:lnTo>
                      <a:pt x="233322" y="0"/>
                    </a:lnTo>
                    <a:lnTo>
                      <a:pt x="155621" y="0"/>
                    </a:lnTo>
                    <a:lnTo>
                      <a:pt x="155621" y="36099"/>
                    </a:lnTo>
                    <a:lnTo>
                      <a:pt x="77701" y="36099"/>
                    </a:lnTo>
                    <a:lnTo>
                      <a:pt x="7770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grpSp>
        <p:grpSp>
          <p:nvGrpSpPr>
            <p:cNvPr id="1505" name="Google Shape;1505;p136"/>
            <p:cNvGrpSpPr/>
            <p:nvPr/>
          </p:nvGrpSpPr>
          <p:grpSpPr>
            <a:xfrm>
              <a:off x="7010175" y="2876790"/>
              <a:ext cx="1799800" cy="1260975"/>
              <a:chOff x="7010175" y="2876790"/>
              <a:chExt cx="1799800" cy="1260975"/>
            </a:xfrm>
          </p:grpSpPr>
          <p:sp>
            <p:nvSpPr>
              <p:cNvPr id="1506" name="Google Shape;1506;p136"/>
              <p:cNvSpPr/>
              <p:nvPr/>
            </p:nvSpPr>
            <p:spPr>
              <a:xfrm>
                <a:off x="7010175" y="2876790"/>
                <a:ext cx="308100" cy="308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507" name="Google Shape;1507;p136"/>
              <p:cNvSpPr txBox="1"/>
              <p:nvPr/>
            </p:nvSpPr>
            <p:spPr>
              <a:xfrm>
                <a:off x="7408675" y="2907690"/>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508" name="Google Shape;1508;p136"/>
              <p:cNvSpPr/>
              <p:nvPr/>
            </p:nvSpPr>
            <p:spPr>
              <a:xfrm>
                <a:off x="7010175" y="3335190"/>
                <a:ext cx="308100" cy="308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509" name="Google Shape;1509;p136"/>
              <p:cNvSpPr txBox="1"/>
              <p:nvPr/>
            </p:nvSpPr>
            <p:spPr>
              <a:xfrm>
                <a:off x="7408675" y="3366090"/>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id="1510" name="Google Shape;1510;p136"/>
              <p:cNvSpPr/>
              <p:nvPr/>
            </p:nvSpPr>
            <p:spPr>
              <a:xfrm>
                <a:off x="7010175" y="3829665"/>
                <a:ext cx="308100" cy="308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511" name="Google Shape;1511;p136"/>
              <p:cNvSpPr txBox="1"/>
              <p:nvPr/>
            </p:nvSpPr>
            <p:spPr>
              <a:xfrm>
                <a:off x="7408675" y="3860565"/>
                <a:ext cx="14013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00">
                    <a:solidFill>
                      <a:schemeClr val="dk1"/>
                    </a:solidFill>
                    <a:latin typeface="Nunito Sans"/>
                    <a:ea typeface="Nunito Sans"/>
                    <a:cs typeface="Nunito Sans"/>
                    <a:sym typeface="Nunito Sans"/>
                  </a:rPr>
                  <a:t>Channel name</a:t>
                </a:r>
                <a:endParaRPr b="1" sz="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800">
                    <a:solidFill>
                      <a:schemeClr val="dk1"/>
                    </a:solidFill>
                    <a:latin typeface="Nunito Sans"/>
                    <a:ea typeface="Nunito Sans"/>
                    <a:cs typeface="Nunito Sans"/>
                    <a:sym typeface="Nunito Sans"/>
                  </a:rPr>
                  <a:t>Description, asset types, etc.</a:t>
                </a:r>
                <a:endParaRPr b="1" sz="800">
                  <a:solidFill>
                    <a:schemeClr val="dk1"/>
                  </a:solidFill>
                  <a:latin typeface="Nunito Sans"/>
                  <a:ea typeface="Nunito Sans"/>
                  <a:cs typeface="Nunito Sans"/>
                  <a:sym typeface="Nunito Sans"/>
                </a:endParaRPr>
              </a:p>
            </p:txBody>
          </p:sp>
          <p:sp>
            <p:nvSpPr>
              <p:cNvPr descr="An icon of a house and a plus sign. " id="1512" name="Google Shape;1512;p136"/>
              <p:cNvSpPr/>
              <p:nvPr/>
            </p:nvSpPr>
            <p:spPr>
              <a:xfrm>
                <a:off x="7080426" y="2955950"/>
                <a:ext cx="172657" cy="149792"/>
              </a:xfrm>
              <a:custGeom>
                <a:rect b="b" l="l" r="r" t="t"/>
                <a:pathLst>
                  <a:path extrusionOk="0" h="14550" w="16771">
                    <a:moveTo>
                      <a:pt x="851" y="0"/>
                    </a:moveTo>
                    <a:lnTo>
                      <a:pt x="851" y="1228"/>
                    </a:lnTo>
                    <a:lnTo>
                      <a:pt x="12330" y="1228"/>
                    </a:lnTo>
                    <a:lnTo>
                      <a:pt x="12330" y="0"/>
                    </a:lnTo>
                    <a:close/>
                    <a:moveTo>
                      <a:pt x="11338" y="3590"/>
                    </a:moveTo>
                    <a:lnTo>
                      <a:pt x="11952" y="6377"/>
                    </a:lnTo>
                    <a:lnTo>
                      <a:pt x="1229" y="6377"/>
                    </a:lnTo>
                    <a:lnTo>
                      <a:pt x="1843" y="3590"/>
                    </a:lnTo>
                    <a:close/>
                    <a:moveTo>
                      <a:pt x="6473" y="7606"/>
                    </a:moveTo>
                    <a:lnTo>
                      <a:pt x="6473" y="11196"/>
                    </a:lnTo>
                    <a:lnTo>
                      <a:pt x="2079" y="11196"/>
                    </a:lnTo>
                    <a:lnTo>
                      <a:pt x="2079" y="7606"/>
                    </a:lnTo>
                    <a:close/>
                    <a:moveTo>
                      <a:pt x="851" y="2409"/>
                    </a:moveTo>
                    <a:lnTo>
                      <a:pt x="1" y="6377"/>
                    </a:lnTo>
                    <a:lnTo>
                      <a:pt x="1" y="7606"/>
                    </a:lnTo>
                    <a:lnTo>
                      <a:pt x="898" y="7606"/>
                    </a:lnTo>
                    <a:lnTo>
                      <a:pt x="898" y="12377"/>
                    </a:lnTo>
                    <a:lnTo>
                      <a:pt x="7654" y="12377"/>
                    </a:lnTo>
                    <a:lnTo>
                      <a:pt x="7654" y="7606"/>
                    </a:lnTo>
                    <a:lnTo>
                      <a:pt x="11102" y="7606"/>
                    </a:lnTo>
                    <a:lnTo>
                      <a:pt x="11102" y="10062"/>
                    </a:lnTo>
                    <a:lnTo>
                      <a:pt x="12283" y="10062"/>
                    </a:lnTo>
                    <a:lnTo>
                      <a:pt x="12283" y="7606"/>
                    </a:lnTo>
                    <a:lnTo>
                      <a:pt x="13181" y="7606"/>
                    </a:lnTo>
                    <a:lnTo>
                      <a:pt x="13181" y="6377"/>
                    </a:lnTo>
                    <a:lnTo>
                      <a:pt x="12330" y="2409"/>
                    </a:lnTo>
                    <a:close/>
                    <a:moveTo>
                      <a:pt x="13181" y="8598"/>
                    </a:moveTo>
                    <a:lnTo>
                      <a:pt x="13181" y="10960"/>
                    </a:lnTo>
                    <a:lnTo>
                      <a:pt x="10771" y="10960"/>
                    </a:lnTo>
                    <a:lnTo>
                      <a:pt x="10771" y="12188"/>
                    </a:lnTo>
                    <a:lnTo>
                      <a:pt x="13181" y="12188"/>
                    </a:lnTo>
                    <a:lnTo>
                      <a:pt x="13181" y="14550"/>
                    </a:lnTo>
                    <a:lnTo>
                      <a:pt x="14362" y="14550"/>
                    </a:lnTo>
                    <a:lnTo>
                      <a:pt x="14362" y="12188"/>
                    </a:lnTo>
                    <a:lnTo>
                      <a:pt x="16771" y="12188"/>
                    </a:lnTo>
                    <a:lnTo>
                      <a:pt x="16771" y="10960"/>
                    </a:lnTo>
                    <a:lnTo>
                      <a:pt x="14362" y="10960"/>
                    </a:lnTo>
                    <a:lnTo>
                      <a:pt x="14362" y="859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a cursor clicking on a hotspot. " id="1513" name="Google Shape;1513;p136"/>
              <p:cNvSpPr/>
              <p:nvPr/>
            </p:nvSpPr>
            <p:spPr>
              <a:xfrm>
                <a:off x="7082612" y="3405110"/>
                <a:ext cx="168282" cy="168272"/>
              </a:xfrm>
              <a:custGeom>
                <a:rect b="b" l="l" r="r" t="t"/>
                <a:pathLst>
                  <a:path extrusionOk="0" h="16345" w="16346">
                    <a:moveTo>
                      <a:pt x="7512" y="3212"/>
                    </a:moveTo>
                    <a:lnTo>
                      <a:pt x="7039" y="3307"/>
                    </a:lnTo>
                    <a:lnTo>
                      <a:pt x="6567" y="3401"/>
                    </a:lnTo>
                    <a:lnTo>
                      <a:pt x="6142" y="3543"/>
                    </a:lnTo>
                    <a:lnTo>
                      <a:pt x="5716" y="3732"/>
                    </a:lnTo>
                    <a:lnTo>
                      <a:pt x="5339" y="3968"/>
                    </a:lnTo>
                    <a:lnTo>
                      <a:pt x="4961" y="4252"/>
                    </a:lnTo>
                    <a:lnTo>
                      <a:pt x="4630" y="4582"/>
                    </a:lnTo>
                    <a:lnTo>
                      <a:pt x="4299" y="4960"/>
                    </a:lnTo>
                    <a:lnTo>
                      <a:pt x="4016" y="5338"/>
                    </a:lnTo>
                    <a:lnTo>
                      <a:pt x="3780" y="5716"/>
                    </a:lnTo>
                    <a:lnTo>
                      <a:pt x="3543" y="6141"/>
                    </a:lnTo>
                    <a:lnTo>
                      <a:pt x="3402" y="6566"/>
                    </a:lnTo>
                    <a:lnTo>
                      <a:pt x="3307" y="7039"/>
                    </a:lnTo>
                    <a:lnTo>
                      <a:pt x="3213" y="7511"/>
                    </a:lnTo>
                    <a:lnTo>
                      <a:pt x="3213" y="7983"/>
                    </a:lnTo>
                    <a:lnTo>
                      <a:pt x="3213" y="8456"/>
                    </a:lnTo>
                    <a:lnTo>
                      <a:pt x="3307" y="8928"/>
                    </a:lnTo>
                    <a:lnTo>
                      <a:pt x="3402" y="9353"/>
                    </a:lnTo>
                    <a:lnTo>
                      <a:pt x="3543" y="9779"/>
                    </a:lnTo>
                    <a:lnTo>
                      <a:pt x="3732" y="10204"/>
                    </a:lnTo>
                    <a:lnTo>
                      <a:pt x="3969" y="10582"/>
                    </a:lnTo>
                    <a:lnTo>
                      <a:pt x="4205" y="10959"/>
                    </a:lnTo>
                    <a:lnTo>
                      <a:pt x="4535" y="11290"/>
                    </a:lnTo>
                    <a:lnTo>
                      <a:pt x="4866" y="11621"/>
                    </a:lnTo>
                    <a:lnTo>
                      <a:pt x="5244" y="11904"/>
                    </a:lnTo>
                    <a:lnTo>
                      <a:pt x="5575" y="12140"/>
                    </a:lnTo>
                    <a:lnTo>
                      <a:pt x="6000" y="12329"/>
                    </a:lnTo>
                    <a:lnTo>
                      <a:pt x="6425" y="12518"/>
                    </a:lnTo>
                    <a:lnTo>
                      <a:pt x="6850" y="12660"/>
                    </a:lnTo>
                    <a:lnTo>
                      <a:pt x="7275" y="12707"/>
                    </a:lnTo>
                    <a:lnTo>
                      <a:pt x="7748" y="12755"/>
                    </a:lnTo>
                    <a:lnTo>
                      <a:pt x="7275" y="11101"/>
                    </a:lnTo>
                    <a:lnTo>
                      <a:pt x="6756" y="10912"/>
                    </a:lnTo>
                    <a:lnTo>
                      <a:pt x="6283" y="10676"/>
                    </a:lnTo>
                    <a:lnTo>
                      <a:pt x="5858" y="10393"/>
                    </a:lnTo>
                    <a:lnTo>
                      <a:pt x="5480" y="9967"/>
                    </a:lnTo>
                    <a:lnTo>
                      <a:pt x="5197" y="9542"/>
                    </a:lnTo>
                    <a:lnTo>
                      <a:pt x="4961" y="9070"/>
                    </a:lnTo>
                    <a:lnTo>
                      <a:pt x="4866" y="8550"/>
                    </a:lnTo>
                    <a:lnTo>
                      <a:pt x="4819" y="7983"/>
                    </a:lnTo>
                    <a:lnTo>
                      <a:pt x="4819" y="7653"/>
                    </a:lnTo>
                    <a:lnTo>
                      <a:pt x="4866" y="7369"/>
                    </a:lnTo>
                    <a:lnTo>
                      <a:pt x="4961" y="7039"/>
                    </a:lnTo>
                    <a:lnTo>
                      <a:pt x="5055" y="6755"/>
                    </a:lnTo>
                    <a:lnTo>
                      <a:pt x="5150" y="6472"/>
                    </a:lnTo>
                    <a:lnTo>
                      <a:pt x="5339" y="6236"/>
                    </a:lnTo>
                    <a:lnTo>
                      <a:pt x="5527" y="5952"/>
                    </a:lnTo>
                    <a:lnTo>
                      <a:pt x="5764" y="5716"/>
                    </a:lnTo>
                    <a:lnTo>
                      <a:pt x="6000" y="5527"/>
                    </a:lnTo>
                    <a:lnTo>
                      <a:pt x="6236" y="5338"/>
                    </a:lnTo>
                    <a:lnTo>
                      <a:pt x="6519" y="5149"/>
                    </a:lnTo>
                    <a:lnTo>
                      <a:pt x="6756" y="5007"/>
                    </a:lnTo>
                    <a:lnTo>
                      <a:pt x="7039" y="4913"/>
                    </a:lnTo>
                    <a:lnTo>
                      <a:pt x="7370" y="4866"/>
                    </a:lnTo>
                    <a:lnTo>
                      <a:pt x="7653" y="4818"/>
                    </a:lnTo>
                    <a:lnTo>
                      <a:pt x="8551" y="4818"/>
                    </a:lnTo>
                    <a:lnTo>
                      <a:pt x="9070" y="4960"/>
                    </a:lnTo>
                    <a:lnTo>
                      <a:pt x="9543" y="5196"/>
                    </a:lnTo>
                    <a:lnTo>
                      <a:pt x="9968" y="5480"/>
                    </a:lnTo>
                    <a:lnTo>
                      <a:pt x="10393" y="5858"/>
                    </a:lnTo>
                    <a:lnTo>
                      <a:pt x="10677" y="6283"/>
                    </a:lnTo>
                    <a:lnTo>
                      <a:pt x="10960" y="6755"/>
                    </a:lnTo>
                    <a:lnTo>
                      <a:pt x="11102" y="7228"/>
                    </a:lnTo>
                    <a:lnTo>
                      <a:pt x="12802" y="7747"/>
                    </a:lnTo>
                    <a:lnTo>
                      <a:pt x="12755" y="7275"/>
                    </a:lnTo>
                    <a:lnTo>
                      <a:pt x="12661" y="6850"/>
                    </a:lnTo>
                    <a:lnTo>
                      <a:pt x="12519" y="6377"/>
                    </a:lnTo>
                    <a:lnTo>
                      <a:pt x="12377" y="5999"/>
                    </a:lnTo>
                    <a:lnTo>
                      <a:pt x="12141" y="5574"/>
                    </a:lnTo>
                    <a:lnTo>
                      <a:pt x="11905" y="5196"/>
                    </a:lnTo>
                    <a:lnTo>
                      <a:pt x="11621" y="4866"/>
                    </a:lnTo>
                    <a:lnTo>
                      <a:pt x="11291" y="4535"/>
                    </a:lnTo>
                    <a:lnTo>
                      <a:pt x="10960" y="4204"/>
                    </a:lnTo>
                    <a:lnTo>
                      <a:pt x="10582" y="3921"/>
                    </a:lnTo>
                    <a:lnTo>
                      <a:pt x="10204" y="3732"/>
                    </a:lnTo>
                    <a:lnTo>
                      <a:pt x="9779" y="3543"/>
                    </a:lnTo>
                    <a:lnTo>
                      <a:pt x="9354" y="3401"/>
                    </a:lnTo>
                    <a:lnTo>
                      <a:pt x="8929" y="3307"/>
                    </a:lnTo>
                    <a:lnTo>
                      <a:pt x="8456" y="3212"/>
                    </a:lnTo>
                    <a:close/>
                    <a:moveTo>
                      <a:pt x="7984" y="0"/>
                    </a:moveTo>
                    <a:lnTo>
                      <a:pt x="7181" y="47"/>
                    </a:lnTo>
                    <a:lnTo>
                      <a:pt x="6378" y="189"/>
                    </a:lnTo>
                    <a:lnTo>
                      <a:pt x="5622" y="378"/>
                    </a:lnTo>
                    <a:lnTo>
                      <a:pt x="4866" y="661"/>
                    </a:lnTo>
                    <a:lnTo>
                      <a:pt x="4205" y="992"/>
                    </a:lnTo>
                    <a:lnTo>
                      <a:pt x="3543" y="1370"/>
                    </a:lnTo>
                    <a:lnTo>
                      <a:pt x="2929" y="1842"/>
                    </a:lnTo>
                    <a:lnTo>
                      <a:pt x="2362" y="2362"/>
                    </a:lnTo>
                    <a:lnTo>
                      <a:pt x="1843" y="2929"/>
                    </a:lnTo>
                    <a:lnTo>
                      <a:pt x="1370" y="3496"/>
                    </a:lnTo>
                    <a:lnTo>
                      <a:pt x="992" y="4157"/>
                    </a:lnTo>
                    <a:lnTo>
                      <a:pt x="662" y="4866"/>
                    </a:lnTo>
                    <a:lnTo>
                      <a:pt x="378" y="5621"/>
                    </a:lnTo>
                    <a:lnTo>
                      <a:pt x="189" y="6377"/>
                    </a:lnTo>
                    <a:lnTo>
                      <a:pt x="48" y="7180"/>
                    </a:lnTo>
                    <a:lnTo>
                      <a:pt x="0" y="7983"/>
                    </a:lnTo>
                    <a:lnTo>
                      <a:pt x="48" y="8786"/>
                    </a:lnTo>
                    <a:lnTo>
                      <a:pt x="189" y="9590"/>
                    </a:lnTo>
                    <a:lnTo>
                      <a:pt x="378" y="10345"/>
                    </a:lnTo>
                    <a:lnTo>
                      <a:pt x="662" y="11101"/>
                    </a:lnTo>
                    <a:lnTo>
                      <a:pt x="992" y="11810"/>
                    </a:lnTo>
                    <a:lnTo>
                      <a:pt x="1370" y="12471"/>
                    </a:lnTo>
                    <a:lnTo>
                      <a:pt x="1843" y="13085"/>
                    </a:lnTo>
                    <a:lnTo>
                      <a:pt x="2362" y="13605"/>
                    </a:lnTo>
                    <a:lnTo>
                      <a:pt x="2929" y="14124"/>
                    </a:lnTo>
                    <a:lnTo>
                      <a:pt x="3543" y="14597"/>
                    </a:lnTo>
                    <a:lnTo>
                      <a:pt x="4205" y="14975"/>
                    </a:lnTo>
                    <a:lnTo>
                      <a:pt x="4866" y="15353"/>
                    </a:lnTo>
                    <a:lnTo>
                      <a:pt x="5622" y="15589"/>
                    </a:lnTo>
                    <a:lnTo>
                      <a:pt x="6378" y="15825"/>
                    </a:lnTo>
                    <a:lnTo>
                      <a:pt x="7181" y="15920"/>
                    </a:lnTo>
                    <a:lnTo>
                      <a:pt x="7984" y="15967"/>
                    </a:lnTo>
                    <a:lnTo>
                      <a:pt x="8362" y="15967"/>
                    </a:lnTo>
                    <a:lnTo>
                      <a:pt x="8692" y="15920"/>
                    </a:lnTo>
                    <a:lnTo>
                      <a:pt x="8220" y="14361"/>
                    </a:lnTo>
                    <a:lnTo>
                      <a:pt x="7984" y="14361"/>
                    </a:lnTo>
                    <a:lnTo>
                      <a:pt x="7323" y="14313"/>
                    </a:lnTo>
                    <a:lnTo>
                      <a:pt x="6708" y="14266"/>
                    </a:lnTo>
                    <a:lnTo>
                      <a:pt x="6094" y="14124"/>
                    </a:lnTo>
                    <a:lnTo>
                      <a:pt x="5527" y="13888"/>
                    </a:lnTo>
                    <a:lnTo>
                      <a:pt x="4961" y="13652"/>
                    </a:lnTo>
                    <a:lnTo>
                      <a:pt x="4441" y="13321"/>
                    </a:lnTo>
                    <a:lnTo>
                      <a:pt x="3969" y="12944"/>
                    </a:lnTo>
                    <a:lnTo>
                      <a:pt x="3449" y="12518"/>
                    </a:lnTo>
                    <a:lnTo>
                      <a:pt x="3024" y="12046"/>
                    </a:lnTo>
                    <a:lnTo>
                      <a:pt x="2646" y="11526"/>
                    </a:lnTo>
                    <a:lnTo>
                      <a:pt x="2362" y="11007"/>
                    </a:lnTo>
                    <a:lnTo>
                      <a:pt x="2079" y="10440"/>
                    </a:lnTo>
                    <a:lnTo>
                      <a:pt x="1890" y="9873"/>
                    </a:lnTo>
                    <a:lnTo>
                      <a:pt x="1748" y="9259"/>
                    </a:lnTo>
                    <a:lnTo>
                      <a:pt x="1654" y="8645"/>
                    </a:lnTo>
                    <a:lnTo>
                      <a:pt x="1607" y="7983"/>
                    </a:lnTo>
                    <a:lnTo>
                      <a:pt x="1654" y="7322"/>
                    </a:lnTo>
                    <a:lnTo>
                      <a:pt x="1748" y="6708"/>
                    </a:lnTo>
                    <a:lnTo>
                      <a:pt x="1890" y="6094"/>
                    </a:lnTo>
                    <a:lnTo>
                      <a:pt x="2079" y="5527"/>
                    </a:lnTo>
                    <a:lnTo>
                      <a:pt x="2362" y="4960"/>
                    </a:lnTo>
                    <a:lnTo>
                      <a:pt x="2646" y="4441"/>
                    </a:lnTo>
                    <a:lnTo>
                      <a:pt x="3024" y="3921"/>
                    </a:lnTo>
                    <a:lnTo>
                      <a:pt x="3449" y="3448"/>
                    </a:lnTo>
                    <a:lnTo>
                      <a:pt x="3969" y="3023"/>
                    </a:lnTo>
                    <a:lnTo>
                      <a:pt x="4441" y="2645"/>
                    </a:lnTo>
                    <a:lnTo>
                      <a:pt x="4961" y="2315"/>
                    </a:lnTo>
                    <a:lnTo>
                      <a:pt x="5527" y="2079"/>
                    </a:lnTo>
                    <a:lnTo>
                      <a:pt x="6094" y="1890"/>
                    </a:lnTo>
                    <a:lnTo>
                      <a:pt x="6708" y="1701"/>
                    </a:lnTo>
                    <a:lnTo>
                      <a:pt x="7323" y="1653"/>
                    </a:lnTo>
                    <a:lnTo>
                      <a:pt x="7984" y="1606"/>
                    </a:lnTo>
                    <a:lnTo>
                      <a:pt x="8645" y="1653"/>
                    </a:lnTo>
                    <a:lnTo>
                      <a:pt x="9259" y="1701"/>
                    </a:lnTo>
                    <a:lnTo>
                      <a:pt x="9873" y="1890"/>
                    </a:lnTo>
                    <a:lnTo>
                      <a:pt x="10440" y="2079"/>
                    </a:lnTo>
                    <a:lnTo>
                      <a:pt x="11007" y="2315"/>
                    </a:lnTo>
                    <a:lnTo>
                      <a:pt x="11527" y="2645"/>
                    </a:lnTo>
                    <a:lnTo>
                      <a:pt x="12046" y="3023"/>
                    </a:lnTo>
                    <a:lnTo>
                      <a:pt x="12519" y="3448"/>
                    </a:lnTo>
                    <a:lnTo>
                      <a:pt x="12944" y="3921"/>
                    </a:lnTo>
                    <a:lnTo>
                      <a:pt x="13322" y="4441"/>
                    </a:lnTo>
                    <a:lnTo>
                      <a:pt x="13653" y="4960"/>
                    </a:lnTo>
                    <a:lnTo>
                      <a:pt x="13889" y="5527"/>
                    </a:lnTo>
                    <a:lnTo>
                      <a:pt x="14125" y="6094"/>
                    </a:lnTo>
                    <a:lnTo>
                      <a:pt x="14267" y="6708"/>
                    </a:lnTo>
                    <a:lnTo>
                      <a:pt x="14361" y="7322"/>
                    </a:lnTo>
                    <a:lnTo>
                      <a:pt x="14361" y="7983"/>
                    </a:lnTo>
                    <a:lnTo>
                      <a:pt x="14361" y="8220"/>
                    </a:lnTo>
                    <a:lnTo>
                      <a:pt x="15920" y="8692"/>
                    </a:lnTo>
                    <a:lnTo>
                      <a:pt x="15967" y="8361"/>
                    </a:lnTo>
                    <a:lnTo>
                      <a:pt x="15967" y="7983"/>
                    </a:lnTo>
                    <a:lnTo>
                      <a:pt x="15920" y="7180"/>
                    </a:lnTo>
                    <a:lnTo>
                      <a:pt x="15826" y="6377"/>
                    </a:lnTo>
                    <a:lnTo>
                      <a:pt x="15637" y="5621"/>
                    </a:lnTo>
                    <a:lnTo>
                      <a:pt x="15353" y="4866"/>
                    </a:lnTo>
                    <a:lnTo>
                      <a:pt x="14975" y="4157"/>
                    </a:lnTo>
                    <a:lnTo>
                      <a:pt x="14597" y="3496"/>
                    </a:lnTo>
                    <a:lnTo>
                      <a:pt x="14125" y="2929"/>
                    </a:lnTo>
                    <a:lnTo>
                      <a:pt x="13653" y="2362"/>
                    </a:lnTo>
                    <a:lnTo>
                      <a:pt x="13086" y="1842"/>
                    </a:lnTo>
                    <a:lnTo>
                      <a:pt x="12472" y="1370"/>
                    </a:lnTo>
                    <a:lnTo>
                      <a:pt x="11810" y="992"/>
                    </a:lnTo>
                    <a:lnTo>
                      <a:pt x="11102" y="661"/>
                    </a:lnTo>
                    <a:lnTo>
                      <a:pt x="10346" y="378"/>
                    </a:lnTo>
                    <a:lnTo>
                      <a:pt x="9590" y="189"/>
                    </a:lnTo>
                    <a:lnTo>
                      <a:pt x="8787" y="47"/>
                    </a:lnTo>
                    <a:lnTo>
                      <a:pt x="7984" y="0"/>
                    </a:lnTo>
                    <a:close/>
                    <a:moveTo>
                      <a:pt x="7984" y="7983"/>
                    </a:moveTo>
                    <a:lnTo>
                      <a:pt x="10393" y="15967"/>
                    </a:lnTo>
                    <a:lnTo>
                      <a:pt x="11385" y="12944"/>
                    </a:lnTo>
                    <a:lnTo>
                      <a:pt x="14786" y="16345"/>
                    </a:lnTo>
                    <a:lnTo>
                      <a:pt x="16345" y="14786"/>
                    </a:lnTo>
                    <a:lnTo>
                      <a:pt x="12944" y="11385"/>
                    </a:lnTo>
                    <a:lnTo>
                      <a:pt x="15967" y="10393"/>
                    </a:lnTo>
                    <a:lnTo>
                      <a:pt x="7984" y="7983"/>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descr="An icon showing an ascending bar graph and line graph. " id="1514" name="Google Shape;1514;p136"/>
              <p:cNvSpPr/>
              <p:nvPr/>
            </p:nvSpPr>
            <p:spPr>
              <a:xfrm>
                <a:off x="7092815" y="3893367"/>
                <a:ext cx="147857" cy="147846"/>
              </a:xfrm>
              <a:custGeom>
                <a:rect b="b" l="l" r="r" t="t"/>
                <a:pathLst>
                  <a:path extrusionOk="0" h="14361" w="14362">
                    <a:moveTo>
                      <a:pt x="14362" y="0"/>
                    </a:moveTo>
                    <a:lnTo>
                      <a:pt x="8787" y="5574"/>
                    </a:lnTo>
                    <a:lnTo>
                      <a:pt x="5575" y="2362"/>
                    </a:lnTo>
                    <a:lnTo>
                      <a:pt x="1" y="7984"/>
                    </a:lnTo>
                    <a:lnTo>
                      <a:pt x="1" y="10204"/>
                    </a:lnTo>
                    <a:lnTo>
                      <a:pt x="5575" y="4630"/>
                    </a:lnTo>
                    <a:lnTo>
                      <a:pt x="8787" y="7842"/>
                    </a:lnTo>
                    <a:lnTo>
                      <a:pt x="14362" y="2268"/>
                    </a:lnTo>
                    <a:lnTo>
                      <a:pt x="14362" y="0"/>
                    </a:lnTo>
                    <a:close/>
                    <a:moveTo>
                      <a:pt x="1607" y="11149"/>
                    </a:moveTo>
                    <a:lnTo>
                      <a:pt x="1" y="12755"/>
                    </a:lnTo>
                    <a:lnTo>
                      <a:pt x="1" y="14361"/>
                    </a:lnTo>
                    <a:lnTo>
                      <a:pt x="1607" y="14361"/>
                    </a:lnTo>
                    <a:lnTo>
                      <a:pt x="1607" y="11149"/>
                    </a:lnTo>
                    <a:close/>
                    <a:moveTo>
                      <a:pt x="4772" y="7984"/>
                    </a:moveTo>
                    <a:lnTo>
                      <a:pt x="3166" y="9542"/>
                    </a:lnTo>
                    <a:lnTo>
                      <a:pt x="3166" y="14361"/>
                    </a:lnTo>
                    <a:lnTo>
                      <a:pt x="4772" y="14361"/>
                    </a:lnTo>
                    <a:lnTo>
                      <a:pt x="4772" y="7984"/>
                    </a:lnTo>
                    <a:close/>
                    <a:moveTo>
                      <a:pt x="6378" y="7984"/>
                    </a:moveTo>
                    <a:lnTo>
                      <a:pt x="6378" y="14361"/>
                    </a:lnTo>
                    <a:lnTo>
                      <a:pt x="7984" y="14361"/>
                    </a:lnTo>
                    <a:lnTo>
                      <a:pt x="7984" y="9590"/>
                    </a:lnTo>
                    <a:lnTo>
                      <a:pt x="6378" y="7984"/>
                    </a:lnTo>
                    <a:close/>
                    <a:moveTo>
                      <a:pt x="11149" y="7984"/>
                    </a:moveTo>
                    <a:lnTo>
                      <a:pt x="9543" y="9590"/>
                    </a:lnTo>
                    <a:lnTo>
                      <a:pt x="9543" y="14361"/>
                    </a:lnTo>
                    <a:lnTo>
                      <a:pt x="11149" y="14361"/>
                    </a:lnTo>
                    <a:lnTo>
                      <a:pt x="11149" y="7984"/>
                    </a:lnTo>
                    <a:close/>
                    <a:moveTo>
                      <a:pt x="14362" y="4771"/>
                    </a:moveTo>
                    <a:lnTo>
                      <a:pt x="12755" y="6377"/>
                    </a:lnTo>
                    <a:lnTo>
                      <a:pt x="12755" y="14361"/>
                    </a:lnTo>
                    <a:lnTo>
                      <a:pt x="14362" y="14361"/>
                    </a:lnTo>
                    <a:lnTo>
                      <a:pt x="14362" y="477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grpSp>
      </p:grpSp>
      <p:sp>
        <p:nvSpPr>
          <p:cNvPr id="1515" name="Google Shape;1515;p136"/>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37"/>
          <p:cNvSpPr/>
          <p:nvPr/>
        </p:nvSpPr>
        <p:spPr>
          <a:xfrm>
            <a:off x="4198775" y="310574"/>
            <a:ext cx="1428754" cy="548611"/>
          </a:xfrm>
          <a:custGeom>
            <a:rect b="b" l="l" r="r" t="t"/>
            <a:pathLst>
              <a:path extrusionOk="0" h="31211" w="59309">
                <a:moveTo>
                  <a:pt x="0" y="17210"/>
                </a:moveTo>
                <a:cubicBezTo>
                  <a:pt x="13955" y="31155"/>
                  <a:pt x="56355" y="38917"/>
                  <a:pt x="59146" y="19387"/>
                </a:cubicBezTo>
                <a:cubicBezTo>
                  <a:pt x="61765" y="1061"/>
                  <a:pt x="18170" y="-6403"/>
                  <a:pt x="5080" y="6687"/>
                </a:cubicBezTo>
              </a:path>
            </a:pathLst>
          </a:custGeom>
          <a:noFill/>
          <a:ln cap="flat" cmpd="sng" w="19050">
            <a:solidFill>
              <a:schemeClr val="lt2"/>
            </a:solidFill>
            <a:prstDash val="solid"/>
            <a:round/>
            <a:headEnd len="med" w="med" type="none"/>
            <a:tailEnd len="med" w="med" type="none"/>
          </a:ln>
        </p:spPr>
      </p:sp>
      <p:sp>
        <p:nvSpPr>
          <p:cNvPr id="1521" name="Google Shape;1521;p137"/>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Now introduce the key performance indicators (KPIs) for each channel. You might have a single KPI or several. List them out like this:</a:t>
            </a:r>
            <a:endParaRPr/>
          </a:p>
        </p:txBody>
      </p:sp>
      <p:sp>
        <p:nvSpPr>
          <p:cNvPr id="1522" name="Google Shape;1522;p137"/>
          <p:cNvSpPr txBox="1"/>
          <p:nvPr>
            <p:ph type="title"/>
          </p:nvPr>
        </p:nvSpPr>
        <p:spPr>
          <a:xfrm>
            <a:off x="228600" y="256925"/>
            <a:ext cx="57072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we’ll measure the success of the campaign</a:t>
            </a:r>
            <a:endParaRPr/>
          </a:p>
        </p:txBody>
      </p:sp>
      <p:sp>
        <p:nvSpPr>
          <p:cNvPr id="1523" name="Google Shape;1523;p137"/>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Now introduce the key performance indicators (KPIs) for each channel. You might have a single KPI or several. List them out like this:</a:t>
            </a:r>
            <a:endParaRPr/>
          </a:p>
        </p:txBody>
      </p:sp>
      <p:sp>
        <p:nvSpPr>
          <p:cNvPr id="1524" name="Google Shape;1524;p137"/>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Now introduce the key performance indicators (KPIs) for each channel. You might have a single KPI or several. List them out like this:</a:t>
            </a:r>
            <a:endParaRPr/>
          </a:p>
        </p:txBody>
      </p:sp>
      <p:sp>
        <p:nvSpPr>
          <p:cNvPr id="1525" name="Google Shape;1525;p137"/>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p>
            <a:pPr indent="0" lvl="0" marL="0" rtl="0" algn="l">
              <a:lnSpc>
                <a:spcPct val="106000"/>
              </a:lnSpc>
              <a:spcBef>
                <a:spcPts val="0"/>
              </a:spcBef>
              <a:spcAft>
                <a:spcPts val="0"/>
              </a:spcAft>
              <a:buNone/>
            </a:pPr>
            <a:r>
              <a:rPr lang="en"/>
              <a:t>Now introduce the key performance indicators (KPIs) for each channel. You might have a single KPI or several. List them out like this:</a:t>
            </a:r>
            <a:endParaRPr/>
          </a:p>
        </p:txBody>
      </p:sp>
      <p:sp>
        <p:nvSpPr>
          <p:cNvPr id="1526" name="Google Shape;1526;p137"/>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1527" name="Google Shape;1527;p137"/>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1528" name="Google Shape;1528;p137"/>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sp>
        <p:nvSpPr>
          <p:cNvPr id="1529" name="Google Shape;1529;p137"/>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Channel name</a:t>
            </a:r>
            <a:endParaRPr/>
          </a:p>
        </p:txBody>
      </p:sp>
      <p:cxnSp>
        <p:nvCxnSpPr>
          <p:cNvPr id="1530" name="Google Shape;1530;p137"/>
          <p:cNvCxnSpPr/>
          <p:nvPr/>
        </p:nvCxnSpPr>
        <p:spPr>
          <a:xfrm>
            <a:off x="248200" y="3065432"/>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31" name="Google Shape;1531;p137"/>
          <p:cNvSpPr txBox="1"/>
          <p:nvPr/>
        </p:nvSpPr>
        <p:spPr>
          <a:xfrm>
            <a:off x="228600" y="3125205"/>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 KPI 1</a:t>
            </a:r>
            <a:endParaRPr b="1" sz="900">
              <a:solidFill>
                <a:schemeClr val="dk1"/>
              </a:solidFill>
              <a:latin typeface="Nunito Sans"/>
              <a:ea typeface="Nunito Sans"/>
              <a:cs typeface="Nunito Sans"/>
              <a:sym typeface="Nunito Sans"/>
            </a:endParaRPr>
          </a:p>
        </p:txBody>
      </p:sp>
      <p:cxnSp>
        <p:nvCxnSpPr>
          <p:cNvPr id="1532" name="Google Shape;1532;p137"/>
          <p:cNvCxnSpPr/>
          <p:nvPr/>
        </p:nvCxnSpPr>
        <p:spPr>
          <a:xfrm>
            <a:off x="248200" y="3541379"/>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33" name="Google Shape;1533;p137"/>
          <p:cNvSpPr txBox="1"/>
          <p:nvPr/>
        </p:nvSpPr>
        <p:spPr>
          <a:xfrm>
            <a:off x="228600" y="3601153"/>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2</a:t>
            </a:r>
            <a:endParaRPr b="1" sz="900">
              <a:solidFill>
                <a:schemeClr val="dk1"/>
              </a:solidFill>
              <a:latin typeface="Nunito Sans"/>
              <a:ea typeface="Nunito Sans"/>
              <a:cs typeface="Nunito Sans"/>
              <a:sym typeface="Nunito Sans"/>
            </a:endParaRPr>
          </a:p>
        </p:txBody>
      </p:sp>
      <p:cxnSp>
        <p:nvCxnSpPr>
          <p:cNvPr id="1534" name="Google Shape;1534;p137"/>
          <p:cNvCxnSpPr/>
          <p:nvPr/>
        </p:nvCxnSpPr>
        <p:spPr>
          <a:xfrm>
            <a:off x="248200" y="4017326"/>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35" name="Google Shape;1535;p137"/>
          <p:cNvSpPr txBox="1"/>
          <p:nvPr/>
        </p:nvSpPr>
        <p:spPr>
          <a:xfrm>
            <a:off x="228600" y="4077100"/>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3</a:t>
            </a:r>
            <a:endParaRPr b="1" sz="900">
              <a:solidFill>
                <a:schemeClr val="dk1"/>
              </a:solidFill>
              <a:latin typeface="Nunito Sans"/>
              <a:ea typeface="Nunito Sans"/>
              <a:cs typeface="Nunito Sans"/>
              <a:sym typeface="Nunito Sans"/>
            </a:endParaRPr>
          </a:p>
        </p:txBody>
      </p:sp>
      <p:cxnSp>
        <p:nvCxnSpPr>
          <p:cNvPr id="1536" name="Google Shape;1536;p137"/>
          <p:cNvCxnSpPr/>
          <p:nvPr/>
        </p:nvCxnSpPr>
        <p:spPr>
          <a:xfrm>
            <a:off x="2465600" y="3065432"/>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37" name="Google Shape;1537;p137"/>
          <p:cNvSpPr txBox="1"/>
          <p:nvPr/>
        </p:nvSpPr>
        <p:spPr>
          <a:xfrm>
            <a:off x="2446000" y="3125205"/>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1</a:t>
            </a:r>
            <a:endParaRPr b="1" sz="900">
              <a:solidFill>
                <a:schemeClr val="dk1"/>
              </a:solidFill>
              <a:latin typeface="Nunito Sans"/>
              <a:ea typeface="Nunito Sans"/>
              <a:cs typeface="Nunito Sans"/>
              <a:sym typeface="Nunito Sans"/>
            </a:endParaRPr>
          </a:p>
        </p:txBody>
      </p:sp>
      <p:cxnSp>
        <p:nvCxnSpPr>
          <p:cNvPr id="1538" name="Google Shape;1538;p137"/>
          <p:cNvCxnSpPr/>
          <p:nvPr/>
        </p:nvCxnSpPr>
        <p:spPr>
          <a:xfrm>
            <a:off x="2465600" y="3541379"/>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39" name="Google Shape;1539;p137"/>
          <p:cNvSpPr txBox="1"/>
          <p:nvPr/>
        </p:nvSpPr>
        <p:spPr>
          <a:xfrm>
            <a:off x="2446000" y="3601153"/>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2</a:t>
            </a:r>
            <a:endParaRPr b="1" sz="900">
              <a:solidFill>
                <a:schemeClr val="dk1"/>
              </a:solidFill>
              <a:latin typeface="Nunito Sans"/>
              <a:ea typeface="Nunito Sans"/>
              <a:cs typeface="Nunito Sans"/>
              <a:sym typeface="Nunito Sans"/>
            </a:endParaRPr>
          </a:p>
        </p:txBody>
      </p:sp>
      <p:cxnSp>
        <p:nvCxnSpPr>
          <p:cNvPr id="1540" name="Google Shape;1540;p137"/>
          <p:cNvCxnSpPr/>
          <p:nvPr/>
        </p:nvCxnSpPr>
        <p:spPr>
          <a:xfrm>
            <a:off x="2465600" y="4017326"/>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41" name="Google Shape;1541;p137"/>
          <p:cNvSpPr txBox="1"/>
          <p:nvPr/>
        </p:nvSpPr>
        <p:spPr>
          <a:xfrm>
            <a:off x="2446000" y="4077100"/>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3</a:t>
            </a:r>
            <a:endParaRPr b="1" sz="900">
              <a:solidFill>
                <a:schemeClr val="dk1"/>
              </a:solidFill>
              <a:latin typeface="Nunito Sans"/>
              <a:ea typeface="Nunito Sans"/>
              <a:cs typeface="Nunito Sans"/>
              <a:sym typeface="Nunito Sans"/>
            </a:endParaRPr>
          </a:p>
        </p:txBody>
      </p:sp>
      <p:cxnSp>
        <p:nvCxnSpPr>
          <p:cNvPr id="1542" name="Google Shape;1542;p137"/>
          <p:cNvCxnSpPr/>
          <p:nvPr/>
        </p:nvCxnSpPr>
        <p:spPr>
          <a:xfrm>
            <a:off x="4702600" y="3065432"/>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43" name="Google Shape;1543;p137"/>
          <p:cNvSpPr txBox="1"/>
          <p:nvPr/>
        </p:nvSpPr>
        <p:spPr>
          <a:xfrm>
            <a:off x="4683000" y="3125205"/>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1</a:t>
            </a:r>
            <a:endParaRPr b="1" sz="900">
              <a:solidFill>
                <a:schemeClr val="dk1"/>
              </a:solidFill>
              <a:latin typeface="Nunito Sans"/>
              <a:ea typeface="Nunito Sans"/>
              <a:cs typeface="Nunito Sans"/>
              <a:sym typeface="Nunito Sans"/>
            </a:endParaRPr>
          </a:p>
        </p:txBody>
      </p:sp>
      <p:cxnSp>
        <p:nvCxnSpPr>
          <p:cNvPr id="1544" name="Google Shape;1544;p137"/>
          <p:cNvCxnSpPr/>
          <p:nvPr/>
        </p:nvCxnSpPr>
        <p:spPr>
          <a:xfrm>
            <a:off x="4702600" y="3541379"/>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45" name="Google Shape;1545;p137"/>
          <p:cNvSpPr txBox="1"/>
          <p:nvPr/>
        </p:nvSpPr>
        <p:spPr>
          <a:xfrm>
            <a:off x="4683000" y="3601153"/>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2</a:t>
            </a:r>
            <a:endParaRPr b="1" sz="900">
              <a:solidFill>
                <a:schemeClr val="dk1"/>
              </a:solidFill>
              <a:latin typeface="Nunito Sans"/>
              <a:ea typeface="Nunito Sans"/>
              <a:cs typeface="Nunito Sans"/>
              <a:sym typeface="Nunito Sans"/>
            </a:endParaRPr>
          </a:p>
        </p:txBody>
      </p:sp>
      <p:cxnSp>
        <p:nvCxnSpPr>
          <p:cNvPr id="1546" name="Google Shape;1546;p137"/>
          <p:cNvCxnSpPr/>
          <p:nvPr/>
        </p:nvCxnSpPr>
        <p:spPr>
          <a:xfrm>
            <a:off x="4702600" y="4017326"/>
            <a:ext cx="1983600" cy="0"/>
          </a:xfrm>
          <a:prstGeom prst="straightConnector1">
            <a:avLst/>
          </a:prstGeom>
          <a:noFill/>
          <a:ln cap="flat" cmpd="sng" w="9525">
            <a:solidFill>
              <a:schemeClr val="accent1"/>
            </a:solidFill>
            <a:prstDash val="solid"/>
            <a:round/>
            <a:headEnd len="med" w="med" type="none"/>
            <a:tailEnd len="med" w="med" type="none"/>
          </a:ln>
        </p:spPr>
      </p:cxnSp>
      <p:cxnSp>
        <p:nvCxnSpPr>
          <p:cNvPr id="1547" name="Google Shape;1547;p137"/>
          <p:cNvCxnSpPr/>
          <p:nvPr/>
        </p:nvCxnSpPr>
        <p:spPr>
          <a:xfrm>
            <a:off x="6833500" y="3065432"/>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48" name="Google Shape;1548;p137"/>
          <p:cNvSpPr txBox="1"/>
          <p:nvPr/>
        </p:nvSpPr>
        <p:spPr>
          <a:xfrm>
            <a:off x="6813900" y="3125205"/>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1</a:t>
            </a:r>
            <a:endParaRPr b="1" sz="900">
              <a:solidFill>
                <a:schemeClr val="dk1"/>
              </a:solidFill>
              <a:latin typeface="Nunito Sans"/>
              <a:ea typeface="Nunito Sans"/>
              <a:cs typeface="Nunito Sans"/>
              <a:sym typeface="Nunito Sans"/>
            </a:endParaRPr>
          </a:p>
        </p:txBody>
      </p:sp>
      <p:cxnSp>
        <p:nvCxnSpPr>
          <p:cNvPr id="1549" name="Google Shape;1549;p137"/>
          <p:cNvCxnSpPr/>
          <p:nvPr/>
        </p:nvCxnSpPr>
        <p:spPr>
          <a:xfrm>
            <a:off x="6833500" y="3541379"/>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50" name="Google Shape;1550;p137"/>
          <p:cNvSpPr txBox="1"/>
          <p:nvPr/>
        </p:nvSpPr>
        <p:spPr>
          <a:xfrm>
            <a:off x="6813900" y="3601153"/>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2</a:t>
            </a:r>
            <a:endParaRPr b="1" sz="900">
              <a:solidFill>
                <a:schemeClr val="dk1"/>
              </a:solidFill>
              <a:latin typeface="Nunito Sans"/>
              <a:ea typeface="Nunito Sans"/>
              <a:cs typeface="Nunito Sans"/>
              <a:sym typeface="Nunito Sans"/>
            </a:endParaRPr>
          </a:p>
        </p:txBody>
      </p:sp>
      <p:cxnSp>
        <p:nvCxnSpPr>
          <p:cNvPr id="1551" name="Google Shape;1551;p137"/>
          <p:cNvCxnSpPr/>
          <p:nvPr/>
        </p:nvCxnSpPr>
        <p:spPr>
          <a:xfrm>
            <a:off x="6833500" y="4017326"/>
            <a:ext cx="1983600" cy="0"/>
          </a:xfrm>
          <a:prstGeom prst="straightConnector1">
            <a:avLst/>
          </a:prstGeom>
          <a:noFill/>
          <a:ln cap="flat" cmpd="sng" w="9525">
            <a:solidFill>
              <a:schemeClr val="accent1"/>
            </a:solidFill>
            <a:prstDash val="solid"/>
            <a:round/>
            <a:headEnd len="med" w="med" type="none"/>
            <a:tailEnd len="med" w="med" type="none"/>
          </a:ln>
        </p:spPr>
      </p:cxnSp>
      <p:sp>
        <p:nvSpPr>
          <p:cNvPr id="1552" name="Google Shape;1552;p137"/>
          <p:cNvSpPr txBox="1"/>
          <p:nvPr/>
        </p:nvSpPr>
        <p:spPr>
          <a:xfrm>
            <a:off x="6813900" y="4077100"/>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3</a:t>
            </a:r>
            <a:endParaRPr b="1" sz="900">
              <a:solidFill>
                <a:schemeClr val="dk1"/>
              </a:solidFill>
              <a:latin typeface="Nunito Sans"/>
              <a:ea typeface="Nunito Sans"/>
              <a:cs typeface="Nunito Sans"/>
              <a:sym typeface="Nunito Sans"/>
            </a:endParaRPr>
          </a:p>
        </p:txBody>
      </p:sp>
      <p:sp>
        <p:nvSpPr>
          <p:cNvPr id="1553" name="Google Shape;1553;p137"/>
          <p:cNvSpPr txBox="1"/>
          <p:nvPr/>
        </p:nvSpPr>
        <p:spPr>
          <a:xfrm>
            <a:off x="4683000" y="4077100"/>
            <a:ext cx="2003100" cy="356400"/>
          </a:xfrm>
          <a:prstGeom prst="rect">
            <a:avLst/>
          </a:prstGeom>
          <a:noFill/>
          <a:ln>
            <a:noFill/>
          </a:ln>
        </p:spPr>
        <p:txBody>
          <a:bodyPr anchorCtr="0" anchor="ctr" bIns="91425" lIns="91425" spcFirstLastPara="1" rIns="91425" wrap="square" tIns="91425">
            <a:noAutofit/>
          </a:bodyPr>
          <a:lstStyle/>
          <a:p>
            <a:pPr indent="-148590" lvl="0" marL="182880" rtl="0" algn="l">
              <a:spcBef>
                <a:spcPts val="0"/>
              </a:spcBef>
              <a:spcAft>
                <a:spcPts val="0"/>
              </a:spcAft>
              <a:buClr>
                <a:schemeClr val="dk1"/>
              </a:buClr>
              <a:buSzPts val="900"/>
              <a:buFont typeface="Nunito Sans"/>
              <a:buChar char="→"/>
            </a:pPr>
            <a:r>
              <a:rPr b="1" lang="en" sz="900">
                <a:solidFill>
                  <a:schemeClr val="dk1"/>
                </a:solidFill>
                <a:latin typeface="Nunito Sans"/>
                <a:ea typeface="Nunito Sans"/>
                <a:cs typeface="Nunito Sans"/>
                <a:sym typeface="Nunito Sans"/>
              </a:rPr>
              <a:t>KPI 3</a:t>
            </a:r>
            <a:endParaRPr b="1" sz="900">
              <a:solidFill>
                <a:schemeClr val="dk1"/>
              </a:solidFill>
              <a:latin typeface="Nunito Sans"/>
              <a:ea typeface="Nunito Sans"/>
              <a:cs typeface="Nunito Sans"/>
              <a:sym typeface="Nunito Sans"/>
            </a:endParaRPr>
          </a:p>
        </p:txBody>
      </p:sp>
      <p:sp>
        <p:nvSpPr>
          <p:cNvPr id="1554" name="Google Shape;1554;p137"/>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p138"/>
          <p:cNvSpPr txBox="1"/>
          <p:nvPr>
            <p:ph type="title"/>
          </p:nvPr>
        </p:nvSpPr>
        <p:spPr>
          <a:xfrm>
            <a:off x="228600" y="256925"/>
            <a:ext cx="57072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How we’ll measure the success of the campaign</a:t>
            </a:r>
            <a:endParaRPr sz="2400"/>
          </a:p>
        </p:txBody>
      </p:sp>
      <p:cxnSp>
        <p:nvCxnSpPr>
          <p:cNvPr id="1560" name="Google Shape;1560;p138"/>
          <p:cNvCxnSpPr/>
          <p:nvPr/>
        </p:nvCxnSpPr>
        <p:spPr>
          <a:xfrm>
            <a:off x="322975" y="1555022"/>
            <a:ext cx="8495400" cy="0"/>
          </a:xfrm>
          <a:prstGeom prst="straightConnector1">
            <a:avLst/>
          </a:prstGeom>
          <a:noFill/>
          <a:ln cap="flat" cmpd="sng" w="9525">
            <a:solidFill>
              <a:schemeClr val="accent1"/>
            </a:solidFill>
            <a:prstDash val="solid"/>
            <a:round/>
            <a:headEnd len="med" w="med" type="none"/>
            <a:tailEnd len="med" w="med" type="none"/>
          </a:ln>
        </p:spPr>
      </p:cxnSp>
      <p:sp>
        <p:nvSpPr>
          <p:cNvPr id="1561" name="Google Shape;1561;p138"/>
          <p:cNvSpPr txBox="1"/>
          <p:nvPr/>
        </p:nvSpPr>
        <p:spPr>
          <a:xfrm>
            <a:off x="228600" y="1254798"/>
            <a:ext cx="1740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Nunito Sans"/>
                <a:ea typeface="Nunito Sans"/>
                <a:cs typeface="Nunito Sans"/>
                <a:sym typeface="Nunito Sans"/>
              </a:rPr>
              <a:t>Platform</a:t>
            </a:r>
            <a:endParaRPr b="1" sz="700">
              <a:solidFill>
                <a:schemeClr val="dk1"/>
              </a:solidFill>
              <a:latin typeface="Nunito Sans"/>
              <a:ea typeface="Nunito Sans"/>
              <a:cs typeface="Nunito Sans"/>
              <a:sym typeface="Nunito Sans"/>
            </a:endParaRPr>
          </a:p>
        </p:txBody>
      </p:sp>
      <p:sp>
        <p:nvSpPr>
          <p:cNvPr id="1562" name="Google Shape;1562;p138"/>
          <p:cNvSpPr txBox="1"/>
          <p:nvPr/>
        </p:nvSpPr>
        <p:spPr>
          <a:xfrm>
            <a:off x="2005675" y="1254798"/>
            <a:ext cx="1740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1"/>
                </a:solidFill>
                <a:latin typeface="Nunito Sans"/>
                <a:ea typeface="Nunito Sans"/>
                <a:cs typeface="Nunito Sans"/>
                <a:sym typeface="Nunito Sans"/>
              </a:rPr>
              <a:t>KPIs</a:t>
            </a:r>
            <a:endParaRPr b="1" sz="700">
              <a:solidFill>
                <a:schemeClr val="dk1"/>
              </a:solidFill>
              <a:latin typeface="Nunito Sans"/>
              <a:ea typeface="Nunito Sans"/>
              <a:cs typeface="Nunito Sans"/>
              <a:sym typeface="Nunito Sans"/>
            </a:endParaRPr>
          </a:p>
        </p:txBody>
      </p:sp>
      <p:cxnSp>
        <p:nvCxnSpPr>
          <p:cNvPr id="1563" name="Google Shape;1563;p138"/>
          <p:cNvCxnSpPr/>
          <p:nvPr/>
        </p:nvCxnSpPr>
        <p:spPr>
          <a:xfrm>
            <a:off x="322975" y="2089291"/>
            <a:ext cx="8495400" cy="0"/>
          </a:xfrm>
          <a:prstGeom prst="straightConnector1">
            <a:avLst/>
          </a:prstGeom>
          <a:noFill/>
          <a:ln cap="flat" cmpd="sng" w="9525">
            <a:solidFill>
              <a:schemeClr val="accent1"/>
            </a:solidFill>
            <a:prstDash val="solid"/>
            <a:round/>
            <a:headEnd len="med" w="med" type="none"/>
            <a:tailEnd len="med" w="med" type="none"/>
          </a:ln>
        </p:spPr>
      </p:cxnSp>
      <p:sp>
        <p:nvSpPr>
          <p:cNvPr id="1564" name="Google Shape;1564;p138"/>
          <p:cNvSpPr txBox="1"/>
          <p:nvPr/>
        </p:nvSpPr>
        <p:spPr>
          <a:xfrm>
            <a:off x="771775" y="1644106"/>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1565" name="Google Shape;1565;p138"/>
          <p:cNvSpPr/>
          <p:nvPr/>
        </p:nvSpPr>
        <p:spPr>
          <a:xfrm>
            <a:off x="2005675"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1566" name="Google Shape;1566;p138"/>
          <p:cNvSpPr/>
          <p:nvPr/>
        </p:nvSpPr>
        <p:spPr>
          <a:xfrm>
            <a:off x="3576200"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1567" name="Google Shape;1567;p138"/>
          <p:cNvSpPr/>
          <p:nvPr/>
        </p:nvSpPr>
        <p:spPr>
          <a:xfrm>
            <a:off x="5146725"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1568" name="Google Shape;1568;p138"/>
          <p:cNvSpPr/>
          <p:nvPr/>
        </p:nvSpPr>
        <p:spPr>
          <a:xfrm>
            <a:off x="6717250" y="1693606"/>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1569" name="Google Shape;1569;p138"/>
          <p:cNvCxnSpPr/>
          <p:nvPr/>
        </p:nvCxnSpPr>
        <p:spPr>
          <a:xfrm>
            <a:off x="322975" y="2623559"/>
            <a:ext cx="8495400" cy="0"/>
          </a:xfrm>
          <a:prstGeom prst="straightConnector1">
            <a:avLst/>
          </a:prstGeom>
          <a:noFill/>
          <a:ln cap="flat" cmpd="sng" w="9525">
            <a:solidFill>
              <a:schemeClr val="accent1"/>
            </a:solidFill>
            <a:prstDash val="solid"/>
            <a:round/>
            <a:headEnd len="med" w="med" type="none"/>
            <a:tailEnd len="med" w="med" type="none"/>
          </a:ln>
        </p:spPr>
      </p:cxnSp>
      <p:sp>
        <p:nvSpPr>
          <p:cNvPr id="1570" name="Google Shape;1570;p138"/>
          <p:cNvSpPr txBox="1"/>
          <p:nvPr/>
        </p:nvSpPr>
        <p:spPr>
          <a:xfrm>
            <a:off x="771775" y="2178375"/>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sz="800">
              <a:solidFill>
                <a:schemeClr val="dk1"/>
              </a:solidFill>
              <a:latin typeface="Nunito Sans Medium"/>
              <a:ea typeface="Nunito Sans Medium"/>
              <a:cs typeface="Nunito Sans Medium"/>
              <a:sym typeface="Nunito Sans Medium"/>
            </a:endParaRPr>
          </a:p>
        </p:txBody>
      </p:sp>
      <p:sp>
        <p:nvSpPr>
          <p:cNvPr id="1571" name="Google Shape;1571;p138"/>
          <p:cNvSpPr/>
          <p:nvPr/>
        </p:nvSpPr>
        <p:spPr>
          <a:xfrm>
            <a:off x="2005675"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1572" name="Google Shape;1572;p138"/>
          <p:cNvSpPr/>
          <p:nvPr/>
        </p:nvSpPr>
        <p:spPr>
          <a:xfrm>
            <a:off x="322975" y="2210175"/>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573" name="Google Shape;1573;p138"/>
          <p:cNvSpPr/>
          <p:nvPr/>
        </p:nvSpPr>
        <p:spPr>
          <a:xfrm>
            <a:off x="3576200"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1574" name="Google Shape;1574;p138"/>
          <p:cNvSpPr/>
          <p:nvPr/>
        </p:nvSpPr>
        <p:spPr>
          <a:xfrm>
            <a:off x="5146725"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1575" name="Google Shape;1575;p138"/>
          <p:cNvSpPr/>
          <p:nvPr/>
        </p:nvSpPr>
        <p:spPr>
          <a:xfrm>
            <a:off x="6717250" y="2227875"/>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1576" name="Google Shape;1576;p138"/>
          <p:cNvCxnSpPr/>
          <p:nvPr/>
        </p:nvCxnSpPr>
        <p:spPr>
          <a:xfrm>
            <a:off x="322975" y="3157828"/>
            <a:ext cx="8495400" cy="0"/>
          </a:xfrm>
          <a:prstGeom prst="straightConnector1">
            <a:avLst/>
          </a:prstGeom>
          <a:noFill/>
          <a:ln cap="flat" cmpd="sng" w="9525">
            <a:solidFill>
              <a:schemeClr val="accent1"/>
            </a:solidFill>
            <a:prstDash val="solid"/>
            <a:round/>
            <a:headEnd len="med" w="med" type="none"/>
            <a:tailEnd len="med" w="med" type="none"/>
          </a:ln>
        </p:spPr>
      </p:cxnSp>
      <p:sp>
        <p:nvSpPr>
          <p:cNvPr id="1577" name="Google Shape;1577;p138"/>
          <p:cNvSpPr txBox="1"/>
          <p:nvPr/>
        </p:nvSpPr>
        <p:spPr>
          <a:xfrm>
            <a:off x="771775" y="2712644"/>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1578" name="Google Shape;1578;p138"/>
          <p:cNvSpPr/>
          <p:nvPr/>
        </p:nvSpPr>
        <p:spPr>
          <a:xfrm>
            <a:off x="2005675"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1579" name="Google Shape;1579;p138"/>
          <p:cNvSpPr/>
          <p:nvPr/>
        </p:nvSpPr>
        <p:spPr>
          <a:xfrm>
            <a:off x="322975" y="2744444"/>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580" name="Google Shape;1580;p138"/>
          <p:cNvSpPr/>
          <p:nvPr/>
        </p:nvSpPr>
        <p:spPr>
          <a:xfrm>
            <a:off x="3576200"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1581" name="Google Shape;1581;p138"/>
          <p:cNvSpPr/>
          <p:nvPr/>
        </p:nvSpPr>
        <p:spPr>
          <a:xfrm>
            <a:off x="5146725"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1582" name="Google Shape;1582;p138"/>
          <p:cNvSpPr/>
          <p:nvPr/>
        </p:nvSpPr>
        <p:spPr>
          <a:xfrm>
            <a:off x="6717250" y="2762144"/>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1583" name="Google Shape;1583;p138"/>
          <p:cNvCxnSpPr/>
          <p:nvPr/>
        </p:nvCxnSpPr>
        <p:spPr>
          <a:xfrm>
            <a:off x="322975" y="3692097"/>
            <a:ext cx="8495400" cy="0"/>
          </a:xfrm>
          <a:prstGeom prst="straightConnector1">
            <a:avLst/>
          </a:prstGeom>
          <a:noFill/>
          <a:ln cap="flat" cmpd="sng" w="9525">
            <a:solidFill>
              <a:schemeClr val="accent1"/>
            </a:solidFill>
            <a:prstDash val="solid"/>
            <a:round/>
            <a:headEnd len="med" w="med" type="none"/>
            <a:tailEnd len="med" w="med" type="none"/>
          </a:ln>
        </p:spPr>
      </p:cxnSp>
      <p:sp>
        <p:nvSpPr>
          <p:cNvPr id="1584" name="Google Shape;1584;p138"/>
          <p:cNvSpPr txBox="1"/>
          <p:nvPr/>
        </p:nvSpPr>
        <p:spPr>
          <a:xfrm>
            <a:off x="771775" y="3246912"/>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1585" name="Google Shape;1585;p138"/>
          <p:cNvSpPr/>
          <p:nvPr/>
        </p:nvSpPr>
        <p:spPr>
          <a:xfrm>
            <a:off x="2005675"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1586" name="Google Shape;1586;p138"/>
          <p:cNvSpPr/>
          <p:nvPr/>
        </p:nvSpPr>
        <p:spPr>
          <a:xfrm>
            <a:off x="322975" y="3278712"/>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587" name="Google Shape;1587;p138"/>
          <p:cNvSpPr/>
          <p:nvPr/>
        </p:nvSpPr>
        <p:spPr>
          <a:xfrm>
            <a:off x="3576200"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1588" name="Google Shape;1588;p138"/>
          <p:cNvSpPr/>
          <p:nvPr/>
        </p:nvSpPr>
        <p:spPr>
          <a:xfrm>
            <a:off x="5146725"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1589" name="Google Shape;1589;p138"/>
          <p:cNvSpPr/>
          <p:nvPr/>
        </p:nvSpPr>
        <p:spPr>
          <a:xfrm>
            <a:off x="6717250" y="3296412"/>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cxnSp>
        <p:nvCxnSpPr>
          <p:cNvPr id="1590" name="Google Shape;1590;p138"/>
          <p:cNvCxnSpPr/>
          <p:nvPr/>
        </p:nvCxnSpPr>
        <p:spPr>
          <a:xfrm>
            <a:off x="322975" y="4226366"/>
            <a:ext cx="8495400" cy="0"/>
          </a:xfrm>
          <a:prstGeom prst="straightConnector1">
            <a:avLst/>
          </a:prstGeom>
          <a:noFill/>
          <a:ln cap="flat" cmpd="sng" w="9525">
            <a:solidFill>
              <a:schemeClr val="accent1"/>
            </a:solidFill>
            <a:prstDash val="solid"/>
            <a:round/>
            <a:headEnd len="med" w="med" type="none"/>
            <a:tailEnd len="med" w="med" type="none"/>
          </a:ln>
        </p:spPr>
      </p:cxnSp>
      <p:sp>
        <p:nvSpPr>
          <p:cNvPr id="1591" name="Google Shape;1591;p138"/>
          <p:cNvSpPr txBox="1"/>
          <p:nvPr/>
        </p:nvSpPr>
        <p:spPr>
          <a:xfrm>
            <a:off x="771775" y="3781181"/>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1592" name="Google Shape;1592;p138"/>
          <p:cNvSpPr/>
          <p:nvPr/>
        </p:nvSpPr>
        <p:spPr>
          <a:xfrm>
            <a:off x="2005675"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1593" name="Google Shape;1593;p138"/>
          <p:cNvSpPr/>
          <p:nvPr/>
        </p:nvSpPr>
        <p:spPr>
          <a:xfrm>
            <a:off x="322975" y="3812981"/>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594" name="Google Shape;1594;p138"/>
          <p:cNvSpPr/>
          <p:nvPr/>
        </p:nvSpPr>
        <p:spPr>
          <a:xfrm>
            <a:off x="3576200"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1595" name="Google Shape;1595;p138"/>
          <p:cNvSpPr/>
          <p:nvPr/>
        </p:nvSpPr>
        <p:spPr>
          <a:xfrm>
            <a:off x="5146725"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1596" name="Google Shape;1596;p138"/>
          <p:cNvSpPr/>
          <p:nvPr/>
        </p:nvSpPr>
        <p:spPr>
          <a:xfrm>
            <a:off x="6717250" y="3830681"/>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sp>
        <p:nvSpPr>
          <p:cNvPr id="1597" name="Google Shape;1597;p138"/>
          <p:cNvSpPr txBox="1"/>
          <p:nvPr/>
        </p:nvSpPr>
        <p:spPr>
          <a:xfrm>
            <a:off x="771775" y="4315450"/>
            <a:ext cx="11412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chemeClr val="dk1"/>
                </a:solidFill>
                <a:latin typeface="Poppins"/>
                <a:ea typeface="Poppins"/>
                <a:cs typeface="Poppins"/>
                <a:sym typeface="Poppins"/>
              </a:rPr>
              <a:t>Platform name</a:t>
            </a:r>
            <a:endParaRPr b="1" sz="800">
              <a:solidFill>
                <a:schemeClr val="dk1"/>
              </a:solidFill>
              <a:latin typeface="Poppins"/>
              <a:ea typeface="Poppins"/>
              <a:cs typeface="Poppins"/>
              <a:sym typeface="Poppins"/>
            </a:endParaRPr>
          </a:p>
          <a:p>
            <a:pPr indent="0" lvl="0" marL="0" rtl="0" algn="l">
              <a:spcBef>
                <a:spcPts val="0"/>
              </a:spcBef>
              <a:spcAft>
                <a:spcPts val="0"/>
              </a:spcAft>
              <a:buNone/>
            </a:pPr>
            <a:r>
              <a:rPr lang="en" sz="800">
                <a:solidFill>
                  <a:schemeClr val="dk1"/>
                </a:solidFill>
                <a:latin typeface="Nunito Sans Medium"/>
                <a:ea typeface="Nunito Sans Medium"/>
                <a:cs typeface="Nunito Sans Medium"/>
                <a:sym typeface="Nunito Sans Medium"/>
              </a:rPr>
              <a:t>XXB</a:t>
            </a:r>
            <a:endParaRPr b="1" sz="800">
              <a:solidFill>
                <a:schemeClr val="dk1"/>
              </a:solidFill>
              <a:latin typeface="Nunito Sans Medium"/>
              <a:ea typeface="Nunito Sans Medium"/>
              <a:cs typeface="Nunito Sans Medium"/>
              <a:sym typeface="Nunito Sans Medium"/>
            </a:endParaRPr>
          </a:p>
        </p:txBody>
      </p:sp>
      <p:sp>
        <p:nvSpPr>
          <p:cNvPr id="1598" name="Google Shape;1598;p138"/>
          <p:cNvSpPr/>
          <p:nvPr/>
        </p:nvSpPr>
        <p:spPr>
          <a:xfrm>
            <a:off x="2005675"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1</a:t>
            </a:r>
            <a:endParaRPr b="1" sz="600">
              <a:solidFill>
                <a:schemeClr val="dk2"/>
              </a:solidFill>
              <a:latin typeface="Nunito Sans"/>
              <a:ea typeface="Nunito Sans"/>
              <a:cs typeface="Nunito Sans"/>
              <a:sym typeface="Nunito Sans"/>
            </a:endParaRPr>
          </a:p>
        </p:txBody>
      </p:sp>
      <p:sp>
        <p:nvSpPr>
          <p:cNvPr id="1599" name="Google Shape;1599;p138"/>
          <p:cNvSpPr/>
          <p:nvPr/>
        </p:nvSpPr>
        <p:spPr>
          <a:xfrm>
            <a:off x="322975" y="4347250"/>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00" name="Google Shape;1600;p138"/>
          <p:cNvSpPr/>
          <p:nvPr/>
        </p:nvSpPr>
        <p:spPr>
          <a:xfrm>
            <a:off x="3576200"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2</a:t>
            </a:r>
            <a:endParaRPr b="1" sz="600">
              <a:solidFill>
                <a:schemeClr val="dk2"/>
              </a:solidFill>
              <a:latin typeface="Nunito Sans"/>
              <a:ea typeface="Nunito Sans"/>
              <a:cs typeface="Nunito Sans"/>
              <a:sym typeface="Nunito Sans"/>
            </a:endParaRPr>
          </a:p>
        </p:txBody>
      </p:sp>
      <p:sp>
        <p:nvSpPr>
          <p:cNvPr id="1601" name="Google Shape;1601;p138"/>
          <p:cNvSpPr/>
          <p:nvPr/>
        </p:nvSpPr>
        <p:spPr>
          <a:xfrm>
            <a:off x="5146725"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3</a:t>
            </a:r>
            <a:endParaRPr b="1" sz="600">
              <a:solidFill>
                <a:schemeClr val="dk2"/>
              </a:solidFill>
              <a:latin typeface="Nunito Sans"/>
              <a:ea typeface="Nunito Sans"/>
              <a:cs typeface="Nunito Sans"/>
              <a:sym typeface="Nunito Sans"/>
            </a:endParaRPr>
          </a:p>
        </p:txBody>
      </p:sp>
      <p:sp>
        <p:nvSpPr>
          <p:cNvPr id="1602" name="Google Shape;1602;p138"/>
          <p:cNvSpPr/>
          <p:nvPr/>
        </p:nvSpPr>
        <p:spPr>
          <a:xfrm>
            <a:off x="6717250" y="4364950"/>
            <a:ext cx="15171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solidFill>
                  <a:schemeClr val="dk2"/>
                </a:solidFill>
                <a:latin typeface="Nunito Sans"/>
                <a:ea typeface="Nunito Sans"/>
                <a:cs typeface="Nunito Sans"/>
                <a:sym typeface="Nunito Sans"/>
              </a:rPr>
              <a:t>KPI 4</a:t>
            </a:r>
            <a:endParaRPr b="1" sz="600">
              <a:solidFill>
                <a:schemeClr val="dk2"/>
              </a:solidFill>
              <a:latin typeface="Nunito Sans"/>
              <a:ea typeface="Nunito Sans"/>
              <a:cs typeface="Nunito Sans"/>
              <a:sym typeface="Nunito Sans"/>
            </a:endParaRPr>
          </a:p>
        </p:txBody>
      </p:sp>
      <p:sp>
        <p:nvSpPr>
          <p:cNvPr id="1603" name="Google Shape;1603;p138"/>
          <p:cNvSpPr/>
          <p:nvPr/>
        </p:nvSpPr>
        <p:spPr>
          <a:xfrm>
            <a:off x="322975" y="1675906"/>
            <a:ext cx="292500" cy="2925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04" name="Google Shape;1604;p138"/>
          <p:cNvSpPr/>
          <p:nvPr/>
        </p:nvSpPr>
        <p:spPr>
          <a:xfrm>
            <a:off x="4266089" y="700005"/>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1605" name="Google Shape;1605;p138"/>
          <p:cNvSpPr/>
          <p:nvPr/>
        </p:nvSpPr>
        <p:spPr>
          <a:xfrm>
            <a:off x="4412614" y="737255"/>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1606" name="Google Shape;1606;p13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cxnSp>
        <p:nvCxnSpPr>
          <p:cNvPr id="1611" name="Google Shape;1611;p139"/>
          <p:cNvCxnSpPr/>
          <p:nvPr/>
        </p:nvCxnSpPr>
        <p:spPr>
          <a:xfrm>
            <a:off x="322975" y="2012222"/>
            <a:ext cx="8495400" cy="0"/>
          </a:xfrm>
          <a:prstGeom prst="straightConnector1">
            <a:avLst/>
          </a:prstGeom>
          <a:noFill/>
          <a:ln cap="flat" cmpd="sng" w="9525">
            <a:solidFill>
              <a:schemeClr val="accent5"/>
            </a:solidFill>
            <a:prstDash val="solid"/>
            <a:round/>
            <a:headEnd len="med" w="med" type="none"/>
            <a:tailEnd len="med" w="med" type="stealth"/>
          </a:ln>
        </p:spPr>
      </p:cxnSp>
      <p:sp>
        <p:nvSpPr>
          <p:cNvPr id="1612" name="Google Shape;1612;p139"/>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Launch timeline</a:t>
            </a:r>
            <a:endParaRPr/>
          </a:p>
        </p:txBody>
      </p:sp>
      <p:sp>
        <p:nvSpPr>
          <p:cNvPr id="1613" name="Google Shape;1613;p139"/>
          <p:cNvSpPr txBox="1"/>
          <p:nvPr>
            <p:ph idx="2" type="title"/>
          </p:nvPr>
        </p:nvSpPr>
        <p:spPr>
          <a:xfrm>
            <a:off x="2040700" y="2971669"/>
            <a:ext cx="2758200" cy="4479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a:solidFill>
                  <a:schemeClr val="accent2"/>
                </a:solidFill>
              </a:rPr>
              <a:t>CAMPAIGN STAGE</a:t>
            </a:r>
            <a:endParaRPr/>
          </a:p>
          <a:p>
            <a:pPr indent="0" lvl="0" marL="0" rtl="0" algn="l">
              <a:lnSpc>
                <a:spcPct val="115000"/>
              </a:lnSpc>
              <a:spcBef>
                <a:spcPts val="0"/>
              </a:spcBef>
              <a:spcAft>
                <a:spcPts val="0"/>
              </a:spcAft>
              <a:buNone/>
            </a:pPr>
            <a:r>
              <a:rPr lang="en"/>
              <a:t>Summarize</a:t>
            </a:r>
            <a:r>
              <a:rPr lang="en"/>
              <a:t> what will happen during this stage of the campaign. Think about production steps or marketing actions. </a:t>
            </a:r>
            <a:endParaRPr/>
          </a:p>
        </p:txBody>
      </p:sp>
      <p:sp>
        <p:nvSpPr>
          <p:cNvPr id="1614" name="Google Shape;1614;p139"/>
          <p:cNvSpPr txBox="1"/>
          <p:nvPr>
            <p:ph idx="4" type="title"/>
          </p:nvPr>
        </p:nvSpPr>
        <p:spPr>
          <a:xfrm>
            <a:off x="6589325" y="3591225"/>
            <a:ext cx="1622700" cy="6957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a:solidFill>
                  <a:schemeClr val="accent3"/>
                </a:solidFill>
              </a:rPr>
              <a:t>CAMPAIGN STAGE</a:t>
            </a:r>
            <a:endParaRPr b="1">
              <a:solidFill>
                <a:schemeClr val="accent3"/>
              </a:solidFill>
            </a:endParaRPr>
          </a:p>
          <a:p>
            <a:pPr indent="0" lvl="0" marL="0" rtl="0" algn="l">
              <a:lnSpc>
                <a:spcPct val="115000"/>
              </a:lnSpc>
              <a:spcBef>
                <a:spcPts val="0"/>
              </a:spcBef>
              <a:spcAft>
                <a:spcPts val="0"/>
              </a:spcAft>
              <a:buNone/>
            </a:pPr>
            <a:r>
              <a:rPr lang="en"/>
              <a:t>Summarize what will happen during this stage of the campaign. Think about production steps or marketing actions. </a:t>
            </a:r>
            <a:endParaRPr/>
          </a:p>
        </p:txBody>
      </p:sp>
      <p:sp>
        <p:nvSpPr>
          <p:cNvPr id="1615" name="Google Shape;1615;p139"/>
          <p:cNvSpPr txBox="1"/>
          <p:nvPr>
            <p:ph idx="5" type="title"/>
          </p:nvPr>
        </p:nvSpPr>
        <p:spPr>
          <a:xfrm>
            <a:off x="228600" y="2642422"/>
            <a:ext cx="1622700" cy="6957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a:solidFill>
                  <a:schemeClr val="accent1"/>
                </a:solidFill>
              </a:rPr>
              <a:t>CAMPAIGN STAGE</a:t>
            </a:r>
            <a:endParaRPr b="1">
              <a:solidFill>
                <a:schemeClr val="accent1"/>
              </a:solidFill>
            </a:endParaRPr>
          </a:p>
          <a:p>
            <a:pPr indent="0" lvl="0" marL="0" rtl="0" algn="l">
              <a:lnSpc>
                <a:spcPct val="115000"/>
              </a:lnSpc>
              <a:spcBef>
                <a:spcPts val="0"/>
              </a:spcBef>
              <a:spcAft>
                <a:spcPts val="0"/>
              </a:spcAft>
              <a:buNone/>
            </a:pPr>
            <a:r>
              <a:rPr lang="en"/>
              <a:t>Summarize</a:t>
            </a:r>
            <a:r>
              <a:rPr lang="en"/>
              <a:t> what will happen during this stage of the campaign. Think about production steps or marketing actions. </a:t>
            </a:r>
            <a:endParaRPr/>
          </a:p>
        </p:txBody>
      </p:sp>
      <p:sp>
        <p:nvSpPr>
          <p:cNvPr id="1616" name="Google Shape;1616;p139"/>
          <p:cNvSpPr txBox="1"/>
          <p:nvPr>
            <p:ph idx="6" type="title"/>
          </p:nvPr>
        </p:nvSpPr>
        <p:spPr>
          <a:xfrm>
            <a:off x="228600"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17" name="Google Shape;1617;p139"/>
          <p:cNvSpPr txBox="1"/>
          <p:nvPr>
            <p:ph idx="7" type="title"/>
          </p:nvPr>
        </p:nvSpPr>
        <p:spPr>
          <a:xfrm>
            <a:off x="1533025"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18" name="Google Shape;1618;p139"/>
          <p:cNvSpPr txBox="1"/>
          <p:nvPr>
            <p:ph idx="8" type="title"/>
          </p:nvPr>
        </p:nvSpPr>
        <p:spPr>
          <a:xfrm>
            <a:off x="2837450"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19" name="Google Shape;1619;p139"/>
          <p:cNvSpPr txBox="1"/>
          <p:nvPr>
            <p:ph idx="9" type="title"/>
          </p:nvPr>
        </p:nvSpPr>
        <p:spPr>
          <a:xfrm>
            <a:off x="4141875"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20" name="Google Shape;1620;p139"/>
          <p:cNvSpPr txBox="1"/>
          <p:nvPr>
            <p:ph idx="13" type="title"/>
          </p:nvPr>
        </p:nvSpPr>
        <p:spPr>
          <a:xfrm>
            <a:off x="5446300"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21" name="Google Shape;1621;p139"/>
          <p:cNvSpPr txBox="1"/>
          <p:nvPr>
            <p:ph idx="14" type="title"/>
          </p:nvPr>
        </p:nvSpPr>
        <p:spPr>
          <a:xfrm>
            <a:off x="6750725"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22" name="Google Shape;1622;p139"/>
          <p:cNvSpPr txBox="1"/>
          <p:nvPr>
            <p:ph idx="15" type="title"/>
          </p:nvPr>
        </p:nvSpPr>
        <p:spPr>
          <a:xfrm>
            <a:off x="8055150" y="1712000"/>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Month</a:t>
            </a:r>
            <a:endParaRPr/>
          </a:p>
        </p:txBody>
      </p:sp>
      <p:sp>
        <p:nvSpPr>
          <p:cNvPr id="1623" name="Google Shape;1623;p139"/>
          <p:cNvSpPr/>
          <p:nvPr/>
        </p:nvSpPr>
        <p:spPr>
          <a:xfrm>
            <a:off x="228600" y="2149597"/>
            <a:ext cx="21012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Start date/End date</a:t>
            </a:r>
            <a:endParaRPr sz="700">
              <a:solidFill>
                <a:schemeClr val="dk2"/>
              </a:solidFill>
              <a:latin typeface="Poppins SemiBold"/>
              <a:ea typeface="Poppins SemiBold"/>
              <a:cs typeface="Poppins SemiBold"/>
              <a:sym typeface="Poppins SemiBold"/>
            </a:endParaRPr>
          </a:p>
        </p:txBody>
      </p:sp>
      <p:sp>
        <p:nvSpPr>
          <p:cNvPr id="1624" name="Google Shape;1624;p139"/>
          <p:cNvSpPr/>
          <p:nvPr/>
        </p:nvSpPr>
        <p:spPr>
          <a:xfrm>
            <a:off x="281514" y="2212060"/>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1625" name="Google Shape;1625;p139"/>
          <p:cNvCxnSpPr/>
          <p:nvPr/>
        </p:nvCxnSpPr>
        <p:spPr>
          <a:xfrm>
            <a:off x="352914" y="2361799"/>
            <a:ext cx="0" cy="324600"/>
          </a:xfrm>
          <a:prstGeom prst="straightConnector1">
            <a:avLst/>
          </a:prstGeom>
          <a:noFill/>
          <a:ln cap="flat" cmpd="sng" w="9525">
            <a:solidFill>
              <a:schemeClr val="accent1"/>
            </a:solidFill>
            <a:prstDash val="solid"/>
            <a:round/>
            <a:headEnd len="med" w="med" type="none"/>
            <a:tailEnd len="med" w="med" type="none"/>
          </a:ln>
        </p:spPr>
      </p:cxnSp>
      <p:sp>
        <p:nvSpPr>
          <p:cNvPr id="1626" name="Google Shape;1626;p139"/>
          <p:cNvSpPr/>
          <p:nvPr/>
        </p:nvSpPr>
        <p:spPr>
          <a:xfrm>
            <a:off x="2040700" y="2460120"/>
            <a:ext cx="3275700" cy="2571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Start date/End date</a:t>
            </a:r>
            <a:endParaRPr sz="700">
              <a:solidFill>
                <a:schemeClr val="dk2"/>
              </a:solidFill>
              <a:latin typeface="Poppins SemiBold"/>
              <a:ea typeface="Poppins SemiBold"/>
              <a:cs typeface="Poppins SemiBold"/>
              <a:sym typeface="Poppins SemiBold"/>
            </a:endParaRPr>
          </a:p>
        </p:txBody>
      </p:sp>
      <p:sp>
        <p:nvSpPr>
          <p:cNvPr id="1627" name="Google Shape;1627;p139"/>
          <p:cNvSpPr/>
          <p:nvPr/>
        </p:nvSpPr>
        <p:spPr>
          <a:xfrm>
            <a:off x="2093614" y="2522582"/>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1628" name="Google Shape;1628;p139"/>
          <p:cNvCxnSpPr/>
          <p:nvPr/>
        </p:nvCxnSpPr>
        <p:spPr>
          <a:xfrm>
            <a:off x="2165014" y="2670914"/>
            <a:ext cx="0" cy="324600"/>
          </a:xfrm>
          <a:prstGeom prst="straightConnector1">
            <a:avLst/>
          </a:prstGeom>
          <a:noFill/>
          <a:ln cap="flat" cmpd="sng" w="9525">
            <a:solidFill>
              <a:schemeClr val="accent2"/>
            </a:solidFill>
            <a:prstDash val="solid"/>
            <a:round/>
            <a:headEnd len="med" w="med" type="none"/>
            <a:tailEnd len="med" w="med" type="none"/>
          </a:ln>
        </p:spPr>
      </p:cxnSp>
      <p:sp>
        <p:nvSpPr>
          <p:cNvPr id="1629" name="Google Shape;1629;p139"/>
          <p:cNvSpPr/>
          <p:nvPr/>
        </p:nvSpPr>
        <p:spPr>
          <a:xfrm>
            <a:off x="4905100" y="2788572"/>
            <a:ext cx="2101200" cy="2571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Start date/End date</a:t>
            </a:r>
            <a:endParaRPr sz="700">
              <a:solidFill>
                <a:schemeClr val="dk2"/>
              </a:solidFill>
              <a:latin typeface="Poppins SemiBold"/>
              <a:ea typeface="Poppins SemiBold"/>
              <a:cs typeface="Poppins SemiBold"/>
              <a:sym typeface="Poppins SemiBold"/>
            </a:endParaRPr>
          </a:p>
        </p:txBody>
      </p:sp>
      <p:sp>
        <p:nvSpPr>
          <p:cNvPr id="1630" name="Google Shape;1630;p139"/>
          <p:cNvSpPr txBox="1"/>
          <p:nvPr/>
        </p:nvSpPr>
        <p:spPr>
          <a:xfrm>
            <a:off x="4905100" y="3259050"/>
            <a:ext cx="1622700" cy="78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700">
                <a:solidFill>
                  <a:schemeClr val="lt2"/>
                </a:solidFill>
                <a:latin typeface="Nunito Sans"/>
                <a:ea typeface="Nunito Sans"/>
                <a:cs typeface="Nunito Sans"/>
                <a:sym typeface="Nunito Sans"/>
              </a:rPr>
              <a:t>CAMPAIGN STAGE</a:t>
            </a:r>
            <a:endParaRPr b="1" sz="700">
              <a:solidFill>
                <a:schemeClr val="lt2"/>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700">
                <a:solidFill>
                  <a:schemeClr val="dk1"/>
                </a:solidFill>
                <a:latin typeface="Nunito Sans"/>
                <a:ea typeface="Nunito Sans"/>
                <a:cs typeface="Nunito Sans"/>
                <a:sym typeface="Nunito Sans"/>
              </a:rPr>
              <a:t>Summarize</a:t>
            </a:r>
            <a:r>
              <a:rPr lang="en" sz="700">
                <a:solidFill>
                  <a:schemeClr val="dk1"/>
                </a:solidFill>
                <a:latin typeface="Nunito Sans"/>
                <a:ea typeface="Nunito Sans"/>
                <a:cs typeface="Nunito Sans"/>
                <a:sym typeface="Nunito Sans"/>
              </a:rPr>
              <a:t> what will happen during this stage of the campaign. Think about production steps or marketing actions. </a:t>
            </a:r>
            <a:endParaRPr sz="700">
              <a:solidFill>
                <a:schemeClr val="dk1"/>
              </a:solidFill>
              <a:latin typeface="Nunito Sans"/>
              <a:ea typeface="Nunito Sans"/>
              <a:cs typeface="Nunito Sans"/>
              <a:sym typeface="Nunito Sans"/>
            </a:endParaRPr>
          </a:p>
        </p:txBody>
      </p:sp>
      <p:sp>
        <p:nvSpPr>
          <p:cNvPr id="1631" name="Google Shape;1631;p139"/>
          <p:cNvSpPr/>
          <p:nvPr/>
        </p:nvSpPr>
        <p:spPr>
          <a:xfrm>
            <a:off x="4958014" y="2851034"/>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1632" name="Google Shape;1632;p139"/>
          <p:cNvCxnSpPr/>
          <p:nvPr/>
        </p:nvCxnSpPr>
        <p:spPr>
          <a:xfrm>
            <a:off x="5029414" y="2994442"/>
            <a:ext cx="0" cy="324600"/>
          </a:xfrm>
          <a:prstGeom prst="straightConnector1">
            <a:avLst/>
          </a:prstGeom>
          <a:noFill/>
          <a:ln cap="flat" cmpd="sng" w="9525">
            <a:solidFill>
              <a:schemeClr val="lt2"/>
            </a:solidFill>
            <a:prstDash val="solid"/>
            <a:round/>
            <a:headEnd len="med" w="med" type="none"/>
            <a:tailEnd len="med" w="med" type="none"/>
          </a:ln>
        </p:spPr>
      </p:cxnSp>
      <p:sp>
        <p:nvSpPr>
          <p:cNvPr id="1633" name="Google Shape;1633;p139"/>
          <p:cNvSpPr/>
          <p:nvPr/>
        </p:nvSpPr>
        <p:spPr>
          <a:xfrm>
            <a:off x="6589325" y="3120750"/>
            <a:ext cx="2229000" cy="2571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Start date/End date</a:t>
            </a:r>
            <a:endParaRPr sz="700">
              <a:solidFill>
                <a:schemeClr val="dk2"/>
              </a:solidFill>
              <a:latin typeface="Poppins SemiBold"/>
              <a:ea typeface="Poppins SemiBold"/>
              <a:cs typeface="Poppins SemiBold"/>
              <a:sym typeface="Poppins SemiBold"/>
            </a:endParaRPr>
          </a:p>
        </p:txBody>
      </p:sp>
      <p:sp>
        <p:nvSpPr>
          <p:cNvPr id="1634" name="Google Shape;1634;p139"/>
          <p:cNvSpPr/>
          <p:nvPr/>
        </p:nvSpPr>
        <p:spPr>
          <a:xfrm>
            <a:off x="6642239" y="3183209"/>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1635" name="Google Shape;1635;p139"/>
          <p:cNvCxnSpPr/>
          <p:nvPr/>
        </p:nvCxnSpPr>
        <p:spPr>
          <a:xfrm>
            <a:off x="6713639" y="3326617"/>
            <a:ext cx="0" cy="324600"/>
          </a:xfrm>
          <a:prstGeom prst="straightConnector1">
            <a:avLst/>
          </a:prstGeom>
          <a:noFill/>
          <a:ln cap="flat" cmpd="sng" w="9525">
            <a:solidFill>
              <a:schemeClr val="accent3"/>
            </a:solidFill>
            <a:prstDash val="solid"/>
            <a:round/>
            <a:headEnd len="med" w="med" type="none"/>
            <a:tailEnd len="med" w="med" type="none"/>
          </a:ln>
        </p:spPr>
      </p:cxnSp>
      <p:sp>
        <p:nvSpPr>
          <p:cNvPr id="1636" name="Google Shape;1636;p139"/>
          <p:cNvSpPr/>
          <p:nvPr/>
        </p:nvSpPr>
        <p:spPr>
          <a:xfrm>
            <a:off x="2540949" y="1643576"/>
            <a:ext cx="977434" cy="412698"/>
          </a:xfrm>
          <a:custGeom>
            <a:rect b="b" l="l" r="r" t="t"/>
            <a:pathLst>
              <a:path extrusionOk="0" fill="none" h="10421" w="25291">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nvGrpSpPr>
          <p:cNvPr id="1637" name="Google Shape;1637;p139"/>
          <p:cNvGrpSpPr/>
          <p:nvPr/>
        </p:nvGrpSpPr>
        <p:grpSpPr>
          <a:xfrm rot="730876">
            <a:off x="3320547" y="1260393"/>
            <a:ext cx="379180" cy="412749"/>
            <a:chOff x="6219513" y="1474206"/>
            <a:chExt cx="890968" cy="969576"/>
          </a:xfrm>
        </p:grpSpPr>
        <p:sp>
          <p:nvSpPr>
            <p:cNvPr id="1638" name="Google Shape;1638;p139"/>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lt2"/>
              </a:solidFill>
              <a:prstDash val="solid"/>
              <a:round/>
              <a:headEnd len="med" w="med" type="none"/>
              <a:tailEnd len="med" w="med" type="none"/>
            </a:ln>
          </p:spPr>
        </p:sp>
        <p:sp>
          <p:nvSpPr>
            <p:cNvPr id="1639" name="Google Shape;1639;p139"/>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lt2"/>
              </a:solidFill>
              <a:prstDash val="solid"/>
              <a:round/>
              <a:headEnd len="med" w="med" type="none"/>
              <a:tailEnd len="med" w="med" type="none"/>
            </a:ln>
          </p:spPr>
        </p:sp>
        <p:sp>
          <p:nvSpPr>
            <p:cNvPr id="1640" name="Google Shape;1640;p139"/>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lt2"/>
              </a:solidFill>
              <a:prstDash val="solid"/>
              <a:round/>
              <a:headEnd len="med" w="med" type="none"/>
              <a:tailEnd len="med" w="med" type="none"/>
            </a:ln>
          </p:spPr>
        </p:sp>
      </p:grpSp>
      <p:sp>
        <p:nvSpPr>
          <p:cNvPr id="1641" name="Google Shape;1641;p139"/>
          <p:cNvSpPr/>
          <p:nvPr/>
        </p:nvSpPr>
        <p:spPr>
          <a:xfrm>
            <a:off x="3431825" y="1129500"/>
            <a:ext cx="10227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Poppins SemiBold"/>
                <a:ea typeface="Poppins SemiBold"/>
                <a:cs typeface="Poppins SemiBold"/>
                <a:sym typeface="Poppins SemiBold"/>
              </a:rPr>
              <a:t>WE’RE HERE</a:t>
            </a:r>
            <a:endParaRPr sz="700">
              <a:solidFill>
                <a:schemeClr val="lt2"/>
              </a:solidFill>
              <a:latin typeface="Poppins SemiBold"/>
              <a:ea typeface="Poppins SemiBold"/>
              <a:cs typeface="Poppins SemiBold"/>
              <a:sym typeface="Poppins SemiBold"/>
            </a:endParaRPr>
          </a:p>
        </p:txBody>
      </p:sp>
      <p:sp>
        <p:nvSpPr>
          <p:cNvPr id="1642" name="Google Shape;1642;p139"/>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40"/>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lang="en"/>
              <a:t>In a few lines, explain what needs to happen during the opening stages of the campaign.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For example, you might have to set goals, agree on a budget, develop your media strategy, build a team, etc.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You can talk about each step in paragraphs or bullet points. Whatever is clearest for your audience. </a:t>
            </a:r>
            <a:endParaRPr/>
          </a:p>
        </p:txBody>
      </p:sp>
      <p:pic>
        <p:nvPicPr>
          <p:cNvPr descr="Four people in front of a glass whiteboard, analyzing post-it notes and scribbled diagrams about an upcoming project. " id="1648" name="Google Shape;1648;p140"/>
          <p:cNvPicPr preferRelativeResize="0"/>
          <p:nvPr>
            <p:ph idx="2" type="pic"/>
          </p:nvPr>
        </p:nvPicPr>
        <p:blipFill rotWithShape="1">
          <a:blip r:embed="rId3">
            <a:alphaModFix/>
          </a:blip>
          <a:srcRect b="0" l="25327" r="23206" t="13748"/>
          <a:stretch/>
        </p:blipFill>
        <p:spPr>
          <a:xfrm>
            <a:off x="5212300" y="460300"/>
            <a:ext cx="3702900" cy="4136100"/>
          </a:xfrm>
          <a:prstGeom prst="roundRect">
            <a:avLst>
              <a:gd fmla="val 16667" name="adj"/>
            </a:avLst>
          </a:prstGeom>
        </p:spPr>
      </p:pic>
      <p:sp>
        <p:nvSpPr>
          <p:cNvPr id="1649" name="Google Shape;1649;p140"/>
          <p:cNvSpPr txBox="1"/>
          <p:nvPr>
            <p:ph type="title"/>
          </p:nvPr>
        </p:nvSpPr>
        <p:spPr>
          <a:xfrm>
            <a:off x="228600" y="256925"/>
            <a:ext cx="4296600" cy="147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Campaign stage:</a:t>
            </a:r>
            <a:r>
              <a:rPr lang="en"/>
              <a:t> Planning and development</a:t>
            </a:r>
            <a:endParaRPr/>
          </a:p>
        </p:txBody>
      </p:sp>
      <p:sp>
        <p:nvSpPr>
          <p:cNvPr id="1650" name="Google Shape;1650;p140"/>
          <p:cNvSpPr/>
          <p:nvPr/>
        </p:nvSpPr>
        <p:spPr>
          <a:xfrm>
            <a:off x="1678239" y="1612209"/>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grpSp>
        <p:nvGrpSpPr>
          <p:cNvPr id="1651" name="Google Shape;1651;p140"/>
          <p:cNvGrpSpPr/>
          <p:nvPr/>
        </p:nvGrpSpPr>
        <p:grpSpPr>
          <a:xfrm>
            <a:off x="2867725" y="1209738"/>
            <a:ext cx="543525" cy="265250"/>
            <a:chOff x="3195113" y="380063"/>
            <a:chExt cx="543525" cy="265250"/>
          </a:xfrm>
        </p:grpSpPr>
        <p:cxnSp>
          <p:nvCxnSpPr>
            <p:cNvPr id="1652" name="Google Shape;1652;p140"/>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1653" name="Google Shape;1653;p140"/>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1654" name="Google Shape;1654;p140"/>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1655" name="Google Shape;1655;p140"/>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141"/>
          <p:cNvSpPr txBox="1"/>
          <p:nvPr>
            <p:ph idx="12" type="sldNum"/>
          </p:nvPr>
        </p:nvSpPr>
        <p:spPr>
          <a:xfrm>
            <a:off x="6080700" y="3995650"/>
            <a:ext cx="2834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661" name="Google Shape;1661;p141"/>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lang="en"/>
              <a:t>With the planning out of the way, it’s time to make the campaign a reality.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Depending on the nature of your campaign, this might involve: </a:t>
            </a:r>
            <a:endParaRPr/>
          </a:p>
          <a:p>
            <a:pPr indent="0" lvl="0" marL="0" rtl="0" algn="l">
              <a:lnSpc>
                <a:spcPct val="100000"/>
              </a:lnSpc>
              <a:spcBef>
                <a:spcPts val="0"/>
              </a:spcBef>
              <a:spcAft>
                <a:spcPts val="0"/>
              </a:spcAft>
              <a:buNone/>
            </a:pPr>
            <a:r>
              <a:t/>
            </a:r>
            <a:endParaRPr/>
          </a:p>
          <a:p>
            <a:pPr indent="-167640" lvl="0" marL="182880" rtl="0" algn="l">
              <a:lnSpc>
                <a:spcPct val="100000"/>
              </a:lnSpc>
              <a:spcBef>
                <a:spcPts val="0"/>
              </a:spcBef>
              <a:spcAft>
                <a:spcPts val="0"/>
              </a:spcAft>
              <a:buSzPts val="1200"/>
              <a:buChar char="●"/>
            </a:pPr>
            <a:r>
              <a:rPr lang="en"/>
              <a:t>Creating your marketing content</a:t>
            </a:r>
            <a:endParaRPr/>
          </a:p>
          <a:p>
            <a:pPr indent="-167640" lvl="0" marL="182880" rtl="0" algn="l">
              <a:lnSpc>
                <a:spcPct val="100000"/>
              </a:lnSpc>
              <a:spcBef>
                <a:spcPts val="0"/>
              </a:spcBef>
              <a:spcAft>
                <a:spcPts val="0"/>
              </a:spcAft>
              <a:buSzPts val="1200"/>
              <a:buChar char="●"/>
            </a:pPr>
            <a:r>
              <a:rPr lang="en"/>
              <a:t>Hiring external contractors</a:t>
            </a:r>
            <a:endParaRPr/>
          </a:p>
          <a:p>
            <a:pPr indent="-167640" lvl="0" marL="182880" rtl="0" algn="l">
              <a:lnSpc>
                <a:spcPct val="100000"/>
              </a:lnSpc>
              <a:spcBef>
                <a:spcPts val="0"/>
              </a:spcBef>
              <a:spcAft>
                <a:spcPts val="0"/>
              </a:spcAft>
              <a:buSzPts val="1200"/>
              <a:buChar char="●"/>
            </a:pPr>
            <a:r>
              <a:rPr lang="en"/>
              <a:t>Partnering with influencers</a:t>
            </a:r>
            <a:endParaRPr/>
          </a:p>
          <a:p>
            <a:pPr indent="-167640" lvl="0" marL="182880" rtl="0" algn="l">
              <a:lnSpc>
                <a:spcPct val="100000"/>
              </a:lnSpc>
              <a:spcBef>
                <a:spcPts val="0"/>
              </a:spcBef>
              <a:spcAft>
                <a:spcPts val="0"/>
              </a:spcAft>
              <a:buSzPts val="1200"/>
              <a:buChar char="●"/>
            </a:pPr>
            <a:r>
              <a:rPr lang="en"/>
              <a:t>Securing online or offline advertising space</a:t>
            </a:r>
            <a:endParaRPr/>
          </a:p>
        </p:txBody>
      </p:sp>
      <p:sp>
        <p:nvSpPr>
          <p:cNvPr id="1662" name="Google Shape;1662;p141"/>
          <p:cNvSpPr txBox="1"/>
          <p:nvPr>
            <p:ph type="title"/>
          </p:nvPr>
        </p:nvSpPr>
        <p:spPr>
          <a:xfrm>
            <a:off x="4618950" y="256925"/>
            <a:ext cx="42966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Campaign stage: </a:t>
            </a:r>
            <a:r>
              <a:rPr lang="en"/>
              <a:t>Execution and launch</a:t>
            </a:r>
            <a:endParaRPr/>
          </a:p>
        </p:txBody>
      </p:sp>
      <p:pic>
        <p:nvPicPr>
          <p:cNvPr descr="Five people taking a celebratory selfie inside an office. &#10;" id="1663" name="Google Shape;1663;p141"/>
          <p:cNvPicPr preferRelativeResize="0"/>
          <p:nvPr>
            <p:ph idx="2" type="pic"/>
          </p:nvPr>
        </p:nvPicPr>
        <p:blipFill rotWithShape="1">
          <a:blip r:embed="rId3">
            <a:alphaModFix/>
          </a:blip>
          <a:srcRect b="0" l="20162" r="20168" t="0"/>
          <a:stretch/>
        </p:blipFill>
        <p:spPr>
          <a:xfrm>
            <a:off x="313800" y="460300"/>
            <a:ext cx="3702900" cy="4136100"/>
          </a:xfrm>
          <a:prstGeom prst="roundRect">
            <a:avLst>
              <a:gd fmla="val 16667" name="adj"/>
            </a:avLst>
          </a:prstGeom>
        </p:spPr>
      </p:pic>
      <p:sp>
        <p:nvSpPr>
          <p:cNvPr id="1664" name="Google Shape;1664;p141"/>
          <p:cNvSpPr/>
          <p:nvPr/>
        </p:nvSpPr>
        <p:spPr>
          <a:xfrm>
            <a:off x="7308715" y="687839"/>
            <a:ext cx="1438931" cy="607570"/>
          </a:xfrm>
          <a:custGeom>
            <a:rect b="b" l="l" r="r" t="t"/>
            <a:pathLst>
              <a:path extrusionOk="0" fill="none" h="10421" w="25291">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665" name="Google Shape;1665;p141"/>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9" name="Shape 1669"/>
        <p:cNvGrpSpPr/>
        <p:nvPr/>
      </p:nvGrpSpPr>
      <p:grpSpPr>
        <a:xfrm>
          <a:off x="0" y="0"/>
          <a:ext cx="0" cy="0"/>
          <a:chOff x="0" y="0"/>
          <a:chExt cx="0" cy="0"/>
        </a:xfrm>
      </p:grpSpPr>
      <p:sp>
        <p:nvSpPr>
          <p:cNvPr id="1670" name="Google Shape;1670;p14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lang="en"/>
              <a:t>Now that the campaign has reached its final stages, what needs to happen before it wraps up?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You might need</a:t>
            </a:r>
            <a:r>
              <a:rPr lang="en"/>
              <a:t> to analyze your key performance indicators, hold a retrospective with the team, or review your budget.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Alternatively, your campaign might not have a definite end point. It might include post-launch updates or a long-term content pipeline. Mention that here, too. </a:t>
            </a:r>
            <a:endParaRPr/>
          </a:p>
        </p:txBody>
      </p:sp>
      <p:pic>
        <p:nvPicPr>
          <p:cNvPr descr="A woman shows diagrams and written notes to a colleague. " id="1671" name="Google Shape;1671;p142"/>
          <p:cNvPicPr preferRelativeResize="0"/>
          <p:nvPr>
            <p:ph idx="2" type="pic"/>
          </p:nvPr>
        </p:nvPicPr>
        <p:blipFill rotWithShape="1">
          <a:blip r:embed="rId3">
            <a:alphaModFix/>
          </a:blip>
          <a:srcRect b="4471" l="23833" r="21840" t="4480"/>
          <a:stretch/>
        </p:blipFill>
        <p:spPr>
          <a:xfrm>
            <a:off x="5212300" y="460300"/>
            <a:ext cx="3702900" cy="4136100"/>
          </a:xfrm>
          <a:prstGeom prst="roundRect">
            <a:avLst>
              <a:gd fmla="val 16667" name="adj"/>
            </a:avLst>
          </a:prstGeom>
        </p:spPr>
      </p:pic>
      <p:sp>
        <p:nvSpPr>
          <p:cNvPr id="1672" name="Google Shape;1672;p142"/>
          <p:cNvSpPr txBox="1"/>
          <p:nvPr>
            <p:ph type="title"/>
          </p:nvPr>
        </p:nvSpPr>
        <p:spPr>
          <a:xfrm>
            <a:off x="228600" y="256925"/>
            <a:ext cx="4296600" cy="1477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Campaign stage:</a:t>
            </a:r>
            <a:r>
              <a:rPr lang="en"/>
              <a:t> Monitoring and analysis</a:t>
            </a:r>
            <a:endParaRPr/>
          </a:p>
        </p:txBody>
      </p:sp>
      <p:grpSp>
        <p:nvGrpSpPr>
          <p:cNvPr id="1673" name="Google Shape;1673;p142"/>
          <p:cNvGrpSpPr/>
          <p:nvPr/>
        </p:nvGrpSpPr>
        <p:grpSpPr>
          <a:xfrm>
            <a:off x="308528" y="1555007"/>
            <a:ext cx="1986589" cy="270489"/>
            <a:chOff x="308528" y="1555007"/>
            <a:chExt cx="1986589" cy="270489"/>
          </a:xfrm>
        </p:grpSpPr>
        <p:sp>
          <p:nvSpPr>
            <p:cNvPr id="1674" name="Google Shape;1674;p142"/>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675" name="Google Shape;1675;p142"/>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1676" name="Google Shape;1676;p14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143"/>
          <p:cNvSpPr txBox="1"/>
          <p:nvPr>
            <p:ph type="title"/>
          </p:nvPr>
        </p:nvSpPr>
        <p:spPr>
          <a:xfrm>
            <a:off x="228600" y="256925"/>
            <a:ext cx="4803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Budget</a:t>
            </a:r>
            <a:endParaRPr sz="2400"/>
          </a:p>
        </p:txBody>
      </p:sp>
      <p:sp>
        <p:nvSpPr>
          <p:cNvPr id="1682" name="Google Shape;1682;p143"/>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grpSp>
        <p:nvGrpSpPr>
          <p:cNvPr id="1683" name="Google Shape;1683;p143"/>
          <p:cNvGrpSpPr/>
          <p:nvPr/>
        </p:nvGrpSpPr>
        <p:grpSpPr>
          <a:xfrm>
            <a:off x="324300" y="2032510"/>
            <a:ext cx="8500450" cy="2215284"/>
            <a:chOff x="324300" y="2032510"/>
            <a:chExt cx="8500450" cy="2215284"/>
          </a:xfrm>
        </p:grpSpPr>
        <p:sp>
          <p:nvSpPr>
            <p:cNvPr id="1684" name="Google Shape;1684;p143"/>
            <p:cNvSpPr/>
            <p:nvPr/>
          </p:nvSpPr>
          <p:spPr>
            <a:xfrm>
              <a:off x="4223891" y="2032510"/>
              <a:ext cx="2246400" cy="2862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Mid budget</a:t>
              </a:r>
              <a:endParaRPr sz="900">
                <a:solidFill>
                  <a:schemeClr val="dk2"/>
                </a:solidFill>
                <a:latin typeface="Poppins SemiBold"/>
                <a:ea typeface="Poppins SemiBold"/>
                <a:cs typeface="Poppins SemiBold"/>
                <a:sym typeface="Poppins SemiBold"/>
              </a:endParaRPr>
            </a:p>
          </p:txBody>
        </p:sp>
        <p:sp>
          <p:nvSpPr>
            <p:cNvPr id="1685" name="Google Shape;1685;p143"/>
            <p:cNvSpPr/>
            <p:nvPr/>
          </p:nvSpPr>
          <p:spPr>
            <a:xfrm>
              <a:off x="6578350" y="2032510"/>
              <a:ext cx="2246400" cy="2862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High budget</a:t>
              </a:r>
              <a:endParaRPr sz="900">
                <a:solidFill>
                  <a:schemeClr val="dk2"/>
                </a:solidFill>
                <a:latin typeface="Poppins SemiBold"/>
                <a:ea typeface="Poppins SemiBold"/>
                <a:cs typeface="Poppins SemiBold"/>
                <a:sym typeface="Poppins SemiBold"/>
              </a:endParaRPr>
            </a:p>
          </p:txBody>
        </p:sp>
        <p:cxnSp>
          <p:nvCxnSpPr>
            <p:cNvPr id="1686" name="Google Shape;1686;p143"/>
            <p:cNvCxnSpPr/>
            <p:nvPr/>
          </p:nvCxnSpPr>
          <p:spPr>
            <a:xfrm>
              <a:off x="324300" y="3406472"/>
              <a:ext cx="8495400" cy="0"/>
            </a:xfrm>
            <a:prstGeom prst="straightConnector1">
              <a:avLst/>
            </a:prstGeom>
            <a:noFill/>
            <a:ln cap="flat" cmpd="sng" w="9525">
              <a:solidFill>
                <a:schemeClr val="accent5"/>
              </a:solidFill>
              <a:prstDash val="solid"/>
              <a:round/>
              <a:headEnd len="med" w="med" type="none"/>
              <a:tailEnd len="med" w="med" type="none"/>
            </a:ln>
          </p:spPr>
        </p:cxnSp>
        <p:cxnSp>
          <p:nvCxnSpPr>
            <p:cNvPr id="1687" name="Google Shape;1687;p143"/>
            <p:cNvCxnSpPr/>
            <p:nvPr/>
          </p:nvCxnSpPr>
          <p:spPr>
            <a:xfrm>
              <a:off x="324300" y="3913397"/>
              <a:ext cx="8495400" cy="0"/>
            </a:xfrm>
            <a:prstGeom prst="straightConnector1">
              <a:avLst/>
            </a:prstGeom>
            <a:noFill/>
            <a:ln cap="flat" cmpd="sng" w="9525">
              <a:solidFill>
                <a:schemeClr val="accent5"/>
              </a:solidFill>
              <a:prstDash val="solid"/>
              <a:round/>
              <a:headEnd len="med" w="med" type="none"/>
              <a:tailEnd len="med" w="med" type="none"/>
            </a:ln>
          </p:spPr>
        </p:cxnSp>
        <p:sp>
          <p:nvSpPr>
            <p:cNvPr id="1688" name="Google Shape;1688;p143"/>
            <p:cNvSpPr txBox="1"/>
            <p:nvPr/>
          </p:nvSpPr>
          <p:spPr>
            <a:xfrm>
              <a:off x="332764" y="2480719"/>
              <a:ext cx="763200" cy="246300"/>
            </a:xfrm>
            <a:prstGeom prst="rect">
              <a:avLst/>
            </a:prstGeom>
            <a:noFill/>
            <a:ln>
              <a:noFill/>
            </a:ln>
          </p:spPr>
          <p:txBody>
            <a:bodyPr anchorCtr="0" anchor="t" bIns="0" lIns="91425" spcFirstLastPara="1" rIns="91425" wrap="square" tIns="91425">
              <a:spAutoFit/>
            </a:bodyPr>
            <a:lstStyle/>
            <a:p>
              <a:pPr indent="0" lvl="0" marL="0" rtl="0" algn="l">
                <a:spcBef>
                  <a:spcPts val="0"/>
                </a:spcBef>
                <a:spcAft>
                  <a:spcPts val="0"/>
                </a:spcAft>
                <a:buNone/>
              </a:pPr>
              <a:r>
                <a:rPr b="1" lang="en" sz="1000">
                  <a:solidFill>
                    <a:schemeClr val="dk1"/>
                  </a:solidFill>
                  <a:latin typeface="Nunito Sans"/>
                  <a:ea typeface="Nunito Sans"/>
                  <a:cs typeface="Nunito Sans"/>
                  <a:sym typeface="Nunito Sans"/>
                </a:rPr>
                <a:t>Phase 1</a:t>
              </a:r>
              <a:endParaRPr b="1" sz="1000">
                <a:solidFill>
                  <a:schemeClr val="dk1"/>
                </a:solidFill>
                <a:latin typeface="Nunito Sans"/>
                <a:ea typeface="Nunito Sans"/>
                <a:cs typeface="Nunito Sans"/>
                <a:sym typeface="Nunito Sans"/>
              </a:endParaRPr>
            </a:p>
          </p:txBody>
        </p:sp>
        <p:cxnSp>
          <p:nvCxnSpPr>
            <p:cNvPr id="1689" name="Google Shape;1689;p143"/>
            <p:cNvCxnSpPr/>
            <p:nvPr/>
          </p:nvCxnSpPr>
          <p:spPr>
            <a:xfrm>
              <a:off x="324300" y="2899547"/>
              <a:ext cx="8495400" cy="0"/>
            </a:xfrm>
            <a:prstGeom prst="straightConnector1">
              <a:avLst/>
            </a:prstGeom>
            <a:noFill/>
            <a:ln cap="flat" cmpd="sng" w="9525">
              <a:solidFill>
                <a:schemeClr val="accent5"/>
              </a:solidFill>
              <a:prstDash val="solid"/>
              <a:round/>
              <a:headEnd len="med" w="med" type="none"/>
              <a:tailEnd len="med" w="med" type="none"/>
            </a:ln>
          </p:spPr>
        </p:cxnSp>
        <p:sp>
          <p:nvSpPr>
            <p:cNvPr id="1690" name="Google Shape;1690;p143"/>
            <p:cNvSpPr txBox="1"/>
            <p:nvPr/>
          </p:nvSpPr>
          <p:spPr>
            <a:xfrm>
              <a:off x="2611014" y="2480719"/>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1" name="Google Shape;1691;p143"/>
            <p:cNvSpPr txBox="1"/>
            <p:nvPr/>
          </p:nvSpPr>
          <p:spPr>
            <a:xfrm>
              <a:off x="4965489" y="2480719"/>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2" name="Google Shape;1692;p143"/>
            <p:cNvSpPr txBox="1"/>
            <p:nvPr/>
          </p:nvSpPr>
          <p:spPr>
            <a:xfrm>
              <a:off x="7319964" y="2480719"/>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3" name="Google Shape;1693;p143"/>
            <p:cNvSpPr txBox="1"/>
            <p:nvPr/>
          </p:nvSpPr>
          <p:spPr>
            <a:xfrm>
              <a:off x="332764" y="2987644"/>
              <a:ext cx="763200" cy="246300"/>
            </a:xfrm>
            <a:prstGeom prst="rect">
              <a:avLst/>
            </a:prstGeom>
            <a:noFill/>
            <a:ln>
              <a:noFill/>
            </a:ln>
          </p:spPr>
          <p:txBody>
            <a:bodyPr anchorCtr="0" anchor="t" bIns="0" lIns="91425" spcFirstLastPara="1" rIns="91425" wrap="square" tIns="91425">
              <a:spAutoFit/>
            </a:bodyPr>
            <a:lstStyle/>
            <a:p>
              <a:pPr indent="0" lvl="0" marL="0" rtl="0" algn="l">
                <a:spcBef>
                  <a:spcPts val="0"/>
                </a:spcBef>
                <a:spcAft>
                  <a:spcPts val="0"/>
                </a:spcAft>
                <a:buNone/>
              </a:pPr>
              <a:r>
                <a:rPr b="1" lang="en" sz="1000">
                  <a:solidFill>
                    <a:schemeClr val="dk1"/>
                  </a:solidFill>
                  <a:latin typeface="Nunito Sans"/>
                  <a:ea typeface="Nunito Sans"/>
                  <a:cs typeface="Nunito Sans"/>
                  <a:sym typeface="Nunito Sans"/>
                </a:rPr>
                <a:t>Phase 2</a:t>
              </a:r>
              <a:endParaRPr b="1" sz="1000">
                <a:solidFill>
                  <a:schemeClr val="dk1"/>
                </a:solidFill>
                <a:latin typeface="Nunito Sans"/>
                <a:ea typeface="Nunito Sans"/>
                <a:cs typeface="Nunito Sans"/>
                <a:sym typeface="Nunito Sans"/>
              </a:endParaRPr>
            </a:p>
          </p:txBody>
        </p:sp>
        <p:sp>
          <p:nvSpPr>
            <p:cNvPr id="1694" name="Google Shape;1694;p143"/>
            <p:cNvSpPr txBox="1"/>
            <p:nvPr/>
          </p:nvSpPr>
          <p:spPr>
            <a:xfrm>
              <a:off x="2611014" y="2987644"/>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5" name="Google Shape;1695;p143"/>
            <p:cNvSpPr txBox="1"/>
            <p:nvPr/>
          </p:nvSpPr>
          <p:spPr>
            <a:xfrm>
              <a:off x="4965489" y="2987644"/>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6" name="Google Shape;1696;p143"/>
            <p:cNvSpPr txBox="1"/>
            <p:nvPr/>
          </p:nvSpPr>
          <p:spPr>
            <a:xfrm>
              <a:off x="7319964" y="2987644"/>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7" name="Google Shape;1697;p143"/>
            <p:cNvSpPr txBox="1"/>
            <p:nvPr/>
          </p:nvSpPr>
          <p:spPr>
            <a:xfrm>
              <a:off x="332764" y="3494569"/>
              <a:ext cx="763200" cy="246300"/>
            </a:xfrm>
            <a:prstGeom prst="rect">
              <a:avLst/>
            </a:prstGeom>
            <a:noFill/>
            <a:ln>
              <a:noFill/>
            </a:ln>
          </p:spPr>
          <p:txBody>
            <a:bodyPr anchorCtr="0" anchor="t" bIns="0" lIns="91425" spcFirstLastPara="1" rIns="91425" wrap="square" tIns="91425">
              <a:spAutoFit/>
            </a:bodyPr>
            <a:lstStyle/>
            <a:p>
              <a:pPr indent="0" lvl="0" marL="0" rtl="0" algn="l">
                <a:spcBef>
                  <a:spcPts val="0"/>
                </a:spcBef>
                <a:spcAft>
                  <a:spcPts val="0"/>
                </a:spcAft>
                <a:buNone/>
              </a:pPr>
              <a:r>
                <a:rPr b="1" lang="en" sz="1000">
                  <a:solidFill>
                    <a:schemeClr val="dk1"/>
                  </a:solidFill>
                  <a:latin typeface="Nunito Sans"/>
                  <a:ea typeface="Nunito Sans"/>
                  <a:cs typeface="Nunito Sans"/>
                  <a:sym typeface="Nunito Sans"/>
                </a:rPr>
                <a:t>Phase 3</a:t>
              </a:r>
              <a:endParaRPr b="1" sz="1000">
                <a:solidFill>
                  <a:schemeClr val="dk1"/>
                </a:solidFill>
                <a:latin typeface="Nunito Sans"/>
                <a:ea typeface="Nunito Sans"/>
                <a:cs typeface="Nunito Sans"/>
                <a:sym typeface="Nunito Sans"/>
              </a:endParaRPr>
            </a:p>
          </p:txBody>
        </p:sp>
        <p:sp>
          <p:nvSpPr>
            <p:cNvPr id="1698" name="Google Shape;1698;p143"/>
            <p:cNvSpPr txBox="1"/>
            <p:nvPr/>
          </p:nvSpPr>
          <p:spPr>
            <a:xfrm>
              <a:off x="2611014" y="3494569"/>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699" name="Google Shape;1699;p143"/>
            <p:cNvSpPr txBox="1"/>
            <p:nvPr/>
          </p:nvSpPr>
          <p:spPr>
            <a:xfrm>
              <a:off x="4965489" y="3494569"/>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700" name="Google Shape;1700;p143"/>
            <p:cNvSpPr txBox="1"/>
            <p:nvPr/>
          </p:nvSpPr>
          <p:spPr>
            <a:xfrm>
              <a:off x="7319964" y="3494569"/>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lang="en" sz="1000">
                  <a:solidFill>
                    <a:schemeClr val="dk1"/>
                  </a:solidFill>
                  <a:latin typeface="Nunito Sans"/>
                  <a:ea typeface="Nunito Sans"/>
                  <a:cs typeface="Nunito Sans"/>
                  <a:sym typeface="Nunito Sans"/>
                </a:rPr>
                <a:t>$00</a:t>
              </a:r>
              <a:endParaRPr sz="1000">
                <a:solidFill>
                  <a:schemeClr val="dk1"/>
                </a:solidFill>
                <a:latin typeface="Nunito Sans"/>
                <a:ea typeface="Nunito Sans"/>
                <a:cs typeface="Nunito Sans"/>
                <a:sym typeface="Nunito Sans"/>
              </a:endParaRPr>
            </a:p>
          </p:txBody>
        </p:sp>
        <p:sp>
          <p:nvSpPr>
            <p:cNvPr id="1701" name="Google Shape;1701;p143"/>
            <p:cNvSpPr txBox="1"/>
            <p:nvPr/>
          </p:nvSpPr>
          <p:spPr>
            <a:xfrm>
              <a:off x="332764" y="4001494"/>
              <a:ext cx="763200" cy="246300"/>
            </a:xfrm>
            <a:prstGeom prst="rect">
              <a:avLst/>
            </a:prstGeom>
            <a:noFill/>
            <a:ln>
              <a:noFill/>
            </a:ln>
          </p:spPr>
          <p:txBody>
            <a:bodyPr anchorCtr="0" anchor="t" bIns="0" lIns="91425" spcFirstLastPara="1" rIns="91425" wrap="square" tIns="91425">
              <a:spAutoFit/>
            </a:bodyPr>
            <a:lstStyle/>
            <a:p>
              <a:pPr indent="0" lvl="0" marL="0" rtl="0" algn="l">
                <a:spcBef>
                  <a:spcPts val="0"/>
                </a:spcBef>
                <a:spcAft>
                  <a:spcPts val="0"/>
                </a:spcAft>
                <a:buNone/>
              </a:pPr>
              <a:r>
                <a:rPr b="1" lang="en" sz="1000">
                  <a:solidFill>
                    <a:schemeClr val="dk1"/>
                  </a:solidFill>
                  <a:latin typeface="Nunito Sans"/>
                  <a:ea typeface="Nunito Sans"/>
                  <a:cs typeface="Nunito Sans"/>
                  <a:sym typeface="Nunito Sans"/>
                </a:rPr>
                <a:t>Total</a:t>
              </a:r>
              <a:endParaRPr b="1" sz="1000">
                <a:solidFill>
                  <a:schemeClr val="dk1"/>
                </a:solidFill>
                <a:latin typeface="Nunito Sans"/>
                <a:ea typeface="Nunito Sans"/>
                <a:cs typeface="Nunito Sans"/>
                <a:sym typeface="Nunito Sans"/>
              </a:endParaRPr>
            </a:p>
          </p:txBody>
        </p:sp>
        <p:sp>
          <p:nvSpPr>
            <p:cNvPr id="1702" name="Google Shape;1702;p143"/>
            <p:cNvSpPr txBox="1"/>
            <p:nvPr/>
          </p:nvSpPr>
          <p:spPr>
            <a:xfrm>
              <a:off x="2611014" y="4001494"/>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b="1" lang="en" sz="1000">
                  <a:solidFill>
                    <a:schemeClr val="lt2"/>
                  </a:solidFill>
                  <a:latin typeface="Nunito Sans"/>
                  <a:ea typeface="Nunito Sans"/>
                  <a:cs typeface="Nunito Sans"/>
                  <a:sym typeface="Nunito Sans"/>
                </a:rPr>
                <a:t>$00</a:t>
              </a:r>
              <a:endParaRPr b="1" sz="1000">
                <a:solidFill>
                  <a:schemeClr val="lt2"/>
                </a:solidFill>
                <a:latin typeface="Nunito Sans"/>
                <a:ea typeface="Nunito Sans"/>
                <a:cs typeface="Nunito Sans"/>
                <a:sym typeface="Nunito Sans"/>
              </a:endParaRPr>
            </a:p>
          </p:txBody>
        </p:sp>
        <p:sp>
          <p:nvSpPr>
            <p:cNvPr id="1703" name="Google Shape;1703;p143"/>
            <p:cNvSpPr txBox="1"/>
            <p:nvPr/>
          </p:nvSpPr>
          <p:spPr>
            <a:xfrm>
              <a:off x="4965489" y="4001494"/>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b="1" lang="en" sz="1000">
                  <a:solidFill>
                    <a:schemeClr val="accent1"/>
                  </a:solidFill>
                  <a:latin typeface="Nunito Sans"/>
                  <a:ea typeface="Nunito Sans"/>
                  <a:cs typeface="Nunito Sans"/>
                  <a:sym typeface="Nunito Sans"/>
                </a:rPr>
                <a:t>$00</a:t>
              </a:r>
              <a:endParaRPr b="1" sz="1000">
                <a:solidFill>
                  <a:schemeClr val="accent1"/>
                </a:solidFill>
                <a:latin typeface="Nunito Sans"/>
                <a:ea typeface="Nunito Sans"/>
                <a:cs typeface="Nunito Sans"/>
                <a:sym typeface="Nunito Sans"/>
              </a:endParaRPr>
            </a:p>
          </p:txBody>
        </p:sp>
        <p:sp>
          <p:nvSpPr>
            <p:cNvPr id="1704" name="Google Shape;1704;p143"/>
            <p:cNvSpPr txBox="1"/>
            <p:nvPr/>
          </p:nvSpPr>
          <p:spPr>
            <a:xfrm>
              <a:off x="7319964" y="4001494"/>
              <a:ext cx="763200" cy="246300"/>
            </a:xfrm>
            <a:prstGeom prst="rect">
              <a:avLst/>
            </a:prstGeom>
            <a:noFill/>
            <a:ln>
              <a:noFill/>
            </a:ln>
          </p:spPr>
          <p:txBody>
            <a:bodyPr anchorCtr="0" anchor="t" bIns="0" lIns="91425" spcFirstLastPara="1" rIns="91425" wrap="square" tIns="91425">
              <a:spAutoFit/>
            </a:bodyPr>
            <a:lstStyle/>
            <a:p>
              <a:pPr indent="0" lvl="0" marL="0" rtl="0" algn="ctr">
                <a:spcBef>
                  <a:spcPts val="0"/>
                </a:spcBef>
                <a:spcAft>
                  <a:spcPts val="0"/>
                </a:spcAft>
                <a:buNone/>
              </a:pPr>
              <a:r>
                <a:rPr b="1" lang="en" sz="1000">
                  <a:solidFill>
                    <a:schemeClr val="accent2"/>
                  </a:solidFill>
                  <a:latin typeface="Nunito Sans"/>
                  <a:ea typeface="Nunito Sans"/>
                  <a:cs typeface="Nunito Sans"/>
                  <a:sym typeface="Nunito Sans"/>
                </a:rPr>
                <a:t>$00</a:t>
              </a:r>
              <a:endParaRPr b="1" sz="1000">
                <a:solidFill>
                  <a:schemeClr val="accent2"/>
                </a:solidFill>
                <a:latin typeface="Nunito Sans"/>
                <a:ea typeface="Nunito Sans"/>
                <a:cs typeface="Nunito Sans"/>
                <a:sym typeface="Nunito Sans"/>
              </a:endParaRPr>
            </a:p>
          </p:txBody>
        </p:sp>
        <p:sp>
          <p:nvSpPr>
            <p:cNvPr id="1705" name="Google Shape;1705;p143"/>
            <p:cNvSpPr/>
            <p:nvPr/>
          </p:nvSpPr>
          <p:spPr>
            <a:xfrm>
              <a:off x="1869432" y="2032510"/>
              <a:ext cx="2246400" cy="286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2"/>
                  </a:solidFill>
                  <a:latin typeface="Poppins SemiBold"/>
                  <a:ea typeface="Poppins SemiBold"/>
                  <a:cs typeface="Poppins SemiBold"/>
                  <a:sym typeface="Poppins SemiBold"/>
                </a:rPr>
                <a:t>Low budget</a:t>
              </a:r>
              <a:endParaRPr sz="900">
                <a:solidFill>
                  <a:schemeClr val="dk2"/>
                </a:solidFill>
                <a:latin typeface="Poppins SemiBold"/>
                <a:ea typeface="Poppins SemiBold"/>
                <a:cs typeface="Poppins SemiBold"/>
                <a:sym typeface="Poppins SemiBold"/>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